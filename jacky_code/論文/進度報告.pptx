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1"/>
  </p:notesMasterIdLst>
  <p:sldIdLst>
    <p:sldId id="256" r:id="rId2"/>
    <p:sldId id="257" r:id="rId3"/>
    <p:sldId id="263" r:id="rId4"/>
    <p:sldId id="264" r:id="rId5"/>
    <p:sldId id="266" r:id="rId6"/>
    <p:sldId id="265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9" r:id="rId15"/>
    <p:sldId id="276" r:id="rId16"/>
    <p:sldId id="278" r:id="rId17"/>
    <p:sldId id="280" r:id="rId18"/>
    <p:sldId id="281" r:id="rId19"/>
    <p:sldId id="282" r:id="rId20"/>
    <p:sldId id="283" r:id="rId21"/>
    <p:sldId id="284" r:id="rId22"/>
    <p:sldId id="285" r:id="rId23"/>
    <p:sldId id="289" r:id="rId24"/>
    <p:sldId id="290" r:id="rId25"/>
    <p:sldId id="286" r:id="rId26"/>
    <p:sldId id="291" r:id="rId27"/>
    <p:sldId id="287" r:id="rId28"/>
    <p:sldId id="288" r:id="rId29"/>
    <p:sldId id="293" r:id="rId30"/>
    <p:sldId id="296" r:id="rId31"/>
    <p:sldId id="292" r:id="rId32"/>
    <p:sldId id="297" r:id="rId33"/>
    <p:sldId id="295" r:id="rId34"/>
    <p:sldId id="298" r:id="rId35"/>
    <p:sldId id="300" r:id="rId36"/>
    <p:sldId id="301" r:id="rId37"/>
    <p:sldId id="303" r:id="rId38"/>
    <p:sldId id="302" r:id="rId39"/>
    <p:sldId id="304" r:id="rId40"/>
    <p:sldId id="306" r:id="rId41"/>
    <p:sldId id="307" r:id="rId42"/>
    <p:sldId id="305" r:id="rId43"/>
    <p:sldId id="308" r:id="rId44"/>
    <p:sldId id="309" r:id="rId45"/>
    <p:sldId id="310" r:id="rId46"/>
    <p:sldId id="311" r:id="rId47"/>
    <p:sldId id="312" r:id="rId48"/>
    <p:sldId id="314" r:id="rId49"/>
    <p:sldId id="316" r:id="rId50"/>
    <p:sldId id="317" r:id="rId51"/>
    <p:sldId id="320" r:id="rId52"/>
    <p:sldId id="319" r:id="rId53"/>
    <p:sldId id="321" r:id="rId54"/>
    <p:sldId id="323" r:id="rId55"/>
    <p:sldId id="322" r:id="rId56"/>
    <p:sldId id="324" r:id="rId57"/>
    <p:sldId id="325" r:id="rId58"/>
    <p:sldId id="326" r:id="rId59"/>
    <p:sldId id="327" r:id="rId60"/>
    <p:sldId id="329" r:id="rId61"/>
    <p:sldId id="333" r:id="rId62"/>
    <p:sldId id="334" r:id="rId63"/>
    <p:sldId id="335" r:id="rId64"/>
    <p:sldId id="328" r:id="rId65"/>
    <p:sldId id="330" r:id="rId66"/>
    <p:sldId id="331" r:id="rId67"/>
    <p:sldId id="332" r:id="rId68"/>
    <p:sldId id="336" r:id="rId69"/>
    <p:sldId id="337" r:id="rId70"/>
    <p:sldId id="339" r:id="rId71"/>
    <p:sldId id="342" r:id="rId72"/>
    <p:sldId id="343" r:id="rId73"/>
    <p:sldId id="338" r:id="rId74"/>
    <p:sldId id="341" r:id="rId75"/>
    <p:sldId id="340" r:id="rId76"/>
    <p:sldId id="349" r:id="rId77"/>
    <p:sldId id="345" r:id="rId78"/>
    <p:sldId id="350" r:id="rId79"/>
    <p:sldId id="346" r:id="rId80"/>
    <p:sldId id="344" r:id="rId81"/>
    <p:sldId id="351" r:id="rId82"/>
    <p:sldId id="354" r:id="rId83"/>
    <p:sldId id="363" r:id="rId84"/>
    <p:sldId id="352" r:id="rId85"/>
    <p:sldId id="364" r:id="rId86"/>
    <p:sldId id="366" r:id="rId87"/>
    <p:sldId id="367" r:id="rId88"/>
    <p:sldId id="365" r:id="rId89"/>
    <p:sldId id="358" r:id="rId90"/>
    <p:sldId id="359" r:id="rId91"/>
    <p:sldId id="368" r:id="rId92"/>
    <p:sldId id="356" r:id="rId93"/>
    <p:sldId id="369" r:id="rId94"/>
    <p:sldId id="374" r:id="rId95"/>
    <p:sldId id="373" r:id="rId96"/>
    <p:sldId id="375" r:id="rId97"/>
    <p:sldId id="376" r:id="rId98"/>
    <p:sldId id="377" r:id="rId99"/>
    <p:sldId id="381" r:id="rId100"/>
    <p:sldId id="382" r:id="rId101"/>
    <p:sldId id="378" r:id="rId102"/>
    <p:sldId id="380" r:id="rId103"/>
    <p:sldId id="379" r:id="rId104"/>
    <p:sldId id="383" r:id="rId105"/>
    <p:sldId id="384" r:id="rId106"/>
    <p:sldId id="385" r:id="rId107"/>
    <p:sldId id="392" r:id="rId108"/>
    <p:sldId id="386" r:id="rId109"/>
    <p:sldId id="387" r:id="rId110"/>
    <p:sldId id="393" r:id="rId111"/>
    <p:sldId id="394" r:id="rId112"/>
    <p:sldId id="395" r:id="rId113"/>
    <p:sldId id="396" r:id="rId114"/>
    <p:sldId id="401" r:id="rId115"/>
    <p:sldId id="402" r:id="rId116"/>
    <p:sldId id="403" r:id="rId117"/>
    <p:sldId id="397" r:id="rId118"/>
    <p:sldId id="404" r:id="rId119"/>
    <p:sldId id="398" r:id="rId120"/>
    <p:sldId id="399" r:id="rId121"/>
    <p:sldId id="436" r:id="rId122"/>
    <p:sldId id="400" r:id="rId123"/>
    <p:sldId id="437" r:id="rId124"/>
    <p:sldId id="439" r:id="rId125"/>
    <p:sldId id="406" r:id="rId126"/>
    <p:sldId id="407" r:id="rId127"/>
    <p:sldId id="418" r:id="rId128"/>
    <p:sldId id="408" r:id="rId129"/>
    <p:sldId id="419" r:id="rId130"/>
    <p:sldId id="430" r:id="rId131"/>
    <p:sldId id="431" r:id="rId132"/>
    <p:sldId id="409" r:id="rId133"/>
    <p:sldId id="432" r:id="rId134"/>
    <p:sldId id="434" r:id="rId135"/>
    <p:sldId id="435" r:id="rId136"/>
    <p:sldId id="410" r:id="rId137"/>
    <p:sldId id="411" r:id="rId138"/>
    <p:sldId id="420" r:id="rId139"/>
    <p:sldId id="412" r:id="rId140"/>
    <p:sldId id="413" r:id="rId141"/>
    <p:sldId id="415" r:id="rId142"/>
    <p:sldId id="417" r:id="rId143"/>
    <p:sldId id="446" r:id="rId144"/>
    <p:sldId id="442" r:id="rId145"/>
    <p:sldId id="443" r:id="rId146"/>
    <p:sldId id="450" r:id="rId147"/>
    <p:sldId id="451" r:id="rId148"/>
    <p:sldId id="440" r:id="rId149"/>
    <p:sldId id="447" r:id="rId150"/>
    <p:sldId id="454" r:id="rId151"/>
    <p:sldId id="455" r:id="rId152"/>
    <p:sldId id="456" r:id="rId153"/>
    <p:sldId id="457" r:id="rId154"/>
    <p:sldId id="463" r:id="rId155"/>
    <p:sldId id="426" r:id="rId156"/>
    <p:sldId id="427" r:id="rId157"/>
    <p:sldId id="464" r:id="rId158"/>
    <p:sldId id="458" r:id="rId159"/>
    <p:sldId id="459" r:id="rId160"/>
    <p:sldId id="462" r:id="rId161"/>
    <p:sldId id="465" r:id="rId162"/>
    <p:sldId id="468" r:id="rId163"/>
    <p:sldId id="471" r:id="rId164"/>
    <p:sldId id="475" r:id="rId165"/>
    <p:sldId id="476" r:id="rId166"/>
    <p:sldId id="477" r:id="rId167"/>
    <p:sldId id="478" r:id="rId168"/>
    <p:sldId id="510" r:id="rId169"/>
    <p:sldId id="490" r:id="rId170"/>
    <p:sldId id="480" r:id="rId171"/>
    <p:sldId id="479" r:id="rId172"/>
    <p:sldId id="481" r:id="rId173"/>
    <p:sldId id="483" r:id="rId174"/>
    <p:sldId id="484" r:id="rId175"/>
    <p:sldId id="482" r:id="rId176"/>
    <p:sldId id="485" r:id="rId177"/>
    <p:sldId id="486" r:id="rId178"/>
    <p:sldId id="487" r:id="rId179"/>
    <p:sldId id="489" r:id="rId180"/>
    <p:sldId id="491" r:id="rId181"/>
    <p:sldId id="501" r:id="rId182"/>
    <p:sldId id="504" r:id="rId183"/>
    <p:sldId id="502" r:id="rId184"/>
    <p:sldId id="503" r:id="rId185"/>
    <p:sldId id="505" r:id="rId186"/>
    <p:sldId id="492" r:id="rId187"/>
    <p:sldId id="494" r:id="rId188"/>
    <p:sldId id="495" r:id="rId189"/>
    <p:sldId id="496" r:id="rId190"/>
    <p:sldId id="506" r:id="rId191"/>
    <p:sldId id="498" r:id="rId192"/>
    <p:sldId id="507" r:id="rId193"/>
    <p:sldId id="509" r:id="rId194"/>
    <p:sldId id="511" r:id="rId195"/>
    <p:sldId id="512" r:id="rId196"/>
    <p:sldId id="513" r:id="rId197"/>
    <p:sldId id="514" r:id="rId198"/>
    <p:sldId id="515" r:id="rId199"/>
    <p:sldId id="516" r:id="rId200"/>
    <p:sldId id="517" r:id="rId201"/>
    <p:sldId id="518" r:id="rId202"/>
    <p:sldId id="519" r:id="rId203"/>
    <p:sldId id="520" r:id="rId204"/>
    <p:sldId id="521" r:id="rId205"/>
    <p:sldId id="522" r:id="rId206"/>
    <p:sldId id="523" r:id="rId207"/>
    <p:sldId id="524" r:id="rId208"/>
    <p:sldId id="525" r:id="rId209"/>
    <p:sldId id="526" r:id="rId2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1" autoAdjust="0"/>
    <p:restoredTop sz="96242" autoAdjust="0"/>
  </p:normalViewPr>
  <p:slideViewPr>
    <p:cSldViewPr snapToGrid="0">
      <p:cViewPr varScale="1">
        <p:scale>
          <a:sx n="89" d="100"/>
          <a:sy n="89" d="100"/>
        </p:scale>
        <p:origin x="134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theme" Target="theme/theme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presProps" Target="presProp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36:36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24575,'0'6'0,"0"2"-8191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36:36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42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24575,'0'1441'-1365,"0"-1435"-5461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42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1 106 24575,'81'-14'-190,"94"8"-388,26-3 204,-4 1 374,-120-8 0,-57 11 0,1 0 0,24-2 0,326-12 0,-242 12-516,105-2-745,153 9 1312,-242 0 2217,-141 0-2245,-1 0 0,1 0 0,-1 1 1,1-1-1,-1 1 0,1 0 0,-1 0 1,1 0-1,-1 0 0,0 1 0,0-1 1,0 1-1,0 0 0,0 0 0,0 0 1,0 0-1,0 0 0,-1 1 0,1-1 1,-1 1-1,0 0 0,0 0 0,0 0 1,0 0-1,0 0 0,-1 0 0,1 0 1,-1 0-1,0 1 0,0-1 0,1 5 1,1 11-183,0 0 0,-1 1 1,-1-1-1,-3 32 1,1-23-558,1-10-6110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24575,'2'2'0,"0"-1"0,0 1 0,1 0 0,-1 0 0,0 0 0,-1 0 0,1 0 0,0 0 0,-1 1 0,1-1 0,-1 1 0,1-1 0,-1 1 0,0-1 0,0 1 0,-1 0 0,1-1 0,0 5 0,5 56 0,-5-41 0,17 134 0,-2-44 0,-9-70 0,4 66 0,-10-98 0,0-1 0,1 0 0,0 0 0,0 0 0,7 14 0,-5-13 0,-1 1 0,0 0 0,3 20 0,13 122 0,-14-136 0,-5-17 0,0 0 0,0 1 0,1-1 0,-1 0 0,0 0 0,0 0 0,0 0 0,0 0 0,0 0 0,1 0 0,-1 0 0,0 0 0,0 0 0,0 0 0,0 0 0,1 0 0,-1 0 0,0 0 0,0 0 0,0 0 0,0 0 0,1 0 0,-1 0 0,0 0 0,0 0 0,0-1 0,0 1 0,0 0 0,1 0 0,-1 0 0,0 0 0,0 0 0,0 0 0,0 0 0,0-1 0,0 1 0,0 0 0,0 0 0,1 0 0,-1 0 0,0 0 0,0-1 0,0 1 0,0 0 0,0 0 0,0 0 0,1-2 0,-1 0 0,1 0 0,-1 0 0,1-1 0,-1 1 0,0 0 0,0 0 0,0 0 0,0 0 0,0 0 0,0 0 0,-1 0 0,1 0 0,-2-3 0,-5-13-1365,0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2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24575,'111'-9'0,"4"0"0,982 10-1605,-1074 0 1605,37 7 0,9 0 0,-65-8 45,0 0-1,-1 0 1,1 1 0,0-1-1,0 1 1,0 0-1,-1 0 1,1 1 0,0-1-1,-1 1 1,0-1-1,1 1 1,-1 0-1,0 1 1,0-1 0,0 0-1,4 4 1,-3 1 55,1 0 0,-1 0 1,0 0-1,0 0 0,-1 0 1,0 1-1,2 8 0,2 2-100,0-1 0,12 17 0,-12-21 0,0 0 0,-1 1 0,0-1 0,6 25 0,-4-5 0,1 1 0,15 36 0,-20-57 0,0-1 0,-1 1 0,0 0 0,-1 0 0,-1 0 0,0 25 0,-2-7 0,-10 55 0,4-53 0,-16 42 0,19-66 0,0-1 0,-1 1 0,0-1 0,0 0 0,-10 10 0,-11 20 0,-38 69 0,25-38 0,32-55 0,0 0 0,-1 0 0,-1-1 0,0 0 0,0 0 0,-1-1 0,-22 20 0,23-25-151,0 1-1,-1-1 0,0-1 0,-1 0 1,1 0-1,-1-1 0,0-1 1,-21 7-1,12-7-6674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2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0 316 24575,'1'-1'0,"-1"0"0,1 0 0,-1 0 0,1 0 0,-1 0 0,1 1 0,0-1 0,-1 0 0,1 0 0,0 1 0,-1-1 0,1 1 0,0-1 0,0 0 0,0 1 0,0 0 0,0-1 0,0 1 0,0-1 0,1 1 0,24-9 0,-22 8 0,185-49 0,-138 37-160,0 2 0,73-5-1,-2 0-26,-72 10 187,-38 6 0,0-1 0,0-1 0,0 0 0,-1 0 0,1-1 0,13-6 0,-2 1 60,0 0-1,1 2 1,-1 0-1,38-3 1,-40 7-7,-1-1-1,1-1 1,-1-1 0,0 0 0,0-2 0,34-16 0,-30 10-280,0 2-1,1 0 1,1 1-1,0 2 1,53-10-1,-59 15-6598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4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24575,'3'0'0,"4"0"0,3 0 0,4 0 0,5 0 0,-1-6 0,0-2 0,0 1 0,-1 1 0,3 2 0,-2-2 0,0 0 0,-5 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4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24575,'45'-2'0,"50"-8"0,-83 8 0,79-2 0,-69 4 0,0-1 0,0 0 0,0-2 0,23-6 0,80-14 122,-4 0-1609,-108 19-5339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5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648 1371 24575,'-2'-1'0,"0"0"0,-1 0 0,1 0 0,0 0 0,0 0 0,0 0 0,0-1 0,0 1 0,0-1 0,0 1 0,-2-4 0,-9-5 0,-52-23 10,48 25-182,0 0-1,0-1 0,1 0 0,-17-15 1,-35-29 88,33 27 69,-47-46-1,7-20 710,49 58-420,12 16-274,5 9 0,2-1 0,-1-1 0,1 0 0,1 0 0,0 0 0,-7-18 0,-15-33 0,20 48 0,2-1 0,-1 1 0,2-1 0,-5-20 0,-1-39 0,3 0 0,4-121 0,4 166 0,0 22 0,0 1 0,0-1 0,1 0 0,0 0 0,0 1 0,1-1 0,0 1 0,0-1 0,0 1 0,1-1 0,0 1 0,0 0 0,1 1 0,6-10 0,3-5 0,-9 13 0,-1 1 0,1 0 0,1 0 0,-1 0 0,1 1 0,0-1 0,1 1 0,9-7 0,19-11 0,-16 10 0,1 0 0,0 1 0,1 1 0,1 1 0,-1 1 0,34-11 0,3 4 0,-42 10 0,1 1 0,0 1 0,0 1 0,28-3 0,-28 6 0,33-3 0,1 3 0,54 7 0,-91-4 0,0 1 0,-1 0 0,0 1 0,0 0 0,0 0 0,0 2 0,-1-1 0,0 1 0,-1 1 0,19 16 0,-17-14 0,25 22 0,-1 3 0,-2 1 0,-2 1 0,36 53 0,-44-55 0,22 41 0,-27-41 0,-1 1 0,22 62 0,-3-5 0,-25-63 0,-4-4 0,-1-1 0,-1 1 0,-2 0 0,0 0 0,-2 1 0,-1 29 0,-1-28 0,0 0 0,-2-1 0,0 1 0,-10 39 0,10-59 0,-1 0 0,0-1 0,0 1 0,0 0 0,-1-1 0,0 0 0,0 0 0,-1 0 0,0 0 0,0-1 0,-1 1 0,1-2 0,-1 1 0,-1 0 0,1-1 0,-1 0 0,0-1 0,0 0 0,-11 5 0,-9 2 0,-54 13 0,37-9 0,36-11 0,-1-1 0,-1 0 0,1 0 0,0-1 0,-11 2 0,-170-3 0,96-2 0,19-7-211,56 5-943,-3 0-5672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6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249 286 24575,'-2'-4'0,"1"0"0,-1-1 0,0 1 0,0 0 0,-1 0 0,1 0 0,-1 1 0,0-1 0,0 0 0,-5-4 0,-7-9 0,10 9 0,0 0 0,1 1 0,0-1 0,0-1 0,0 1 0,1 0 0,1-1 0,-1 0 0,1 0 0,-1-14 0,3 20 0,0 0 0,0 0 0,0 0 0,1 0 0,-1 0 0,1 0 0,-1 0 0,1 0 0,0 1 0,0-1 0,1 0 0,-1 0 0,0 1 0,1-1 0,0 1 0,-1 0 0,1-1 0,0 1 0,0 0 0,1 0 0,-1 0 0,0 0 0,1 0 0,-1 1 0,1-1 0,-1 1 0,1 0 0,0-1 0,-1 1 0,1 0 0,0 1 0,0-1 0,0 0 0,0 1 0,4 0 0,9-3 0,0 1 0,0 1 0,-1 1 0,1 0 0,26 5 0,-37-5 0,-1 1 0,0 0 0,0 0 0,1 0 0,-1 1 0,0 0 0,0-1 0,-1 1 0,1 1 0,0-1 0,-1 0 0,1 1 0,-1 0 0,0 0 0,0 0 0,0 0 0,0 0 0,0 1 0,-1-1 0,0 1 0,1 0 0,-1 0 0,-1 0 0,1 0 0,1 6 0,13 31 0,-11-28 0,0-1 0,6 24 0,-11-33 0,1 0 0,-1 0 0,1 0 0,-1 0 0,0-1 0,0 1 0,0 0 0,-1 0 0,1 0 0,-1 0 0,1 0 0,-1-1 0,0 1 0,0 0 0,0 0 0,-1-1 0,1 1 0,-2 2 0,0-3 0,1 0 0,0 0 0,-1-1 0,1 1 0,-1 0 0,1-1 0,-1 0 0,0 1 0,0-1 0,1 0 0,-1 0 0,0-1 0,0 1 0,0-1 0,0 1 0,0-1 0,0 0 0,0 0 0,-5-1 0,2 1 0,-1-1 0,0 0 0,1-1 0,-1 1 0,1-1 0,0 0 0,-11-6 0,10 4 0,0-1 0,0 0 0,1 0 0,0-1 0,0 0 0,1 0 0,0 0 0,0-1 0,0 1 0,-6-13 0,-2-2 0,2 8 0,-5-10 0,18 14 0,15 4 0,-2 3 0,1 2 0,-1-1 0,1 2 0,-1 0 0,22 5 0,-29-4 0,0 1 0,1-1 0,-1 1 0,0 1 0,-1-1 0,1 2 0,-1-1 0,1 1 0,-1 0 0,-1 0 0,10 9 0,-13-10 0,0 0 0,0 1 0,0-1 0,0 0 0,-1 1 0,0 0 0,0 0 0,0 0 0,0 0 0,-1 0 0,0 0 0,0 0 0,0 0 0,-1 0 0,1 0 0,-2 6 0,1-8 0,0 0 0,0 0 0,0 0 0,-1-1 0,0 1 0,1 0 0,-1-1 0,0 1 0,0 0 0,-1-1 0,1 1 0,0-1 0,-1 1 0,0-1 0,1 0 0,-1 0 0,0 0 0,0 0 0,0 0 0,0 0 0,-1 0 0,1-1 0,0 1 0,-1-1 0,1 0 0,-1 1 0,0-1 0,1-1 0,-1 1 0,-4 1 0,-21 1 0,1-2 0,0 0 0,-27-4 0,-10 0 0,51 3 0,-1 0 0,0-1 0,0-1 0,1-1 0,-1 0 0,1 0 0,-1-1 0,1-1 0,-22-11 0,29 12 0,1 0 0,-1 0 0,1 0 0,-1 0 0,1-1 0,0 0 0,1 0 0,-1 0 0,1-1 0,0 0 0,1 1 0,-1-1 0,1-1 0,0 1 0,1 0 0,-1-1 0,1 1 0,1-1 0,-1 0 0,1 0 0,0-8 0,-1-7 60,2-39 0,1 55-184,-1-1 0,1 1 1,1 0-1,-1 0 0,1 0 0,0 0 1,0 1-1,1-1 0,-1 1 0,2-1 1,3-5-1,3-1-6702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2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208 314 24575,'-4'-1'0,"1"0"0,-1 0 0,0-1 0,1 1 0,0-1 0,-1 0 0,-4-3 0,-7-3 0,3 1 0,1 0 0,-1 0 0,2-1 0,-1 0 0,1-1 0,0 0 0,1-1 0,0 0 0,0 0 0,1-1 0,1 0 0,-9-15 0,10 11 0,1 1 0,-5-25 0,8 34 0,1 0 0,0 0 0,1 0 0,-1-1 0,1 1 0,0 0 0,0 0 0,1 0 0,0-1 0,-1 1 0,3-6 0,-2 10 0,-1 0 0,1 0 0,-1-1 0,1 1 0,0 0 0,0 0 0,0 0 0,0-1 0,0 1 0,0 0 0,0 1 0,0-1 0,0 0 0,0 0 0,0 0 0,1 1 0,-1-1 0,0 0 0,1 1 0,-1-1 0,0 1 0,1 0 0,-1-1 0,1 1 0,-1 0 0,0 0 0,1 0 0,-1 0 0,1 0 0,-1 0 0,1 0 0,-1 0 0,0 1 0,1-1 0,-1 1 0,0-1 0,1 1 0,-1-1 0,0 1 0,1 0 0,-1 0 0,0-1 0,0 1 0,0 0 0,2 2 0,2 1 0,0 0 0,0 1 0,0 0 0,0 0 0,-1 0 0,0 0 0,0 1 0,5 8 0,-7-9 0,0 1 0,0-1 0,0 0 0,-1 1 0,0-1 0,0 1 0,0 0 0,-1-1 0,1 1 0,-1 0 0,-1-1 0,1 1 0,-1 0 0,-1 5 0,1-8 0,0 0 0,0-1 0,0 1 0,-1-1 0,1 1 0,-1-1 0,1 1 0,-1-1 0,0 0 0,0 0 0,0 0 0,0 0 0,0 0 0,0 0 0,0-1 0,-1 1 0,1-1 0,-1 1 0,1-1 0,-1 0 0,0 0 0,1 0 0,-1 0 0,0-1 0,0 1 0,0-1 0,1 1 0,-1-1 0,-5 0 0,7 0 0,0 0 0,-1-1 0,1 1 0,0 0 0,0 0 0,0 0 0,0-1 0,0 1 0,0 0 0,0-1 0,0 1 0,0-1 0,0 1 0,0-1 0,0 0 0,0 1 0,0-1 0,0 0 0,1 0 0,-1 1 0,0-1 0,1 0 0,-1 0 0,0 0 0,1 0 0,-1 0 0,1 0 0,-1 0 0,1 0 0,0 0 0,-1 0 0,1 0 0,0-3 0,0 3 0,-1-1 0,1 0 0,0 0 0,1 0 0,-1 1 0,0-1 0,0 0 0,1 0 0,-1 0 0,1 1 0,0-1 0,-1 0 0,1 1 0,0-1 0,0 1 0,0-1 0,0 1 0,0-1 0,3-1 0,-4 2 0,1 1 0,-1-1 0,1 1 0,-1 0 0,1 0 0,-1-1 0,1 1 0,-1 0 0,1 0 0,0 0 0,-1-1 0,1 1 0,-1 0 0,1 0 0,0 0 0,-1 0 0,1 0 0,0 0 0,-1 0 0,1 1 0,-1-1 0,1 0 0,0 0 0,-1 0 0,1 1 0,-1-1 0,1 0 0,-1 1 0,1-1 0,-1 0 0,1 1 0,-1-1 0,1 0 0,-1 1 0,1-1 0,-1 1 0,0-1 0,1 1 0,-1-1 0,0 1 0,0 0 0,1-1 0,-1 1 0,0-1 0,0 1 0,1 0 0,8 28 0,-6 15 0,-3-40 0,0-6 0,1-22 0,-1 22 0,0 1 0,1-1 0,-1 0 0,0 1 0,1-1 0,-1 0 0,1 1 0,-1-1 0,1 1 0,0-1 0,0 1 0,-1-1 0,1 1 0,0 0 0,0-1 0,1 1 0,-1 0 0,0 0 0,0 0 0,1 0 0,-1 0 0,0 0 0,1 0 0,-1 0 0,1 0 0,-1 1 0,1-1 0,-1 1 0,1-1 0,0 1 0,-1-1 0,1 1 0,0 0 0,-1 0 0,1 0 0,0 0 0,-1 0 0,1 0 0,0 1 0,-1-1 0,1 0 0,0 1 0,-1-1 0,1 1 0,-1 0 0,1-1 0,-1 1 0,1 0 0,-1 0 0,0 0 0,1 0 0,-1 0 0,0 0 0,0 1 0,0-1 0,2 3 0,-2-4 0,-1 1 0,1 0 0,-1 0 0,0 0 0,1-1 0,-1 1 0,0 0 0,0 0 0,1 0 0,-1 0 0,0 0 0,0-1 0,0 1 0,0 0 0,0 0 0,0 0 0,0 0 0,-1 0 0,1 0 0,0-1 0,0 1 0,-1 0 0,1 0 0,0 0 0,-1-1 0,1 1 0,-1 0 0,1 0 0,-1-1 0,1 1 0,-1 0 0,0-1 0,1 1 0,-1-1 0,0 1 0,1-1 0,-1 1 0,0-1 0,0 1 0,1-1 0,-1 0 0,0 1 0,0-1 0,-1 0 0,1 1 0,0-1 0,-1 0 0,1 0 0,0 0 0,-1 0 0,1 0 0,0 0 0,-1 0 0,1 0 0,0-1 0,-1 1 0,1 0 0,0-1 0,0 1 0,0-1 0,-1 1 0,1-1 0,0 0 0,0 0 0,0 1 0,0-1 0,0 0 0,0 0 0,0 0 0,0 0 0,0 0 0,1 0 0,-1 0 0,0 0 0,1-1 0,-1 1 0,1 0 0,-1-2 0,-5-46 0,5 42 0,2 26 0,0 9-100,0-8-216,-1 0 0,0 0-1,-5 24 1,2-29-6510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0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145 442 24575,'-2'-1'0,"0"1"0,0-1 0,-1 0 0,1 1 0,0-1 0,0 0 0,0 0 0,0 0 0,0-1 0,0 1 0,0 0 0,0-1 0,-2-2 0,-26-29 0,18 20 0,4 2 0,0 0 0,0 0 0,2-1 0,-1 0 0,1 0 0,-6-19 0,8 16 0,0 1 0,1-1 0,1 0 0,0 0 0,1-1 0,0 1 0,1 0 0,1 0 0,1-1 0,0 1 0,6-21 0,-7 32 0,1-1 0,0 1 0,1 0 0,-1 0 0,1 0 0,-1 0 0,1 1 0,0-1 0,1 1 0,-1 0 0,0-1 0,1 1 0,0 1 0,0-1 0,0 1 0,0-1 0,0 1 0,0 0 0,1 1 0,-1-1 0,1 1 0,-1 0 0,6-1 0,11-1 0,1 1 0,0 0 0,39 4 0,-24-1 0,-32 0 0,1-1 0,0 1 0,-1 0 0,1 0 0,-1 1 0,1-1 0,-1 1 0,0 1 0,0-1 0,0 1 0,0-1 0,0 2 0,0-1 0,-1 0 0,1 1 0,-1 0 0,0 0 0,0 0 0,-1 0 0,1 1 0,-1 0 0,4 7 0,-1-2 0,-1 1 0,0 0 0,-1 1 0,-1-1 0,1 1 0,-2 0 0,1-1 0,-2 1 0,1 20 0,-1-3 0,0-13 0,-1-1 0,-1 1 0,-3 22 0,4-34 0,-2 0 0,1 1 0,0-1 0,-1 0 0,1 0 0,-1 0 0,-1 0 0,1 0 0,0-1 0,-1 1 0,0-1 0,0 1 0,0-1 0,0 0 0,0 0 0,-6 4 0,-4 1 0,0-1 0,0 0 0,-1-1 0,-17 6 0,22-10 0,1 1 0,-1-1 0,0 0 0,0-1 0,0 0 0,1-1 0,-1 1 0,-12-3 0,18 1 0,0 0 0,-1 0 0,1 0 0,0-1 0,1 0 0,-1 1 0,0-1 0,0 0 0,1 0 0,-1-1 0,1 1 0,0 0 0,0-1 0,-3-3 0,-28-44 0,26 36 0,-1 0 0,1 0 0,0 0 0,1-1 0,1 1 0,0-2 0,1 1 0,1 0 0,1-1 0,0 1 0,0-1 0,2 0 0,0 1 0,3-21 0,-2 31 0,0 0 0,0 0 0,1 1 0,0-1 0,0 1 0,0-1 0,0 1 0,1 0 0,-1 0 0,1 0 0,0 0 0,0 1 0,1-1 0,-1 1 0,1 0 0,0-1 0,-1 2 0,2-1 0,-1 0 0,0 1 0,0 0 0,8-3 0,-9 4 0,0 0 0,0 1 0,0-1 0,0 1 0,0 0 0,1 0 0,-1 0 0,0 0 0,0 0 0,0 1 0,0-1 0,0 1 0,0 0 0,0 0 0,-1 0 0,1 0 0,0 1 0,0-1 0,-1 1 0,1-1 0,-1 1 0,1 0 0,-1 0 0,0 0 0,0 0 0,0 1 0,0-1 0,0 1 0,0-1 0,0 1 0,-1-1 0,0 1 0,1 0 0,-1 0 0,0 0 0,0 3 0,13 34 0,14 69 0,-25-91 0,0-1 0,-2 1 0,0-1 0,-1 1 0,-1-1 0,-5 32 0,6-46 0,0-1 0,-1 0 0,0 1 0,1-1 0,-1 0 0,0 0 0,0 0 0,0 0 0,0 0 0,-1 0 0,1 0 0,-1 0 0,1 0 0,-1 0 0,1-1 0,-1 1 0,0-1 0,0 1 0,0-1 0,0 0 0,-3 2 0,1-2 0,1 0 0,-1 0 0,0 0 0,1-1 0,-1 0 0,0 1 0,0-1 0,1-1 0,-1 1 0,0-1 0,0 1 0,-4-3 0,-4 0 0,1-1 0,0-1 0,0 0 0,0-1 0,1 0 0,0 0 0,-16-13 0,22 14 0,0 0 0,0 0 0,0 0 0,0-1 0,1 1 0,0-1 0,0 0 0,0 0 0,1 0 0,0 0 0,0 0 0,0 0 0,1-1 0,0 1 0,0-1 0,1 1 0,0-1 0,0 1 0,0-1 0,1 1 0,0 0 0,0-1 0,1 1 0,4-12 0,-4 15 0,-1 0 0,1 1 0,0 0 0,0-1 0,1 1 0,-1 0 0,0 0 0,1 0 0,-1 0 0,1 1 0,0-1 0,-1 1 0,1-1 0,0 1 0,0 0 0,0 0 0,0 0 0,0 0 0,0 1 0,0-1 0,0 1 0,0 0 0,0 0 0,1 0 0,3 1 0,-2-1 0,0 1 0,0-1 0,0 1 0,0 1 0,0-1 0,0 0 0,-1 1 0,1 0 0,0 0 0,-1 1 0,0-1 0,1 1 0,-1 0 0,7 6 0,-8-5 0,-1 0 0,1 0 0,-1 0 0,0 0 0,0 1 0,0-1 0,-1 1 0,1-1 0,-1 1 0,0-1 0,0 10 0,-2 55 0,0-45 0,1-22 0,0-1 0,0 1 0,0-1 0,0 0 0,0 1 0,0-1 0,0 0 0,-1 1 0,1-1 0,-1 0 0,1 1 0,-1-1 0,1 0 0,-1 1 0,0-1 0,1 0 0,-1 0 0,-1 2 0,1-3 0,0 0 0,1 0 0,-1 1 0,0-1 0,0 0 0,1 0 0,-1 0 0,0 0 0,1 0 0,-1 0 0,0 0 0,0 0 0,1 0 0,-1 0 0,0 0 0,0 0 0,1-1 0,-1 1 0,0 0 0,1 0 0,-1-1 0,1 1 0,-1 0 0,-1-2 0,-1 0 0,0-1 0,-1 0 0,1 0 0,0 0 0,0 0 0,1 0 0,-1-1 0,1 1 0,0-1 0,-3-5 0,1-3 0,1 1 0,0-1 0,1 1 0,0-1 0,1 0 0,0 1 0,1-18 0,0 24 0,0-1 0,1 1 0,-1 0 0,1 0 0,0-1 0,1 1 0,-1 0 0,1 0 0,0 0 0,0 0 0,1 1 0,-1-1 0,1 1 0,0-1 0,0 1 0,1 0 0,-1 0 0,6-5 0,-6 7 0,0 1 0,-1-1 0,1 1 0,0-1 0,-1 1 0,1 0 0,0 0 0,0 0 0,0 0 0,0 1 0,0-1 0,0 1 0,0 0 0,0 0 0,0 0 0,0 0 0,0 0 0,0 1 0,0-1 0,0 1 0,0 0 0,0 0 0,0 0 0,0 0 0,0 1 0,-1-1 0,1 1 0,-1 0 0,6 3 0,-4 0 0,0-1 0,1 0 0,-2 1 0,1 0 0,0 0 0,-1 0 0,0 1 0,0-1 0,-1 1 0,1-1 0,-1 1 0,0 0 0,-1 0 0,2 7 0,-2-1 0,0 1 0,0 0 0,-1 0 0,-3 24 0,3-34 0,-1 0 0,0-1 0,1 1 0,-1-1 0,0 1 0,0-1 0,0 0 0,-1 1 0,1-1 0,0 0 0,-1 0 0,0 1 0,-2 2 0,2-5 0,1 1 0,-1 0 0,1 0 0,-1 0 0,1-1 0,-1 1 0,0-1 0,1 1 0,-1-1 0,0 0 0,1 0 0,-1 0 0,0 0 0,0 0 0,1 0 0,-1 0 0,0 0 0,1-1 0,-1 1 0,0 0 0,1-1 0,-1 0 0,-2-1 0,2 1 0,-1-1 0,0 0 0,1 0 0,-1 0 0,1 0 0,0 0 0,0-1 0,0 1 0,0-1 0,0 1 0,1-1 0,-1 0 0,1 0 0,-1 0 0,1 0 0,0 0 0,-1-5 0,-1-4 0,1 0 0,0 0 0,-1-15 0,3 25 0,-1-12 0,0 1 0,2-1 0,-1 1 0,2 0 0,2-16 0,-3 27 0,-1 0 0,1 0 0,-1 0 0,1 0 0,0 0 0,0 0 0,0 0 0,0 1 0,0-1 0,0 0 0,0 1 0,1-1 0,-1 1 0,1-1 0,-1 1 0,1-1 0,-1 1 0,1 0 0,0 0 0,-1 0 0,1 0 0,0 0 0,0 0 0,0 1 0,0-1 0,0 1 0,0-1 0,0 1 0,0 0 0,0-1 0,0 1 0,0 0 0,0 1 0,0-1 0,0 0 0,0 0 0,0 1 0,0-1 0,0 1 0,0 0 0,0-1 0,0 1 0,2 2 0,0-1 0,0 1 0,-1 0 0,1-1 0,-1 2 0,0-1 0,0 0 0,0 0 0,0 1 0,-1 0 0,1 0 0,-1-1 0,3 9 0,-2-7 0,-1 0 0,1 0 0,-1 0 0,-1 0 0,1 1 0,-1-1 0,0 1 0,0-1 0,0 12 0,-2-15 0,1 0 0,-1 0 0,0 0 0,1 0 0,-1 0 0,0 0 0,0 0 0,0 0 0,0 0 0,-1 0 0,1 0 0,0-1 0,-1 1 0,0 0 0,1-1 0,-1 1 0,0-1 0,1 0 0,-1 0 0,0 1 0,0-1 0,0 0 0,0-1 0,0 1 0,-1 0 0,1-1 0,0 1 0,0-1 0,0 1 0,0-1 0,-1 0 0,1 0 0,0 0 0,0 0 0,-3-1 0,-3 0 0,0 0 0,0 0 0,0-1 0,0 0 0,0-1 0,1 1 0,0-2 0,-11-4 0,-1-6 0,1 0 0,0-2 0,0 0 0,2 0 0,0-2 0,1 0 0,-13-21 0,27 38 0,0-1 0,0 1 0,0 0 0,0-1 0,0 0 0,1 1 0,-1-1 0,0 1 0,1-1 0,-1 0 0,1 1 0,0-1 0,-1 0 0,1 0 0,0 1 0,0-1 0,0-3 0,1 4 0,-1 0 0,0 0 0,1 1 0,-1-1 0,1 0 0,-1 0 0,1 0 0,0 1 0,-1-1 0,1 0 0,0 1 0,-1-1 0,1 1 0,0-1 0,0 1 0,0-1 0,-1 1 0,1-1 0,0 1 0,0 0 0,0 0 0,0-1 0,2 1 0,0 0 0,0-1 0,0 1 0,1 0 0,-1 1 0,0-1 0,0 1 0,1-1 0,-1 1 0,0 0 0,0 0 0,0 0 0,0 1 0,0-1 0,0 1 0,0-1 0,0 1 0,-1 0 0,4 3 0,7 8 0,-2 1 0,18 24 0,-26-33 0,1 1 0,-1 0 0,0 0 0,0 1 0,0-1 0,-1 0 0,0 1 0,0 0 0,-1-1 0,1 8 0,-2-12 0,0-1 0,0 1 0,0-1 0,0 1 0,0-1 0,0 1 0,-1-1 0,1 1 0,-1-1 0,1 1 0,-1-1 0,1 0 0,-1 1 0,-1 0 0,2-1 0,-1-1 0,1 1 0,-1-1 0,1 1 0,-1-1 0,1 1 0,-1-1 0,1 0 0,-1 1 0,0-1 0,1 0 0,-1 0 0,0 1 0,1-1 0,-1 0 0,0 0 0,1 0 0,-1 0 0,0 0 0,1 0 0,-2 0 0,-1-1 0,1 1 0,0-1 0,0 0 0,0 0 0,0 0 0,0 0 0,0 0 0,0 0 0,1-1 0,-1 1 0,0-1 0,1 1 0,-1-1 0,1 1 0,-1-1 0,1 0 0,-2-2 0,-1-3 0,0 0 0,1-1 0,-1 1 0,1-1 0,1 0 0,-1 0 0,1 0 0,1 0 0,-2-14 0,3 20 0,0 0 0,0 0 0,1 0 0,-1 0 0,0-1 0,1 1 0,0 0 0,-1 0 0,1 0 0,0 0 0,0 0 0,0 1 0,0-1 0,0 0 0,1 0 0,1-2 0,-1 2 0,1 1 0,-1-1 0,0 1 0,1 0 0,-1-1 0,1 1 0,0 0 0,-1 1 0,1-1 0,0 0 0,-1 1 0,1-1 0,0 1 0,0 0 0,-1 0 0,4 0 0,-3 1 0,0-1 0,0 1 0,0 0 0,0 0 0,0 0 0,0 1 0,0-1 0,0 0 0,0 1 0,-1 0 0,1 0 0,-1 0 0,0 0 0,1 0 0,-1 0 0,0 1 0,0-1 0,0 1 0,0-1 0,-1 1 0,1 0 0,-1-1 0,0 1 0,2 5 0,1 3 0,0 0 0,-1 0 0,0 0 0,-1 0 0,1 18 0,-2-23 0,-1 1 0,0 0 0,0 0 0,-1 0 0,0 0 0,0 0 0,-3 11 0,3-16 0,0 0 0,0 0 0,0 0 0,-1 0 0,1 0 0,0 0 0,-1-1 0,1 1 0,-1-1 0,0 1 0,1-1 0,-1 1 0,0-1 0,0 0 0,0 0 0,0 0 0,0 0 0,0 0 0,0 0 0,0-1 0,0 1 0,-1-1 0,1 1 0,0-1 0,0 0 0,0 0 0,-4 0 0,0-1 0,0 1 0,1-1 0,-1-1 0,0 1 0,1-1 0,-1 0 0,1 0 0,0-1 0,0 1 0,-1-1 0,2-1 0,-1 1 0,0 0 0,-4-6 0,6 7 0,0-1 0,0 1 0,1-1 0,-1 0 0,1 0 0,0 0 0,-1 0 0,2 0 0,-1-1 0,0 1 0,0 0 0,1-1 0,0 0 0,0 1 0,0-1 0,0 0 0,1 1 0,-1-1 0,1 0 0,0 0 0,0 0 0,1-5 0,0 7 0,-1 1 0,1-1 0,0 0 0,0 1 0,0 0 0,0-1 0,0 1 0,0 0 0,0-1 0,1 1 0,-1 0 0,0 0 0,1 0 0,-1 0 0,1 0 0,-1 0 0,1 1 0,-1-1 0,1 0 0,0 1 0,-1-1 0,1 1 0,0 0 0,-1 0 0,1-1 0,0 1 0,0 0 0,-1 0 0,1 0 0,2 1 0,-2-1 0,1 0 0,-1 1 0,0-1 0,0 0 0,1 1 0,-1-1 0,0 1 0,0 0 0,0 0 0,0 0 0,0 0 0,0 0 0,0 0 0,0 1 0,0-1 0,-1 0 0,1 1 0,0 0 0,-1-1 0,1 1 0,-1 0 0,2 3 0,-3-5-50,0 1-1,1-1 1,-1 1-1,0-1 0,0 1 1,0-1-1,0 1 1,0 0-1,0-1 1,0 1-1,0-1 0,0 1 1,0-1-1,0 1 1,0 0-1,0-1 1,-1 1-1,1-1 0,0 1 1,0-1-1,-1 1 1,1-1-1,0 1 1,0-1-1,-1 1 1,0 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3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300 421 24575,'-6'-2'0,"0"0"0,0 0 0,1-1 0,0 1 0,-1-1 0,1 0 0,0-1 0,0 1 0,-8-9 0,-5-2 0,-7-5 0,0-1 0,-41-46 0,9 9 0,53 52 0,-1 0 0,1 0 0,0-1 0,0 1 0,0-1 0,1 0 0,0 0 0,0-1 0,0 1 0,1-1 0,-2-9 0,3 14 0,1 0 0,-1 1 0,1-1 0,0 0 0,0 0 0,0 0 0,0 0 0,0 0 0,0 0 0,0 0 0,1 0 0,-1 0 0,1 0 0,-1 0 0,1 0 0,0 0 0,0 0 0,-1 1 0,2-1 0,-1 0 0,0 1 0,0-1 0,0 1 0,1-1 0,-1 1 0,1-1 0,-1 1 0,1 0 0,-1 0 0,1 0 0,0 0 0,0 0 0,-1 0 0,1 0 0,0 1 0,0-1 0,0 1 0,0-1 0,0 1 0,0 0 0,4 0 0,-4-1 0,1 1 0,0 0 0,0 0 0,0 0 0,0 1 0,-1-1 0,1 1 0,0-1 0,-1 1 0,1 0 0,0 0 0,-1 0 0,1 0 0,-1 1 0,1-1 0,-1 1 0,4 3 0,-3-2 0,1 1 0,-1 0 0,0 0 0,0 0 0,-1 0 0,1 0 0,-1 1 0,0-1 0,2 7 0,0 2 0,-1 0 0,0 0 0,-1 0 0,-1 0 0,0 0 0,-1 23 0,0-34 0,0 0 0,0 1 0,-1-1 0,1 0 0,0 0 0,-1 0 0,1 0 0,-1 0 0,0 0 0,1 0 0,-1 0 0,0 0 0,0 0 0,0-1 0,-1 1 0,1 0 0,0 0 0,-1-1 0,1 1 0,-1-1 0,0 0 0,1 1 0,-1-1 0,0 0 0,0 0 0,1 0 0,-1 0 0,0 0 0,0 0 0,0-1 0,0 1 0,-1-1 0,1 1 0,0-1 0,0 0 0,0 0 0,0 0 0,0 0 0,0 0 0,-1 0 0,1-1 0,0 1 0,-2-1 0,0 0 0,0-1 0,-1 1 0,1-1 0,0 1 0,0-1 0,0 0 0,1-1 0,-1 1 0,1-1 0,-1 1 0,1-1 0,0 0 0,0-1 0,0 1 0,0 0 0,0-1 0,1 1 0,0-1 0,-1 0 0,-1-7 0,2 8 0,1-1 0,1 1 0,-1-1 0,0 1 0,1-1 0,0 1 0,0-1 0,0 1 0,0-1 0,1 1 0,-1-1 0,1 1 0,0-1 0,0 1 0,0 0 0,0-1 0,1 1 0,-1 0 0,1 0 0,0 0 0,0 0 0,0 0 0,0 0 0,0 1 0,1-1 0,-1 1 0,1-1 0,0 1 0,0 0 0,0 0 0,6-3 0,-6 4 0,1-1 0,0 1 0,0 0 0,0 0 0,0 0 0,-1 1 0,1-1 0,0 1 0,0 0 0,0 0 0,0 1 0,0-1 0,0 1 0,0-1 0,0 1 0,0 1 0,0-1 0,-1 0 0,1 1 0,0 0 0,-1 0 0,0 0 0,1 0 0,-1 1 0,0-1 0,0 1 0,0 0 0,4 4 0,1 3 0,0 1 0,0 0 0,-1 0 0,9 20 0,-14-29 0,-1 1 0,-1-1 0,1 1 0,0-1 0,-1 1 0,1-1 0,-1 1 0,0-1 0,1 1 0,-1-1 0,-1 1 0,1 0 0,-1 3 0,0-4 0,1-1 0,-1 1 0,0-1 0,0 1 0,0-1 0,0 0 0,0 1 0,0-1 0,-1 0 0,1 0 0,0 0 0,0 0 0,-1 0 0,1 0 0,-1 0 0,1-1 0,-1 1 0,1 0 0,-1-1 0,0 1 0,1-1 0,-1 0 0,-2 1 0,1-1 0,0 1 0,0-1 0,0 0 0,0 0 0,0 0 0,0 0 0,0-1 0,0 1 0,0-1 0,1 0 0,-1 0 0,0 0 0,0 0 0,1 0 0,-1 0 0,0-1 0,1 1 0,-1-1 0,1 0 0,0 0 0,0 0 0,0 0 0,0 0 0,-4-5 0,-1-3 0,1-2 0,-1 1 0,2-1 0,-7-18 0,-2-2 0,12 27 0,0 0 0,0 1 0,0-1 0,1 0 0,-1 0 0,1 0 0,0 0 0,1 0 0,-1 0 0,1-1 0,0 1 0,0 0 0,1 0 0,0 0 0,0 0 0,1-6 0,0 7 0,-1 1 0,1 0 0,0 0 0,0 0 0,0 0 0,1 0 0,-1 0 0,1 1 0,-1-1 0,1 1 0,0-1 0,0 1 0,0 0 0,0 0 0,0 1 0,0-1 0,1 1 0,-1-1 0,1 1 0,-1 0 0,1 0 0,-1 0 0,6 0 0,7-1 0,-1 1 0,0 0 0,1 1 0,-1 1 0,0 0 0,1 1 0,-1 0 0,0 2 0,20 6 0,-28-7 0,0-1 0,-1 1 0,1 1 0,-1-1 0,0 1 0,0 0 0,0 0 0,-1 1 0,0 0 0,1 0 0,-2 0 0,1 0 0,-1 1 0,1 0 0,-1 0 0,-1 0 0,0 0 0,1 1 0,-2 0 0,1-1 0,-1 1 0,2 9 0,0 4 0,-1-7 0,0 1 0,-1-1 0,0 1 0,-2 0 0,0 22 0,0-32 0,-1-1 0,0 0 0,0 0 0,0 0 0,0 0 0,0 0 0,0 0 0,-1 0 0,1 0 0,-1 0 0,0-1 0,0 1 0,0 0 0,0-1 0,-1 0 0,1 1 0,0-1 0,-1 0 0,0 0 0,1-1 0,-1 1 0,0 0 0,0-1 0,0 0 0,0 0 0,0 0 0,-1 0 0,1 0 0,-5 0 0,-7 2 0,0-1 0,1-1 0,-1 0 0,0-1 0,0-1 0,-30-5 0,37 5 0,-1-2 0,0 1 0,1-2 0,-1 1 0,1-1 0,0 0 0,0 0 0,0-1 0,1 0 0,0-1 0,0 0 0,-10-10 0,10 8 0,0 0 0,1-1 0,0 0 0,1 0 0,0 0 0,0-1 0,1 0 0,0 1 0,1-1 0,0-1 0,0 1 0,1 0 0,-1-15 0,3 20 0,0 0 0,0 0 0,1 0 0,-1 1 0,1-1 0,0 0 0,0 0 0,1 1 0,-1-1 0,1 1 0,0-1 0,1 1 0,-1 0 0,1-1 0,-1 1 0,1 1 0,0-1 0,1 0 0,-1 1 0,1-1 0,-1 1 0,1 0 0,0 0 0,0 1 0,0-1 0,1 1 0,-1 0 0,1 0 0,-1 0 0,9-1 0,7-3 0,-1 1 0,1 1 0,0 1 0,0 0 0,0 2 0,28 1 0,-42 1 0,-1 0 0,0 1 0,0 0 0,0 0 0,0 0 0,-1 1 0,1 0 0,-1 0 0,1 0 0,-1 0 0,0 1 0,0-1 0,0 1 0,-1 0 0,0 0 0,1 1 0,-1-1 0,-1 1 0,1-1 0,-1 1 0,1 0 0,-1 0 0,-1 0 0,1 0 0,-1 0 0,0 1 0,0-1 0,0 0 0,-1 0 0,0 1 0,0-1 0,0 1 0,-1-1 0,1 0 0,-3 6 0,2-9 0,0 0 0,0 0 0,0-1 0,0 1 0,-1 0 0,1-1 0,-1 1 0,1-1 0,-1 0 0,0 1 0,1-1 0,-1 0 0,0 0 0,0 0 0,0 0 0,0 0 0,0 0 0,0-1 0,0 1 0,0-1 0,0 1 0,0-1 0,-3 0 0,-8 1 0,0 0 0,-22-3 0,17 1 0,12 1 0,0-1 0,0 1 0,0-1 0,0 0 0,0-1 0,0 0 0,0 1 0,-8-5 0,12 5 0,0-1 0,0 1 0,0 0 0,1-1 0,-1 1 0,0-1 0,1 1 0,-1-1 0,1 0 0,0 0 0,-1 0 0,1 1 0,0-1 0,0-1 0,0 1 0,0 0 0,1 0 0,-1 0 0,1 0 0,-1 0 0,1-1 0,0 1 0,0 0 0,0 0 0,0-1 0,0-2 0,0 4 0,0-1 0,0 1 0,0-1 0,1 1 0,-1-1 0,0 1 0,1 0 0,-1-1 0,1 1 0,-1 0 0,1-1 0,0 1 0,-1 0 0,1-1 0,0 1 0,0 0 0,0 0 0,0 0 0,0 0 0,0 0 0,0 0 0,0 0 0,0 0 0,1 1 0,-1-1 0,0 0 0,1 1 0,-1-1 0,0 1 0,1-1 0,-1 1 0,1-1 0,-1 1 0,0 0 0,1 0 0,2 0 0,-1 0 0,1 1 0,0-1 0,0 1 0,-1 0 0,1 0 0,-1 0 0,1 0 0,-1 1 0,1 0 0,-1-1 0,0 1 0,6 5 0,-9-7 0,8 6 0,-1 1 0,0 0 0,0 0 0,6 9 0,-12-15 0,0 0 0,-1 0 0,1 0 0,-1 0 0,1 0 0,-1 1 0,1-1 0,-1 0 0,0 0 0,1 0 0,-1 0 0,0 1 0,0-1 0,0 0 0,0 0 0,0 0 0,0 1 0,0 0 0,-1-1 0,0 0 0,1 0 0,-1 0 0,0 0 0,0 0 0,0 0 0,0 0 0,0 0 0,0-1 0,0 1 0,0 0 0,0-1 0,0 1 0,0-1 0,0 1 0,0-1 0,0 0 0,-1 1 0,1-1 0,0 0 0,0 0 0,-2 0 0,-20 2 0,14-2 0,1 1 0,0 0 0,-1 0 0,1 1 0,-14 4 0,21-5 0,-1-1 0,1 1 0,-1 0 0,1 0 0,0 0 0,0 0 0,-1 0 0,1 0 0,0 0 0,0 0 0,0 0 0,0 0 0,0 1 0,0-1 0,1 0 0,-1 1 0,0-1 0,1 1 0,-1-1 0,1 1 0,-1-1 0,1 1 0,-1-1 0,1 1 0,0-1 0,0 1 0,0-1 0,0 1 0,0 0 0,0-1 0,1 1 0,-1-1 0,1 1 0,-1-1 0,1 1 0,-1-1 0,2 2 0,6 21-119,-3-14 15,-1 0 0,-1-1 0,0 1 0,0 0 1,-1 1-1,0-1 0,-1 0 0,0 1 0,-1-1 1,0 1-1,-2 11 0,-2-8-6722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4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245 459 24575,'-6'-1'0,"0"0"0,0 0 0,1 0 0,-1-1 0,0 1 0,1-1 0,-1-1 0,1 1 0,0-1 0,0 0 0,0 0 0,0-1 0,0 1 0,1-1 0,0 0 0,-1-1 0,2 1 0,-1-1 0,0 1 0,-5-11 0,2 4 0,1-1 0,-1-1 0,2 1 0,0-1 0,1 1 0,0-1 0,0-1 0,-1-15 0,2-2 0,1-1 0,2 0 0,4-49 0,-3 77 0,0 0 0,0 0 0,1 0 0,-1 1 0,1-1 0,-1 0 0,1 1 0,1-1 0,-1 1 0,0 0 0,1-1 0,-1 1 0,1 0 0,0 1 0,0-1 0,0 0 0,1 1 0,-1 0 0,0 0 0,1 0 0,0 0 0,-1 0 0,1 1 0,0-1 0,0 1 0,0 0 0,6 0 0,7-2 0,0 1 0,1 1 0,0 0 0,33 4 0,-46-2 0,0 0 0,0 0 0,0 0 0,-1 1 0,1-1 0,0 1 0,0 1 0,-1-1 0,0 0 0,1 1 0,-1 0 0,0 0 0,0 0 0,0 1 0,-1-1 0,1 1 0,-1 0 0,5 7 0,2 7 0,0 0 0,0 0 0,8 28 0,8 15 0,-18-46 0,-1 1 0,0-1 0,-2 1 0,7 27 0,-10-34 0,-1-1 0,0 0 0,0 1 0,-1-1 0,0 0 0,0 1 0,-1-1 0,0 0 0,-1 0 0,0 1 0,-3 9 0,4-16 0,-1 0 0,1 0 0,0 0 0,-1 0 0,1 0 0,-1 0 0,0-1 0,1 1 0,-1-1 0,0 1 0,0-1 0,0 0 0,0 1 0,0-1 0,0 0 0,-1-1 0,1 1 0,0 0 0,0-1 0,-1 1 0,1-1 0,-4 1 0,-7 0 0,-1-1 0,-25-2 0,17 1 0,14 0 0,-5 2 0,0-1 0,0-1 0,0 0 0,0-1 0,0-1 0,0 0 0,1 0 0,-1-1 0,-18-9 0,15 4 0,-6-2 0,1-1 0,0 0 0,0-2 0,2-1 0,-1 0 0,-19-22 0,37 36 0,1-1 0,0 1 0,0 0 0,0-1 0,0 1 0,0-1 0,0 0 0,0 1 0,0-1 0,0 0 0,1 0 0,-1 0 0,1 1 0,-1-1 0,1 0 0,0 0 0,0 0 0,0 0 0,0 0 0,0 0 0,0-2 0,1 3 0,0-1 0,0 0 0,0 1 0,0-1 0,0 1 0,0-1 0,0 1 0,1-1 0,-1 1 0,1 0 0,-1-1 0,1 1 0,-1 0 0,1 0 0,-1 0 0,1 0 0,2 0 0,2-2 0,1 1 0,-1 0 0,1 0 0,0 1 0,-1 0 0,1 0 0,0 1 0,0 0 0,0 0 0,9 1 0,-2 3 0,-1 0 0,0 1 0,0 1 0,-1 0 0,1 0 0,-1 1 0,-1 1 0,1 0 0,-1 1 0,12 12 0,8 4 0,-27-21 0,0 0 0,0 0 0,-1 1 0,1-1 0,-1 1 0,0-1 0,0 1 0,-1 0 0,1 0 0,-1 0 0,0 1 0,0-1 0,-1 0 0,0 1 0,1 6 0,-1-10 0,-1 1 0,0-1 0,0 1 0,0-1 0,0 1 0,0 0 0,0-1 0,-1 1 0,1-1 0,-1 1 0,0-1 0,0 0 0,0 1 0,0-1 0,0 0 0,0 1 0,-1-1 0,1 0 0,-1 0 0,1 0 0,-1 0 0,0 0 0,0-1 0,0 1 0,0 0 0,0-1 0,0 0 0,0 1 0,-1-1 0,1 0 0,0 0 0,-1 0 0,-4 1 0,1 0 0,0-1 0,0 0 0,0 0 0,0 0 0,0-1 0,-1 1 0,1-2 0,0 1 0,0-1 0,0 0 0,0 0 0,0 0 0,0-1 0,0 0 0,0 0 0,0-1 0,1 1 0,0-1 0,-1 0 0,1-1 0,0 1 0,0-1 0,1 0 0,-1-1 0,1 1 0,0-1 0,0 0 0,0 0 0,1 0 0,0 0 0,-6-11 0,5 4 0,-1 0 0,1 0 0,1 0 0,0 0 0,1 0 0,1-1 0,-1-16 0,2 26 0,0 0 0,0 0 0,0 0 0,1 0 0,-1 0 0,1 0 0,0 1 0,0-1 0,0 0 0,0 0 0,0 1 0,1-1 0,-1 0 0,1 1 0,0 0 0,0-1 0,0 1 0,0 0 0,0 0 0,0 0 0,0 0 0,1 0 0,-1 1 0,1-1 0,-1 1 0,1-1 0,0 1 0,-1 0 0,1 0 0,0 0 0,0 0 0,0 1 0,0-1 0,0 1 0,4 0 0,-3-1 0,0 1 0,0 0 0,0 0 0,0 1 0,0-1 0,0 1 0,0 0 0,-1 0 0,1 0 0,0 0 0,-1 1 0,1-1 0,-1 1 0,1 0 0,-1 0 0,0 0 0,0 1 0,0-1 0,0 1 0,0 0 0,0-1 0,-1 1 0,1 0 0,-1 1 0,0-1 0,0 0 0,0 1 0,0-1 0,-1 1 0,0 0 0,1-1 0,0 8 0,2 7 0,-1-1 0,-1 1 0,-1 0 0,0 0 0,-4 35 0,3-51 0,-1 1 0,0 0 0,1-1 0,-1 1 0,0-1 0,0 1 0,-1-1 0,1 1 0,0-1 0,-1 0 0,0 0 0,1 0 0,-1 1 0,0-2 0,0 1 0,0 0 0,0 0 0,0-1 0,0 1 0,-1-1 0,1 1 0,-1-1 0,1 0 0,-1 0 0,1 0 0,-1-1 0,1 1 0,-1 0 0,-3-1 0,1 1 0,0 0 0,0-1 0,1 1 0,-1-1 0,0-1 0,0 1 0,0-1 0,0 0 0,0 0 0,0 0 0,1 0 0,-1-1 0,0 0 0,1 0 0,-7-4 0,8 3 0,1 1 0,0-1 0,0 1 0,0-1 0,0 0 0,1 1 0,-1-1 0,1 0 0,-1 0 0,1-1 0,0 1 0,0 0 0,1 0 0,-1 0 0,1-1 0,-1 1 0,1 0 0,0-1 0,0 1 0,0 0 0,2-7 0,0 0 0,0 0 0,0 0 0,1 0 0,0 0 0,8-16 0,-5 16 0,1 1 0,-1 1 0,1-1 0,1 1 0,0 1 0,0-1 0,0 1 0,1 1 0,0-1 0,0 1 0,0 1 0,1 0 0,0 0 0,0 1 0,1 0 0,-1 1 0,16-3 0,-25 6 0,1 0 0,-1 0 0,1 0 0,0 0 0,-1 1 0,1-1 0,0 0 0,-1 1 0,1-1 0,-1 1 0,1 0 0,-1-1 0,1 1 0,-1 0 0,1 0 0,-1 0 0,0 0 0,0 0 0,1 0 0,-1 0 0,0 1 0,0-1 0,0 0 0,0 1 0,0-1 0,-1 1 0,1-1 0,0 1 0,-1-1 0,1 1 0,-1-1 0,1 1 0,-1 0 0,0-1 0,1 1 0,-1 2 0,-23-39 0,18 18-160,1 0-1,1-1 0,0 1 0,1-1 1,1 0-1,2-30 0,-1 43-79,1-14-6586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7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24575,'0'49'0,"3"121"0,0-141 0,1-1 0,1 0 0,17 54 0,-21-79 0,1 1 0,0 0 0,0-1 0,0 0 0,1 0 0,-1 0 0,1 0 0,0 0 0,0 0 0,0 0 0,0-1 0,0 0 0,1 1 0,-1-1 0,1 0 0,-1-1 0,1 1 0,0-1 0,-1 1 0,1-1 0,0 0 0,0-1 0,0 1 0,4-1 0,13 2 0,-1-1 0,0-1 0,29-5 0,-43 5 0,47-12-1365,-40 9-5461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8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24575,'0'3'0,"0"4"0,0 4 0,0 6 0,0 2 0,0 2 0,0 0 0,0 3 0,0 0 0,0-2 0,0-3-8191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5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24575,'9'137'0,"0"5"0,-10-76 0,2 88 0,-1-152 0,1 0 0,-1 0 0,0 1 0,1-1 0,0 0 0,0 0 0,0 0 0,0 1 0,0-1 0,0 0 0,0-1 0,0 1 0,1 0 0,-1 0 0,1 0 0,0-1 0,-1 1 0,1-1 0,0 1 0,0-1 0,0 0 0,0 0 0,0 0 0,0 0 0,0 0 0,0 0 0,1 0 0,-1-1 0,0 1 0,0-1 0,4 1 0,9 0 0,1 0 0,-1-1 0,29-3 0,-13 0 0,-25 3-94,8 0-224,1-1 1,-1 0-1,18-5 0,-19 2-6508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35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24575,'0'3'0,"0"4"0,3 1 0,1 2 0,0 2 0,-1 5 0,-1 3 0,-1 0 0,0 1 0,-1 2 0,0 0 0,0 0 0,0-2 0,0 2 0,0-3-8191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0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24575,'1'3'0,"0"0"0,0 1 0,1-1 0,-1 0 0,1 1 0,-1-1 0,1 0 0,0 0 0,0 0 0,1-1 0,2 4 0,11 16 0,0 10 0,28 39 0,-39-64 0,0 1 0,0 0 0,-1-1 0,0 1 0,0 1 0,-1-1 0,0 1 0,-1-1 0,0 1 0,0 0 0,-1-1 0,0 1 0,0 0 0,-1 0 0,-1 10 0,1-18 0,0 0 0,0 0 0,0 0 0,0 0 0,0 0 0,0 0 0,1 1 0,-1-1 0,0 0 0,0 0 0,1 0 0,-1 0 0,1 0 0,-1 0 0,1 0 0,0 0 0,-1 0 0,1 0 0,0-1 0,-1 1 0,1 0 0,0 0 0,0-1 0,0 1 0,0 0 0,0-1 0,0 1 0,0-1 0,0 1 0,0-1 0,0 1 0,0-1 0,0 0 0,0 0 0,0 1 0,1-1 0,-1 0 0,2 0 0,7 0 0,0 1 0,1-1 0,15-3 0,-6 1 0,25 1-1365,-25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1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24575,'3'3'0,"0"0"0,0 0 0,-1 0 0,1 1 0,-1-1 0,1 1 0,-1-1 0,0 1 0,2 7 0,0-5 0,0 4 0,0 0 0,0 0 0,-1 1 0,0-1 0,-1 1 0,0-1 0,1 20 0,-5 81 0,0-47 0,1 8 0,2 96 0,-1-166 0,1 0 0,-1 0 0,0 0 0,0 0 0,1-1 0,-1 1 0,1 0 0,-1 0 0,1 0 0,0 0 0,0-1 0,0 1 0,0 0 0,0-1 0,0 1 0,1-1 0,-1 1 0,0-1 0,1 1 0,-1-1 0,1 0 0,-1 0 0,1 0 0,0 0 0,0 0 0,-1 0 0,1 0 0,0-1 0,0 1 0,0 0 0,0-1 0,0 0 0,0 1 0,3-1 0,7 0 0,0-1 0,-1 0 0,1-1 0,21-5 0,-12 2 0,21-4-1365,-24 6-5461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1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 24575,'5'0'0,"0"0"0,0 1 0,0 0 0,0 0 0,0 0 0,0 0 0,-1 1 0,6 2 0,-8-3 0,-1-1 0,0 1 0,0-1 0,0 1 0,0 0 0,0-1 0,-1 1 0,1 0 0,0-1 0,0 1 0,0 0 0,-1 0 0,1 0 0,0 0 0,-1 0 0,1 0 0,-1 0 0,1 0 0,-1 0 0,1 0 0,-1 0 0,0 0 0,1 0 0,-1 1 0,0-1 0,0 0 0,0 0 0,0 0 0,0 0 0,0 0 0,0 1 0,-1-1 0,1 0 0,0 0 0,-1 0 0,1 0 0,0 0 0,-1 0 0,1 0 0,-1 0 0,0 0 0,0 1 0,-2 1 0,1-1 0,0 0 0,-1-1 0,1 1 0,-1 0 0,1-1 0,-1 0 0,0 1 0,0-1 0,0 0 0,1 0 0,-1-1 0,0 1 0,0 0 0,0-1 0,0 0 0,0 0 0,-6 0 0,-27 5 0,36-1 0,9 2 0,15 3 0,-21-7 0,9 3 0,0 1 0,-1 1 0,0 0 0,0 1 0,-1 0 0,0 1 0,0 0 0,-1 0 0,0 1 0,-1 0 0,0 1 0,-1 0 0,9 15 0,-16-25 0,1 1 0,0-1 0,-1 1 0,1 0 0,-1-1 0,0 1 0,1-1 0,-1 1 0,0 0 0,0-1 0,0 1 0,0 0 0,0-1 0,0 1 0,-1 0 0,1-1 0,-1 1 0,1-1 0,-1 1 0,1-1 0,-1 1 0,0-1 0,0 1 0,1-1 0,-1 0 0,0 1 0,-1-1 0,1 0 0,0 0 0,0 0 0,0 1 0,-1-2 0,1 1 0,0 0 0,-1 0 0,1 0 0,-1 0 0,1-1 0,-3 1 0,-9 5 0,0-1 0,-1-1 0,-24 5 0,15-4 0,21-5-65,-4 2-152,0 0 0,-1-1 1,1 0-1,-1 0 1,-11 0-1,5-3-6609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4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24575,'1'41'0,"3"0"0,1 0 0,14 54 0,26 70 0,-28-104-497,18 122 0,2 14-615,-18-108 1184,-4 1 0,4 102 1,7 51-2674,-6-78 1487,0 174 1,-13-145 278,2 141-3700,0-53 4067,0-8 657,-10 734 3806,1-411 4196,4-576-8032,-4-20-158,0-1 0,0 0 0,1 0-1,-1 1 1,0-1 0,0 0 0,1 0 0,-1 0 0,0 1 0,0-1 0,0 0 0,1 0 0,-1 0 0,0 0 0,1 0 0,-1 0-1,0 1 1,0-1 0,1 0 0,-1 0 0,0 0 0,1 0 0,-1 0 0,0 0 0,1 0 0,-1 0 0,0 0 0,0 0 0,1 0-1,-1-1 1,0 1 0,1 0 0,-1 0 0,1 0 0,0-1-2,1-1 1,-1 1-1,1-1 0,-1 1 1,1-1-1,-1 1 0,0-1 1,0 0-1,0 0 0,0 1 1,0-1-1,0 0 0,0 0 1,-1 0-1,1-3 0,10-37-1364,-6 22-5461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5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24575,'12'-1'0,"0"-1"0,0 0 0,0-1 0,0 0 0,0-1 0,16-7 0,-13 5 0,0 1 0,0 0 0,18-3 0,128-7-337,273 7 0,-251 10 227,-41-3 110,156 3 0,-176 6-501,53 2-360,149 8-48,5-1-19,-141-8 928,-2-1 0,896-8-1403,-447 0 6789,-653-17-6751,9 6-5461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6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24575,'1'23'0,"2"-1"0,0 0 0,2 1 0,11 33 0,3 12 0,-15-53 0,1 0 0,11 23 0,-10-25 0,0 1 0,-1 0 0,5 20 0,31 186 0,12-53 0,-32-11-1006,-17-107 1050,20 88 0,-13-85-44,-3 0 0,4 89 0,-8-74 0,1 381-1693,-7-251 1845,-11 150-152,-38 221 0,45-504-6,2-12-50,-14 65 0,12-81-125,2-1 1,1 1-1,4 59 0,-2 24 99,-7-35 82,-2 50 0,10 149 3440,1 376-3498,-1-652 75,0-1 0,-1 1 1,0-1-1,0 1 0,0-1 0,-3 8 0,3-11-95,0-1 0,0 0 0,0 1-1,0-1 1,-1 0 0,1 0 0,-1 0 0,1 0 0,-1 0-1,0 0 1,0-1 0,0 1 0,0-1 0,0 1 0,0-1-1,0 0 1,-1 1 0,-3 0 0,-10 3-6748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6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24575,'94'1'0,"104"-2"0,-2-24 0,-121 14 0,3-4-349,-46 8 32,55-5 1,13 7 99,243-8-1240,-117 4-386,-9 0 1303,441-8-3715,-445 0 3801,-25 0-260,515-2 368,-520 11 683,71-1 799,-114 0 511,0 0 4553,34 10-6077,-155-1-6949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8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191 679 24575,'-1'-25'0,"-1"1"0,-1 0 0,-1-1 0,-2 1 0,0 1 0,-1-1 0,-12-25 0,7 14 0,2 0 0,-8-54 0,1 6 0,11 62 0,-1 1 0,-15-29 0,-2-6 0,2-3-1365,18 43-5461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49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24575,'1'29'0,"7"38"0,-4-37 0,1 35 0,-6 243-1365,1-289-5461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1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24575,'2'54'0,"10"58"0,8 62-473,16 113-530,-12-184 617,3 21-115,41 240-658,-13-87 717,-22-101-397,-11-51 464,-5 0 0,1 192 0,-17-284 389,3 1 0,8 40 0,-5-39 0,-2-1 0,1 38 0,-6-20-219,10 153 1441,10 27-1236,-14-110 0,-5-80 0,7 57 0,-3-21 98,-5-61 221,1-1 0,0 1 0,1-1 1,1 1-1,6 17 0,3 11 110,-1 0-1,7 66 1,4 18 12,19 19-68,-27-108-256,-2 0 0,-2 1-1,-2 0 1,-2 1 0,2 43-1,-9 637-116,2-708 0,1-1 0,0-1 0,1 1 0,0 0 0,7 14 0,0 7 0,-5-27-1365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2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24575,'19'-1'0,"0"-1"0,18-4 0,35-3 0,690 7-2534,-372 4-231,1151-2-176,-1306 11 2941,-102-3 0,356 28 297,-411-32 616,150 29 0,21 2-642,-67-14-284,-143-15 56,-18-4 392,0 1 1,34 11-1,-15-3-381,1-2 0,0-2 0,0-2 0,59 1 0,-62-5 44,100 8 1156,-96-5 416,-34-4-1576,0 0 0,0 1-1,0 0 1,-1 0 0,1 1-1,-1-1 1,1 2 0,-1-1-1,1 1 1,-1 0 0,0 1 0,11 7-1,7 10-93,95 71 0,9-19 0,-113-64 0,0-2 0,29 10 0,-15-7 0,-27-8 0,-1-1 0,0 1 0,0-1 0,0 1 0,0 0 0,0-1 0,0 1 0,0 0 0,0 1 0,-1-1 0,1 0 0,-1 0 0,1 1 0,-1-1 0,0 0 0,0 1 0,0-1 0,-1 1 0,1 0 0,0-1 0,-1 1 0,0 0 0,1 3 0,0 11 0,-1 0 0,-2 27 0,0-18 0,0 460 0,3-270 0,-3-191 0,-1 0 0,-1 0 0,-1 0 0,-1-1 0,-11 27 0,6-18 0,2-1 0,-5 36 0,0 18 0,5-37 0,-3 78 0,11-118 0,0 0 0,-1 0 0,0 0 0,0-1 0,-7 17 0,5-15 0,0 0 0,1 0 0,1 1 0,-2 10 0,1 75 0,3-65 0,-1-1 0,-6 40 0,0-20 0,4 1 0,4 94 0,1-48 0,-2 713 0,-2-778 0,-5 35 0,-2 30 0,-4 78 0,11-116 0,2-48 0,0 0 0,0 0 0,-1 1 0,0-1 0,-1 0 0,-1 0 0,-6 20 0,1-11 0,1 0 0,1 1 0,-5 35 0,-10 32 0,-20 10 0,14-36 0,24-57 0,1 0 0,-1 0 0,1-1 0,-1 1 0,-1-1 0,1 0 0,0 0 0,-1 0 0,0 0 0,0-1 0,0 1 0,-7 3 0,2-2 0,-1 0 0,1-1 0,-1 0 0,0 0 0,-19 4 0,-2-3 0,-1-1 0,0-2 0,-35-1 0,-1443-3-675,853 3 1350,626 1-675,-37 6 0,36-4 0,-35 1 0,58-4 0,0 0 0,-1 1 0,1 0 0,0 0 0,-16 7 0,15-5 0,-1-1 0,0 1 0,-18 1 0,-85 12 0,64-9 0,-92 4 0,0-4 0,-1 1 0,-272-10 0,403 3 0,-1-1 0,1 2 0,0 0 0,0 0 0,0 1 0,-11 6 0,-10 2 0,14-7 0,1-1 0,-1 0 0,0-2 0,-28 1 0,-39 5 0,40 1 0,1-2 0,-2-2 0,-91-2 0,134-4-65,0 0 0,0 0 0,-1 0 0,1-1 0,0 0 0,0 0 0,1 0 0,-1 0 0,0 0 0,1-1 0,-1 1 0,1-1 0,0 0 0,0 0 0,0 0 0,0-1 0,1 1 0,-1-1 0,1 0 0,-3-5 0,-2-4-6761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3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24575,'-2'131'0,"5"136"0,5-194 0,1 29 0,8 163-1599,1-7 698,-1-21 901,16-67 0,11 154-1287,-6-144 1352,-8-49-820,-12-41 188,30 89 1,4 32 747,-13-46 1184,-26-112-1240,8 89 1,-5-28-130,6-29 4,-13-57 0,5 34 0,-3 22 1664,1 160 0,-12 325-1175,1-543-489,7 36 0,-4-36 0,1 35 0,-6 410 0,4-473 0,-1 0 0,0 0 0,0 0 0,0 0 0,0 0 0,0 0 0,0 0 0,0-1 0,1-3 0,11-24-1365,-8 18-5461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4:5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24575,'42'-1'0,"-22"0"0,0 1 0,0 0 0,0 2 0,0 0 0,38 10 0,-2 3-177,1-2-1,0-3 1,80 4 0,-14-2 2,101 20-1498,91-7-561,-255-23 2003,798 19-4023,385-22 2682,-698 1 2916,-514-1-1088,-1-2 0,45-10 0,-42 6 76,58-4 0,-34 10 924,-26 1 498,1-1 1,38-7 0,-25 2-1367,1 3 0,-1 1 0,74 7 0,-95-2-388,1 2 0,0 0 0,40 16 0,-32-10 0,35 7 0,-52-14 0,-1 1 0,30 12 0,-30-10 0,1-1 0,30 8 0,-38-12 0,1-1 0,0 2 0,-1-1 0,1 1 0,-1 0 0,14 9 0,-18-10 0,0 1 0,-1 0 0,1 0 0,-1 1 0,0-1 0,0 1 0,-1-1 0,1 1 0,-1 0 0,0 0 0,1 0 0,-2 0 0,1 1 0,0-1 0,0 6 0,34 95 0,-21-66 0,11 43 0,5 20 0,-22-77 0,0 0 0,-2 1 0,-1 0 0,5 50 0,-3 6 0,1 11 0,4 126 0,-7-127 0,-6 107 0,-3-74 0,4 379 0,-3-472 0,-5 35 0,-3 30 0,9-73 0,-2 0 0,-1-1 0,-11 38 0,0 5 0,9-29 0,0 64 0,3-42 0,-5 8 0,4-42 0,-1 35 0,-4 47 0,1 6 0,8 150 0,-1-251 0,-1 0 0,0-1 0,-1 0 0,0 1 0,-1-1 0,-1 0 0,1-1 0,-13 21 0,14-27 0,0 0 0,-1 0 0,1 0 0,-1 0 0,1-1 0,-1 0 0,0 0 0,-1 0 0,1 0 0,0 0 0,-1-1 0,1 0 0,-1 0 0,0 0 0,-7 1 0,-8 2 0,-1-1 0,-31 2 0,10-1 0,-221 22 0,131-10 0,1 17 0,93-28-27,-210 25-506,119-15 523,72 0 10,43-11 0,0-1 0,-1 0 0,-18 1 0,-29 1 0,-146 6 0,116-11-328,-94 12 1,109-7 281,-114-6 0,79-2-63,-158 16 119,209-11-10,43-4 0,1 2 0,0 0 0,0 2 0,0-1 0,-17 7 0,0 0 109,0-2-1,0-1 1,-39 3 0,-37 5 104,23-2 15,57-9-93,0 2 0,1 1 0,-35 11 0,26-7-135,0 0 0,-1-3 0,-68 5 0,21-3 0,33-4 0,-78-4 0,-12 0 0,77 8 0,42-5 0,-38 1 0,52-5 0,1-1 0,-1 1 0,1 1 0,0 0 0,0 0 0,0 0 0,-1 1 0,-15 6 0,4-1 0,0-1 0,-1 0 0,1-2 0,-1-1 0,-27 1 0,-7 2 0,-79 8 0,100-9 0,19-3 0,-1 1 0,1 0 0,0 1 0,0 1 0,-25 11 0,23-8-1365,2-1-5461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3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24575,'13'40'0,"-7"55"0,-5-65 0,7 48 0,-3-5 0,-6-61 0,1 0 0,1 0 0,0 0 0,1 0 0,0 0 0,1 0 0,5 13 0,-3-11 0,-1 0 0,-1-1 0,0 1 0,0 0 0,-1 1 0,-1-1 0,-1 22 0,1 11 0,2-35-1365,0-6-5461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3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24575,'14'41'0,"9"176"0,-7-167 0,-13-42 0,1 1 0,-1 0 0,-1 0 0,3 15 0,13 150-1365,-18-157-5461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4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24575,'1'0'0,"1"0"0,-1 1 0,1-1 0,-1 1 0,0-1 0,1 1 0,-1 0 0,0-1 0,1 1 0,-1 0 0,0 0 0,0 0 0,0 0 0,0 0 0,0 0 0,0 0 0,0 1 0,1 1 0,16 28 0,-13-21 0,9 16 0,15 43 0,10 17 0,-4-14 0,-26-51 0,0-1 0,2-1 0,0 0 0,1 0 0,21 25 0,-27-38 0,-1 0 0,1-1 0,1 1 0,-1-1 0,1 0 0,0-1 0,11 6 0,-13-8 0,-1 0 0,1-1 0,-1 0 0,1 0 0,0 0 0,-1-1 0,1 1 0,0-1 0,-1 0 0,1-1 0,0 1 0,0-1 0,-1 0 0,9-2 0,4-4 0,0 0 0,0-1 0,-1-1 0,23-16 0,-22 13 0,2 0 0,37-16 0,45-15 0,46-17 0,60-18 0,0-3-1242,-152 57 1081,-41 18 164,-1 0 1,-1-1-1,1-1 1,-1 0-1,0-1 1,-1 0-1,0 0 1,-1-1-1,0-1 0,10-13 1,-12 10-6830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5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74 128 24575,'-3'-1'0,"1"1"0,-1-1 0,1 1 0,0-1 0,0 0 0,-1 0 0,1 0 0,0 0 0,0 0 0,0 0 0,0-1 0,0 1 0,0-1 0,0 1 0,1-1 0,-1 0 0,0 0 0,1 0 0,-1 1 0,1-2 0,0 1 0,0 0 0,0 0 0,0 0 0,0 0 0,0-1 0,1 1 0,-1 0 0,1-1 0,-1 1 0,1-4 0,-1 3 0,1 1 0,0-1 0,0 1 0,-1-1 0,2 1 0,-1-1 0,0 1 0,0 0 0,1-1 0,-1 1 0,1-1 0,0 1 0,-1 0 0,1-1 0,1 1 0,-1 0 0,0 0 0,0 0 0,1 0 0,-1 0 0,1 0 0,-1 0 0,1 1 0,0-1 0,0 0 0,0 1 0,0-1 0,0 1 0,0 0 0,0 0 0,3-1 0,2 0 0,0 0 0,0 1 0,1 0 0,-1 1 0,0 0 0,0 0 0,0 0 0,0 1 0,1 0 0,-1 0 0,0 1 0,0 0 0,11 5 0,-14-5 0,0 0 0,0 0 0,0 1 0,0 0 0,0 0 0,-1 0 0,0 0 0,1 0 0,-1 1 0,-1 0 0,1-1 0,0 1 0,-1 0 0,0 0 0,0 0 0,0 1 0,0-1 0,-1 0 0,1 1 0,-1-1 0,0 1 0,0 5 0,1 11 0,-1 1 0,0-1 0,-5 42 0,3-61 0,1 0 0,-1 0 0,0 0 0,1 0 0,-1 0 0,0-1 0,0 1 0,0 0 0,0 0 0,0-1 0,-1 1 0,1-1 0,-1 1 0,1-1 0,-1 1 0,1-1 0,-1 0 0,1 0 0,-3 1 0,0 0 0,-1 0 0,1 0 0,0-1 0,-1 1 0,1-1 0,-1 0 0,1-1 0,-8 1 0,6-1 0,-1 1 0,1-2 0,0 1 0,-1-1 0,1 0 0,0 0 0,-1-1 0,1 0 0,0 0 0,0 0 0,0-1 0,-9-6 0,8 4 0,-1-2 0,2 1 0,-1-1 0,1 0 0,0 0 0,0-1 0,-5-10 0,9 14 0,0 0 0,0 0 0,1 0 0,0 0 0,0 0 0,0 0 0,0 0 0,1 0 0,-1-1 0,1 1 0,0 0 0,0 0 0,1-1 0,-1 1 0,1 0 0,0 0 0,0 0 0,3-7 0,-2 9 0,-1 0 0,1-1 0,0 1 0,-1 0 0,1 0 0,0 0 0,0 1 0,0-1 0,0 0 0,1 1 0,-1-1 0,0 1 0,1 0 0,-1 0 0,1 0 0,-1 0 0,1 0 0,-1 0 0,1 1 0,0 0 0,-1-1 0,6 1 0,8-1 0,-1 1 0,26 3 0,-33-2 0,-5 0 0,0-1 0,-1 1 0,1 0 0,0 0 0,-1 0 0,1 0 0,0 1 0,-1-1 0,0 1 0,1-1 0,-1 1 0,0 0 0,0 0 0,0 0 0,0 0 0,0 0 0,0 0 0,0 1 0,-1-1 0,1 1 0,-1-1 0,0 1 0,2 5 0,-2-5 0,1 1 0,-2-1 0,1 1 0,0 0 0,-1-1 0,1 1 0,-1 0 0,0 0 0,0-1 0,0 1 0,-1 0 0,0-1 0,1 1 0,-1 0 0,0-1 0,-1 1 0,1-1 0,-3 5 0,4-7 0,0-1 0,0 0 0,0 1 0,-1-1 0,1 1 0,0-1 0,0 0 0,0 1 0,-1-1 0,1 1 0,0-1 0,-1 0 0,1 0 0,0 1 0,-1-1 0,1 0 0,0 1 0,-1-1 0,1 0 0,0 0 0,-1 0 0,1 1 0,-1-1 0,1 0 0,0 0 0,-1 0 0,1 0 0,-1 0 0,1 0 0,-1 0 0,1 0 0,0 0 0,-1 0 0,1 0 0,-1 0 0,1 0 0,-1 0 0,0-1 0,-8-16 0,2-27 0,7 43 0,0 0 0,0 0 0,0 0 0,0 0 0,0 0 0,0 0 0,0 1 0,0-1 0,1 0 0,-1 0 0,0 0 0,1 0 0,-1 0 0,1 0 0,-1 0 0,1 1 0,-1-1 0,1 0 0,0 0 0,-1 1 0,1-1 0,0 0 0,-1 1 0,1-1 0,0 1 0,0-1 0,1 0 0,-1 1 0,0 0 0,0 1 0,0-1 0,0 0 0,0 1 0,-1-1 0,1 1 0,0-1 0,0 1 0,-1-1 0,1 1 0,0 0 0,-1-1 0,1 1 0,0 0 0,-1 0 0,1-1 0,-1 1 0,1 0 0,-1 0 0,0 0 0,1 0 0,-1-1 0,0 1 0,0 0 0,1 0 0,-1 0 0,0 0 0,0 2 0,3 16-146,-1 1 0,-1-1 0,-1 22-1,-1-28-633,1 8-6046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7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24575,'0'3'0,"0"7"0,0 5 0,0 2 0,0 2 0,0 4 0,0 0 0,0-1 0,0 0 0,0 1 0,0 1 0,0-2 0,0-1 0,0 1 0,0 1 0,0-4-8191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8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24575,'0'3'0,"0"7"0,0 5 0,0 2 0,0 2 0,0 4 0,0 0 0,0 0 0,0-1 0,0 1 0,0 0 0,0-1 0,0-1 0,0 2 0,0-4-8191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8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24575,'0'3'0,"0"7"0,0 5 0,0 3 0,0 1 0,0 3 0,0 1 0,0 0 0,0-1 0,0 1 0,0 0 0,0-1 0,0-1 0,0-4-8191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9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24575,'3'0'0,"1"3"0,3 1 0,3-1 0,6 0 0,3 0 0,1-2 0,1 0 0,2-1 0,1 0 0,-2 0 0,-1 0 0,2 0 0,0-1 0,-4 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9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24575,'3'0'0,"4"0"0,4 0 0,6 0 0,3 0 0,1 0 0,-3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09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24575,'3'0'0,"4"0"0,6 0 0,5 0 0,2 0 0,0 0 0,3 0 0,1 0 0,-1 0 0,-5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24575,'3'0'0,"4"0"0,4 0 0,6 0 0,3 0 0,1 0 0,0 0 0,2 0 0,1 0 0,-2 0 0,-3 3 0,-3 0 0,2 1 0,1-1 0,-3-1-8191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24575,'6'0'0,"2"-3"0,2-1 0,3 0 0,-1-5 0,0-1 0,5 2 0,2 1 0,-3-1 0,-3 1-8191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0 170 24575,'0'-3'0,"0"-4"0,0-7 0,0-3 0,0-3 0,0 0 0,0-4 0,0 1 0,0 0 0,0 5-8191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26 341 24575,'1'-73'0,"-3"-76"0,0 127-455,-1 1 0,-12-42 0,11 51-6371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0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24575,'0'-3'0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78 164 24575,'0'-3'0,"0"-4"0,-3-1 0,-1-5 0,0-3 0,-5 1 0,-1 0 0,1 0 0,-1 2 0,2-2 0,1-2 0,0 2 0,0 3-8191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0 24575,'-2'0'0,"-5"0"0,-4 0 0,-6 0 0,-2 0 0,-3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788 1 24575,'-16'1'0,"0"1"0,0 0 0,1 1 0,-20 6 0,17-3 0,1-2 0,-1-1 0,-21 2 0,-48 4 0,-24 0 0,-109 3 0,175-8-245,-45-3 0,69-1-630,-2 0-5951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1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24575,'-3'0'0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2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24575,'12'192'0,"-5"-100"0,9 17 0,-2-21 0,-10-68 0,0 0 0,12 34 0,2 5 0,12 126 0,-17-85 0,-8-73 0,0 0 0,13 35 0,-6-19 0,-1 0 0,4 54 0,-10-69 0,-5-23 0,24 211 0,-23-201 0,1 0 0,0 0 0,2-1 0,4 16 0,-3-15 0,-1 1 0,-1 0 0,3 23 0,-6 66 0,-2-68 0,3 1 0,9 75 0,-4-69 0,-2 0 0,-2 1 0,-5 52 0,1-7 0,3-58 0,9 47 0,-7-54 0,4 79 0,1 6 0,-1-41 0,-3-1 0,-6 78 0,0-35 0,2 174 0,4-250 0,-4-33 0,0-1 0,1 1 0,-1 0 0,1-1 0,-1 1 0,1-1 0,0 1 0,-1-1 0,1 1 0,0-1 0,0 0 0,0 1 0,0-1 0,0 0 0,1 0 0,-1 0 0,0 1 0,2 0 0,-2-2 0,0 0 0,0 0 0,-1 0 0,1 0 0,0 0 0,0-1 0,-1 1 0,1 0 0,0 0 0,-1 0 0,1-1 0,0 1 0,0 0 0,-1-1 0,1 1 0,-1-1 0,1 1 0,0 0 0,-1-1 0,1 0 0,-1 1 0,1-1 0,-1 1 0,1-1 0,-1 1 0,0-1 0,1 0 0,-1 1 0,0-1 0,1 0 0,-1 0 0,0 1 0,0-1 0,0-1 0,9-27 0,2-62-1365,-7 72-5461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4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1 455 24575,'0'-1'0,"0"-1"0,1 1 0,-1 0 0,1-1 0,-1 1 0,1-1 0,0 1 0,-1 0 0,1-1 0,0 1 0,0 0 0,0 0 0,0 0 0,0 0 0,0 0 0,0 0 0,0 0 0,1 0 0,-1 0 0,0 0 0,1 1 0,-1-1 0,0 0 0,1 1 0,-1-1 0,1 1 0,-1 0 0,1-1 0,1 1 0,48-6 0,-48 6 0,358-1-1377,-171 3 939,1800-2-9046,-1462-22 10460,-299 9-701,400-52 434,-488 47-522,165-35 632,-47 6-1311,-198 35 699,67-22 1,-18 5-1194,-97 25 965,38-7 436,95-37 1,-68 23 3891,-19 6 315,-22 3-4965,-36 15 343,0 1 0,-1-1 0,1 1 0,0-1 0,-1 1 0,1 0 0,0 0 0,0-1 0,0 1 0,-1 0 0,1 0 0,0 0 0,0 0 0,0 0 0,-1 0 0,1 0 0,0 0 0,0 0 0,0 0 0,-1 0 0,1 0 0,0 1 0,0-1 0,-1 0 0,1 1 0,1 0 0,-1 0 0,0 0 0,0 0 0,0 1 0,0-1 0,-1 0 0,1 1 0,0-1 0,-1 0 0,1 1 0,-1-1 0,1 1 0,-1-1 0,0 3 0,1 9 0,0 0 0,-1-1 0,-2 14 0,0-11 0,2-11 0,0 12 0,0 1 0,-1-1 0,-1 1 0,-1-1 0,0 0 0,-11 28 0,5-15 0,0 0 0,2 1 0,-4 41 0,-3 10 0,5-37 0,-20 79 0,11-54-508,-13 117-1,21-112 416,-18 60 48,-1 4 48,11-34-3,-40 130 0,32-117 486,5-15-83,-28 30-140,10 0-263,16-77 0,18-44 0,0 0 0,0 0 0,1 0 0,1 0 0,-3 14 0,-2 25 0,2-20 0,-2 60 0,9-64 0,-1 10 0,-1 1 0,-8 49 0,6-69 0,-13 54 0,14-65 0,0 0 0,-1 0 0,0 0 0,0 0 0,0-1 0,-1 1 0,1-1 0,-1 0 0,-6 5 0,7-7 0,0-1 0,0 0 0,-1 0 0,1 0 0,-1-1 0,1 1 0,-1-1 0,0 0 0,0 0 0,0 0 0,1 0 0,-1 0 0,-6-1 0,-59-2 0,39 0 0,-20 2 0,0 2 0,-53 8 0,33-4 0,50-6 0,0 2 0,1 0 0,-27 6 0,-152 32 0,181-37 0,-49 6 0,31-5 0,1 2 0,0 1 0,-36 12 0,26-6 0,0-1 0,-86 9 0,20-4 0,82-12 0,8-2 0,0 2 0,-23 7 0,9-2 0,-2-2 0,1-1 0,-1-2 0,-42 2 0,-57-5-233,80-2 30,-84 9 0,64-1-109,-148-7 1,105-3 159,-101 16 22,193-11 130,12-2 0,0 0 0,1 2 0,-1 0 0,-13 4 0,-4 2 142,0-1 1,-1-2 0,-46 3 0,47-5-104,-203 33 756,123 1-656,65-30-139,-1-2 0,1-1 0,-1-3 0,-61-6 0,8 2 0,50 4 0,-58 10 0,-5-6 0,80-6 0,0 1 0,-32 6 0,46-4-1365,3-1-5461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5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24575,'1'19'0,"1"-1"0,5 23 0,0 5 0,1 4 0,-4-27 0,2 38 0,3 24 0,0 5 0,-10-67 0,2 0 0,0 1 0,1-1 0,2 0 0,10 37 0,-8-31 0,0 1 0,-2 0 0,-2 0 0,0 0 0,-6 61 0,2-10 0,0 73-141,4 177-311,6-239 452,2 54 0,-8-83 0,13 71 0,2 47 0,-15-166 0,0 0 0,0 0 0,1-1 0,6 15 0,-5-13 0,1 0 0,-2-1 0,2 25 0,-4 37 154,-1-45-7,1 1-1,8 53 0,-4-59-146,-2-4 0,2 0 0,13 38 0,-18-61 0,0-1 0,0 1 0,0 0 0,0 0 0,1 0 0,-1 0 0,0 0 0,0 0 0,0 0 0,0 0 0,0 0 0,0-1 0,0 1 0,0 0 0,1 0 0,-1 0 0,0 0 0,0 0 0,0 0 0,0 0 0,0 0 0,0 0 0,1 0 0,-1 0 0,0 0 0,0 0 0,0 0 0,0 0 0,0 0 0,0 0 0,1 0 0,-1 0 0,0 0 0,0 0 0,0 0 0,0 0 0,0 0 0,0 0 0,0 1 0,1-1 0,-1 0 0,0 0 0,0 0 0,0 0 0,0 0 0,0 0 0,0 0 0,0 0 0,0 0 0,0 1 0,0-1 0,0 0 0,0 0 0,0 0 0,1 0 0,-1 0 0,0 0 0,0 0 0,0 1 0,0-1 0,0 0 0,0 0 0,3-18 0,0-24 0,-4 19-1365,1 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7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1 338 24575,'97'1'0,"107"-2"0,-75-17 0,-84 11 0,66-4 0,-10 2 0,6 0 0,112-8 0,-200 17-31,15 0-230,-1-1-1,0-1 0,36-8 1,-10 0-1453,1 3-1,82 0 1,16-1-825,166-10 2064,-1-3-49,-176 2 2401,-95 11-634,83-4 1,41 1-1244,-97 5 0,95-11 1308,-98 8-1308,32 0 0,-93 8 0,-1-1 0,0 0 0,0-1 0,19-7 0,-18 6 0,0 0 0,1 0 0,23-1 0,334 3 4086,-178 5-4086,-172-5 0,0 0 0,-1-1 0,0-2 0,33-10 0,20-4 0,-34 14 0,-1 1 0,1 2 0,56 4 0,-10 0 0,127 12 0,-172-12 0,43-3 0,-49 0 0,69 6 0,-103-5 0,1 1 0,-1 0 0,1 0 0,-1 0 0,1 0 0,-1 0 0,0 0 0,0 0 0,1 1 0,-1-1 0,0 1 0,0 0 0,-1 0 0,1 0 0,0-1 0,0 2 0,-1-1 0,1 0 0,-1 0 0,0 0 0,0 1 0,0-1 0,0 1 0,0-1 0,0 0 0,-1 1 0,1 0 0,-1-1 0,1 4 0,0 11 0,0 0 0,-1 0 0,-3 26 0,1-13 0,1 57 0,1-31 0,-11 87 0,-8-12 0,-11 66 0,25-175 0,-16 39 0,-2 9 0,0 45 3,14-61-50,-22 69-1,14-65-193,-9 70 1,-3 7 262,7-71-22,15-45 0,0 0 0,-6 27 0,-28 244 0,25-215-25,8-43 267,-4 37 0,-5 83-150,10-87-92,2-28 0,0 36 0,-13 125 0,17-178 0,-1 1 0,-1 0 0,-8 26 0,5-26 0,2 0 0,0 0 0,0 26 0,-8 132 0,-3-44 0,10-110 0,-3 19 0,2-1 0,-1 56 0,7-91 0,-1 0 0,0 1 0,-1-1 0,0 0 0,-1 0 0,1 0 0,-1 0 0,-1-1 0,0 1 0,0-1 0,0 0 0,-1 0 0,0 0 0,-9 9 0,-2 1 0,0-1 0,-1-1 0,-1-1 0,-22 14 0,23-18 1,-1 0-1,0-1 1,0-1-1,-1-1 1,0-1-1,0 0 0,-1-2 1,-34 5-1,-12-5-13,-87-4 0,62-1-59,24-3-314,-109-20-1,117 15-1380,28 4-3790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17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24575,'111'-9'0,"4"0"0,37-1 0,-123 7 0,321-3 0,-199 8 0,591-2-565,-710-1 565,36-7 0,30-1 0,-88 8 85,0 0 1,0-1 0,0 0 0,0-1 0,15-6 0,30-7-36,99-4-50,77-13-475,-229 33 452,124-33-77,242-5 100,-359 38 0,76-7 0,105-3 0,617 10 598,-793 1-797,0 1 0,22 4 0,-28-4-569,9 1-6058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1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71 352 24575,'-18'-22'0,"6"10"0,7 4 0,0-1 0,1 0 0,0 0 0,0 0 0,1 0 0,0-1 0,1 1 0,-2-16 0,0-4 0,2-46 0,2 71 0,0 1 0,1-1 0,0 0 0,0 0 0,0 0 0,0 1 0,0-1 0,1 0 0,0 1 0,-1-1 0,1 1 0,1 0 0,-1 0 0,3-4 0,0 2 0,1-1 0,-1 1 0,1 1 0,0-1 0,0 1 0,0 0 0,11-5 0,-11 6 0,-1 1 0,1-1 0,0 1 0,0 0 0,0 0 0,0 1 0,0 0 0,0 0 0,0 1 0,1-1 0,-1 1 0,0 0 0,0 1 0,0 0 0,1 0 0,-1 0 0,0 1 0,0 0 0,-1 0 0,7 3 0,-10-4 0,0 0 0,0 0 0,-1 0 0,1 0 0,0 1 0,-1-1 0,1 1 0,-1-1 0,1 1 0,-1 0 0,0 0 0,0-1 0,1 1 0,-1 0 0,-1 0 0,1 0 0,0 0 0,0 0 0,-1 0 0,1 0 0,-1 0 0,0 1 0,1-1 0,-1 0 0,0 0 0,0 0 0,-1 0 0,1 1 0,0-1 0,-1 0 0,1 0 0,-1 0 0,-1 4 0,0-3 0,0 0 0,0 0 0,0 0 0,0 0 0,-1-1 0,1 1 0,-1-1 0,1 1 0,-1-1 0,0 0 0,0 0 0,0 0 0,0 0 0,-1-1 0,1 1 0,0-1 0,-1 0 0,1 0 0,-7 1 0,-32 1-1365,24-3-5461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1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24575,'3'0'0,"4"0"0,1 3 0,-1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1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24575,'0'3'0,"0"4"0,0 7 0,0 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24575,'0'5'0,"1"0"0,0-1 0,0 1 0,1-1 0,-1 1 0,1-1 0,0 0 0,0 0 0,0 1 0,1-1 0,4 5 0,-3-4 0,-1 1 0,1 0 0,-1 0 0,4 11 0,-5-10 12,0 1 0,0 0 0,-1 0 0,0 0 0,-1-1 0,0 1 0,0 0 0,-1 0 0,-1 8 0,1-12-90,0 0 0,0 1 0,0-1-1,-1 0 1,1-1 0,-1 1 0,0 0 0,-1 0 0,1-1-1,0 1 1,-1-1 0,0 0 0,0 0 0,0 0 0,0 0-1,0 0 1,-1-1 0,-4 3 0,-5 2-6748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88 24575,'0'-3'0,"0"-7"0,-3-2 0,-1-1 0,-6 1 0,-1-1 0,1 0 0,3 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1 104 24575,'0'-3'0,"3"-7"0,4-2 0,3-1 0,4 0 0,5 4 0,-1 0 0,0 1 0,0 2 0,-1 0 0,3 0 0,2 1 0,-4 2-8191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2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24575,'0'-6'0,"0"-2"-8191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24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4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115 161 24575,'-4'-1'0,"1"1"0,-1-1 0,1 0 0,0 0 0,-1 0 0,1-1 0,0 1 0,-1-1 0,1 0 0,0 0 0,0 0 0,0 0 0,1 0 0,-1-1 0,1 1 0,-1-1 0,1 0 0,0 0 0,-3-5 0,2 5 0,1-1 0,0 1 0,-1-1 0,2 0 0,-1 0 0,0 0 0,1 0 0,0-1 0,0 1 0,0 0 0,0 0 0,1-1 0,0 1 0,0 0 0,1-8 0,-1 11 0,0 0 0,0 0 0,0 0 0,0 0 0,1 0 0,-1 0 0,0 0 0,1 0 0,-1 1 0,1-1 0,-1 0 0,1 0 0,-1 0 0,1 1 0,0-1 0,-1 0 0,1 0 0,0 1 0,0-1 0,-1 1 0,1-1 0,0 1 0,0-1 0,0 1 0,0-1 0,0 1 0,0 0 0,0-1 0,0 1 0,0 0 0,-1 0 0,1 0 0,0 0 0,0 0 0,0 0 0,0 0 0,0 0 0,0 0 0,0 0 0,0 1 0,0-1 0,1 1 0,0 0 0,0-1 0,-1 1 0,1 0 0,0 0 0,-1 0 0,1 1 0,-1-1 0,0 0 0,1 1 0,-1-1 0,0 0 0,0 1 0,0-1 0,0 1 0,0 0 0,0-1 0,0 1 0,-1 0 0,1 0 0,0-1 0,-1 1 0,1 2 0,-1-1 0,0-1 0,-1 0 0,1 0 0,-1 0 0,1 0 0,-1 0 0,1 0 0,-1 0 0,0 0 0,0 0 0,0 0 0,0 0 0,0 0 0,-1-1 0,1 1 0,-1 0 0,-1 1 0,3-2 0,-1-1 0,0 1 0,1 0 0,-1-1 0,0 1 0,0-1 0,1 1 0,-1-1 0,0 1 0,0-1 0,0 0 0,1 1 0,-1-1 0,0 0 0,0 0 0,0 0 0,0 0 0,0 1 0,0-1 0,0 0 0,0 0 0,1-1 0,-1 1 0,0 0 0,0 0 0,0 0 0,0-1 0,0 1 0,0 0 0,1-1 0,-1 1 0,0 0 0,0-1 0,1 1 0,-1-1 0,0 0 0,0 1 0,1-1 0,-1 0 0,1 1 0,-1-2 0,0 2 0,1-1 0,-1 0 0,1 0 0,0 1 0,-1-1 0,1 0 0,0 0 0,0 1 0,-1-1 0,1 0 0,0 0 0,0 0 0,0 1 0,0-1 0,0 0 0,0 0 0,1 0 0,-1 1 0,0-1 0,0 0 0,0 0 0,1 0 0,-1 1 0,0-1 0,1 0 0,-1 1 0,1-1 0,-1 0 0,1 1 0,-1-1 0,1 0 0,-1 1 0,1-1 0,0 1 0,-1-1 0,1 1 0,0-1 0,-1 1 0,1 0 0,0-1 0,0 1 0,0 0 0,0-1 0,0 1 0,0-1 0,1 1 0,-1-1 0,0 1 0,0 0 0,0-1 0,0 1 0,0 0 0,1 0 0,-1 0 0,0 0 0,0 0 0,0 0 0,1 0 0,-1 1 0,0-1 0,0 0 0,0 1 0,0-1 0,0 1 0,0-1 0,0 1 0,0-1 0,0 1 0,0 0 0,0-1 0,0 1 0,0 0 0,0 0 0,1 1 0,-1-1 0,0 1 0,0-1 0,0 1 0,-1-1 0,1 0 0,0 1 0,-1-1 0,1 1 0,-1 0 0,1-1 0,-1 1 0,0-1 0,0 1 0,0 0 0,0-1 0,0 1 0,0-1 0,0 1 0,0 0 0,-1-1 0,1 1 0,0-1 0,-1 1 0,0-1 0,1 1 0,-1-1 0,-1 2 0,1-1 0,-1 0 0,0-1 0,1 1 0,-1-1 0,0 1 0,0-1 0,0 0 0,0 0 0,0 0 0,0 0 0,0 0 0,-1 0 0,1-1 0,0 1 0,0-1 0,-4 1 0,3-1 0,1 0 0,0 0 0,-1 0 0,1 0 0,0 0 0,-1-1 0,1 1 0,0-1 0,-1 1 0,1-1 0,0 0 0,0 0 0,0 0 0,-1 0 0,1 0 0,-2-3 0,3 3 0,-1 0 0,1 0 0,0-1 0,0 1 0,1-1 0,-1 1 0,0-1 0,0 1 0,1-1 0,-1 0 0,1 1 0,-1-1 0,1 0 0,0 1 0,-1-1 0,1 0 0,0 1 0,0-1 0,0 0 0,1 1 0,-1-1 0,0 0 0,1 0 0,-1 1 0,1-1 0,0-1 0,1-2 0,1 0 0,-1 0 0,1 1 0,0 0 0,0-1 0,1 1 0,-1 0 0,1 0 0,0 1 0,0-1 0,0 1 0,0 0 0,1 0 0,-1 0 0,1 1 0,-1-1 0,1 1 0,0 1 0,0-1 0,0 0 0,1 1 0,7-1 0,15-2 0,-1 1 0,1 2 0,30 2 0,-32-1 0,-22 0 0,-1 0 0,1 0 0,0 1 0,-1-1 0,1 1 0,-1-1 0,1 1 0,-1 0 0,1 1 0,-1-1 0,1 1 0,-1-1 0,4 4 0,-5-3 0,0 0 0,0 0 0,0 1 0,0-1 0,-1 0 0,1 1 0,-1 0 0,1-1 0,-1 1 0,0 0 0,0 0 0,0 0 0,-1 0 0,1 0 0,-1-1 0,1 1 0,-1 4 0,0-4 0,1 8 0,0-1 0,-1 0 0,0 1 0,-2 13 0,1-22 0,1 0 0,0 0 0,-1 0 0,0 0 0,1 1 0,-1-2 0,0 1 0,0 0 0,0 0 0,0 0 0,0 0 0,-1-1 0,1 1 0,-1 0 0,1-1 0,-1 1 0,1-1 0,-1 0 0,0 1 0,1-1 0,-1 0 0,0 0 0,0 0 0,0 0 0,0-1 0,0 1 0,-4 0 0,-12 2 0,0-2 0,-1-1 0,1 0 0,-1-1 0,-19-4 0,34 5 0,1-1 0,0 0 0,0 0 0,0-1 0,0 1 0,0-1 0,1 1 0,-1-1 0,0 0 0,1 0 0,-1 0 0,1-1 0,0 1 0,-1 0 0,1-1 0,0 0 0,1 1 0,-1-1 0,0 0 0,1 0 0,-1 0 0,1 0 0,0 0 0,0 0 0,1 0 0,-1 0 0,0-4 0,1 4 0,-1 1 0,1-1 0,0 0 0,0 0 0,0 1 0,0-1 0,1 0 0,-1 1 0,1-1 0,0 0 0,-1 1 0,1-1 0,0 1 0,1-1 0,-1 1 0,0 0 0,1-1 0,-1 1 0,1 0 0,0 0 0,0 0 0,-1 0 0,1 0 0,1 1 0,-1-1 0,0 0 0,0 1 0,1 0 0,-1-1 0,1 1 0,-1 0 0,4-1 0,9-1 0,-1 1 0,1 0 0,-1 1 0,1 1 0,0 0 0,-1 1 0,1 0 0,-1 2 0,24 5 0,-34-6 0,-1 0 0,0-1 0,0 1 0,0 0 0,0 1 0,-1-1 0,1 0 0,-1 1 0,1 0 0,-1-1 0,0 1 0,0 0 0,0 0 0,0 0 0,0 0 0,-1 1 0,0-1 0,1 0 0,-1 1 0,0-1 0,-1 1 0,2 4 0,-1 4 0,0 0 0,0-1 0,-1 1 0,0 0 0,-3 18 0,2-27 0,1 0 0,-1 0 0,0 1 0,0-1 0,0 0 0,-1 0 0,1 0 0,-1 0 0,1-1 0,-1 1 0,0 0 0,0-1 0,0 1 0,0-1 0,-1 1 0,1-1 0,-1 0 0,1 0 0,-1 0 0,0-1 0,0 1 0,0 0 0,0-1 0,0 0 0,0 0 0,0 0 0,-6 1 0,-6 0 0,-1 0 0,1-1 0,-1-1 0,-26-3 0,5 1 0,29 1 0,1 0 0,0 0 0,0 0 0,-1-1 0,1 0 0,1-1 0,-1 0 0,0 0 0,1 0 0,-1 0 0,1-1 0,0 0 0,0-1 0,0 1 0,1-1 0,-6-6 0,7 7 0,1 0 0,0 0 0,0 0 0,0 0 0,0-1 0,1 1 0,0-1 0,0 0 0,0 1 0,0-1 0,1 0 0,0 0 0,0 0 0,0 0 0,0 0 0,1 0 0,0-1 0,0 1 0,1 0 0,-1 0 0,1 0 0,0 0 0,3-9 0,-3 11 0,1 1 0,-1-1 0,1 1 0,0 0 0,0-1 0,0 1 0,0 0 0,0 0 0,0 0 0,1 0 0,-1 0 0,1 1 0,-1-1 0,1 1 0,0 0 0,-1-1 0,1 1 0,0 0 0,0 1 0,0-1 0,0 0 0,0 1 0,0 0 0,-1 0 0,1 0 0,0 0 0,0 0 0,5 1 0,-1 0 0,0 0 0,0 0 0,-1 1 0,1-1 0,-1 2 0,1-1 0,-1 1 0,0 0 0,0 0 0,0 0 0,9 7 0,-5 0 0,0 0 0,0 1 0,-1 0 0,-1 0 0,12 20 0,-18-28 0,0 0 0,0 0 0,-1 1 0,1-1 0,-1 0 0,0 0 0,0 1 0,0-1 0,0 1 0,0-1 0,-1 1 0,0-1 0,0 1 0,0-1 0,0 1 0,0-1 0,-1 1 0,1-1 0,-1 1 0,0-1 0,0 0 0,0 1 0,-1-1 0,1 0 0,-1 0 0,0 0 0,-3 5 0,1-5 0,1-1 0,-1 1 0,-1-1 0,1 0 0,0 0 0,0 0 0,-1-1 0,1 1 0,-1-1 0,1 0 0,-1 0 0,0-1 0,1 1 0,-1-1 0,-6-1 0,6 2 0,-1-2 0,0 1 0,1 0 0,-1-1 0,1 0 0,0-1 0,-1 1 0,1-1 0,0 0 0,0 0 0,0-1 0,-8-4 0,12 6 0,0 0 0,-1 0 0,1 0 0,0 0 0,0 0 0,0 0 0,0-1 0,0 1 0,0 0 0,0-1 0,0 1 0,1-1 0,-1 1 0,0 0 0,1-1 0,-1 0 0,1 1 0,0-1 0,-1 1 0,1-1 0,0 1 0,0-1 0,0 0 0,0 1 0,0-1 0,1 1 0,-1-1 0,0 0 0,1 1 0,-1-1 0,1 1 0,0-1 0,-1 1 0,1 0 0,0-1 0,0 1 0,1-2 0,-1 2 0,1 0 0,-1 0 0,1-1 0,-1 1 0,1 1 0,0-1 0,-1 0 0,1 0 0,0 1 0,0-1 0,-1 1 0,1-1 0,0 1 0,0 0 0,0-1 0,0 1 0,0 0 0,-1 0 0,1 1 0,0-1 0,0 0 0,0 1 0,0-1 0,-1 1 0,1-1 0,0 1 0,0 0 0,-1 0 0,1 0 0,-1 0 0,4 2 0,-3-2 0,-1 0 0,1 0 0,0 0 0,-1 1 0,1-1 0,-1 1 0,1-1 0,-1 1 0,0-1 0,0 1 0,1 0 0,-1 0 0,0-1 0,-1 1 0,1 0 0,0 0 0,0 0 0,-1 0 0,1 0 0,-1 0 0,0 0 0,0 0 0,0 0 0,0 0 0,0 3 0,-1-4 0,1 1 0,-1 0 0,0 0 0,0-1 0,0 1 0,0-1 0,-1 1 0,1-1 0,0 0 0,-1 1 0,1-1 0,-1 0 0,1 0 0,-1 0 0,0 0 0,1 0 0,-1 0 0,0 0 0,0-1 0,1 1 0,-1-1 0,0 1 0,0-1 0,0 0 0,0 1 0,-3-1 0,1 0 0,0 0 0,1 0 0,-1 0 0,1-1 0,-1 1 0,1-1 0,-1 0 0,1 1 0,-1-2 0,1 1 0,0 0 0,-1-1 0,1 1 0,0-1 0,0 0 0,0 0 0,0 0 0,0-1 0,1 1 0,-1-1 0,1 1 0,0-1 0,-1 0 0,1 0 0,0 0 0,1 0 0,-1 0 0,1-1 0,-1 1 0,1 0 0,0-1 0,0 1 0,0-1 0,1 1 0,-1-1 0,1 1 0,0-1 0,0 0 0,0-3 0,1 4 0,-1 0 0,1 0 0,0 0 0,-1 0 0,1 0 0,1 1 0,-1-1 0,0 0 0,1 1 0,-1-1 0,1 1 0,0-1 0,0 1 0,0 0 0,0 0 0,0 0 0,5-4 0,-3 3 0,1 0 0,0 1 0,0-1 0,0 1 0,0 0 0,0 0 0,1 1 0,-1-1 0,10 0 0,-10 1 0,-1 1 0,1-1 0,0 1 0,0 0 0,0 0 0,-1 1 0,1-1 0,0 1 0,0 0 0,-1 0 0,1 1 0,0 0 0,-1-1 0,0 1 0,1 1 0,-1-1 0,0 1 0,0-1 0,0 1 0,-1 0 0,1 1 0,-1-1 0,1 1 0,2 4 0,-3-2 0,0 0 0,0 0 0,-1 0 0,0 0 0,0 0 0,-1 0 0,1 8 0,-2-13 0,0 0 0,0 0 0,0 0 0,0 0 0,0 1 0,0-1 0,0 0 0,-1 0 0,1 0 0,0 0 0,-1 1 0,1-1 0,-1 0 0,1 0 0,-1 0 0,0 0 0,1 0 0,-2 1 0,1-1 0,-1-1 0,1 1 0,0 0 0,-1-1 0,1 1 0,0-1 0,-1 1 0,1-1 0,-1 1 0,1-1 0,-1 0 0,1 0 0,-1 0 0,1 0 0,-1 0 0,1 0 0,-1-1 0,-2 0 0,2 1 0,-1 0 0,1-1 0,0 1 0,-1-1 0,1 0 0,0 0 0,-1 0 0,1 0 0,0 0 0,0-1 0,0 1 0,0 0 0,0-1 0,0 0 0,0 1 0,1-1 0,-1 0 0,-2-4 0,3 5 0,1 1 0,0-1 0,0 0 0,0 0 0,-1 1 0,1-1 0,0 0 0,0 0 0,0 0 0,0 1 0,0-1 0,0 0 0,0 0 0,1 1 0,-1-1 0,0 0 0,0 0 0,1 1 0,-1-1 0,0 0 0,1 1 0,0-2 0,0 0 0,1 1 0,-1-1 0,1 1 0,0-1 0,0 1 0,0 0 0,-1 0 0,1 0 0,0 0 0,0 0 0,5-1 0,2-1 0,0 0 0,0 1 0,1 0 0,-1 1 0,1 0 0,-1 0 0,1 1 0,-1 1 0,1-1 0,-1 1 0,1 1 0,15 4 0,-22-5 0,-1 1 0,1 0 0,-1-1 0,1 1 0,-1 0 0,0 0 0,0 0 0,0 0 0,0 0 0,0 1 0,0-1 0,0 1 0,-1-1 0,0 1 0,1-1 0,-1 1 0,0 0 0,0 0 0,0-1 0,-1 1 0,1 0 0,-1 0 0,1 0 0,-1 0 0,0 0 0,0 0 0,-1 0 0,1 0 0,0 0 0,-1 0 0,0 0 0,0-1 0,0 1 0,0 0 0,0 0 0,0-1 0,-1 1 0,1-1 0,-1 1 0,0-1 0,-3 4 0,-1-2 0,0 0 0,-1-1 0,0 0 0,1 0 0,-1 0 0,0-1 0,0 0 0,0 0 0,-1-1 0,1 0 0,-12 0 0,-10-1 0,-44-4 0,21-7-1365,36 7-5461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6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24575,'1'13'0,"1"0"0,0-1 0,0 1 0,8 19 0,5 28 0,-7-18 0,26 77 0,-20-78 0,15 83 0,-21-74 0,2-1 0,17 48 0,-18-62 0,-2 0 0,-2 0 0,0 1 0,-3 0 0,-2 51 0,3 43 0,5-64 0,-4-43 0,2 40 0,-6-14 0,0 3 0,10 89 0,-4-52 0,-6-68 0,1 0 0,1 0 0,1-1 0,6 25 0,-2-15 13,-1 1 0,-1 1-1,-2-1 1,-1 34-1,6 51-834,13 129 707,-16-104 90,-5-94 26,9 71 0,-1-46 4,-6-47-153,1-1 0,1 0 0,8 28 0,-6-33-6559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7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57 24575,'0'0'0,"-1"0"0,0 0 0,1 1 0,-1-1 0,0 0 0,0 0 0,1 0 0,-1 0 0,0 0 0,1 0 0,-1-1 0,0 1 0,1 0 0,-1 0 0,0 0 0,1-1 0,-1 1 0,0 0 0,1-1 0,-1 1 0,0 0 0,1-1 0,-1 1 0,1-1 0,-1 1 0,1-1 0,-1 1 0,1-1 0,0 1 0,-1-1 0,1 0 0,-1 1 0,1-1 0,0 0 0,0 1 0,-1-1 0,1 0 0,0 1 0,0-1 0,0 0 0,0 1 0,0-1 0,0 0 0,0 0 0,0-1 0,1 1 0,-1-1 0,1 1 0,0-1 0,-1 1 0,1-1 0,0 1 0,0 0 0,0-1 0,0 1 0,0 0 0,0 0 0,1 0 0,-1 0 0,0 0 0,1 0 0,-1 0 0,0 0 0,1 0 0,2 0 0,6-3 0,1 2 0,-1-1 0,1 1 0,0 1 0,0 0 0,17 0 0,-22 2 0,1-1 0,-1 1 0,1 0 0,-1 0 0,0 1 0,1 0 0,-1 0 0,0 0 0,0 1 0,0 0 0,0 0 0,5 4 0,9 10 0,-1 1 0,31 36 0,-31-34 0,-15-18 0,-1 1 0,1 0 0,-1 0 0,0 0 0,0 0 0,0 1 0,-1-1 0,1 1 0,-1-1 0,0 1 0,0 0 0,0 0 0,-1 0 0,1 0 0,0 6 0,-2-9 0,0 0 0,0 0 0,-1 0 0,1 0 0,0 0 0,-1 0 0,1-1 0,-1 1 0,0 0 0,1 0 0,-1 0 0,1-1 0,-1 1 0,0 0 0,0 0 0,0-1 0,1 1 0,-1-1 0,0 1 0,0-1 0,0 1 0,0-1 0,0 1 0,0-1 0,0 0 0,0 0 0,0 1 0,0-1 0,0 0 0,-2 0 0,-35 1 0,31-1 0,-12-1 0,0-1 0,0 0 0,-37-11 0,44 10 0,0-1 0,0-1 0,1 0 0,-1 0 0,1-1 0,0 0 0,-10-9 0,16 11 0,1 0 0,0-1 0,0 1 0,0-1 0,1 1 0,-1-1 0,1 0 0,0-1 0,1 1 0,-1 0 0,1-1 0,-2-7 0,4 11 0,-1 0 0,1 0 0,0 0 0,0 0 0,0 0 0,0 0 0,0-1 0,0 1 0,1 1 0,-1-1 0,0 0 0,1 0 0,0 0 0,-1 0 0,1 0 0,0 0 0,0 1 0,0-1 0,1 0 0,-1 1 0,0-1 0,0 1 0,1-1 0,-1 1 0,1-1 0,-1 1 0,1 0 0,0 0 0,0 0 0,-1 0 0,1 0 0,0 0 0,0 1 0,0-1 0,0 0 0,0 1 0,0 0 0,3-1 0,7-1 0,0 0 0,0 1 0,0 0 0,0 1 0,0 0 0,0 1 0,0 1 0,0 0 0,0 0 0,18 7 0,-24-7 0,-1 0 0,0 0 0,0 0 0,-1 1 0,1 0 0,0 0 0,-1 0 0,0 1 0,0-1 0,0 1 0,0 0 0,0 0 0,-1 1 0,0-1 0,0 1 0,0-1 0,0 1 0,-1 0 0,0 0 0,0 0 0,0 0 0,0 1 0,-1-1 0,0 0 0,0 7 0,0-7 0,-1-1 0,0 1 0,0-1 0,0 0 0,-1 1 0,1-1 0,-3 7 0,3-11 0,0 0 0,0 1 0,0-1 0,0 0 0,-1 0 0,1 1 0,0-1 0,0 0 0,0 0 0,0 1 0,-1-1 0,1 0 0,0 0 0,0 1 0,0-1 0,-1 0 0,1 0 0,0 0 0,-1 0 0,1 1 0,0-1 0,0 0 0,-1 0 0,1 0 0,0 0 0,-1 0 0,1 0 0,0 0 0,-1 0 0,1 0 0,0 0 0,0 0 0,-1 0 0,1 0 0,0 0 0,-1 0 0,1 0 0,-2-1 0,0 0 0,1-1 0,-1 1 0,1 0 0,-1-1 0,1 1 0,0-1 0,-1 1 0,1-1 0,-2-3 0,1 2 0,0 0 0,0-1 0,1 1 0,-1-1 0,1 0 0,-1 0 0,1 0 0,0 1 0,1-1 0,-1 0 0,1 0 0,-1 0 0,1 0 0,0 0 0,1 0 0,-1 0 0,1 0 0,0 0 0,0 0 0,2-7 0,-1 8 0,-1 1 0,1-1 0,-1 1 0,1 0 0,0-1 0,0 1 0,0 0 0,0 0 0,1 0 0,-1 0 0,0 1 0,1-1 0,-1 0 0,1 1 0,-1 0 0,1 0 0,0 0 0,0 0 0,0 0 0,-1 0 0,1 1 0,0-1 0,0 1 0,0 0 0,0 0 0,0 0 0,0 0 0,0 1 0,3 0 0,-3 0 0,0 0 0,0 0 0,-1 0 0,1 1 0,0-1 0,-1 1 0,0-1 0,1 1 0,-1 0 0,0 0 0,0 0 0,0 0 0,0 1 0,0-1 0,0 1 0,-1-1 0,1 1 0,-1-1 0,0 1 0,0 0 0,0 0 0,0-1 0,0 1 0,0 4 0,1-1 0,-1 1 0,0-1 0,0 0 0,-1 1 0,0-1 0,0 0 0,0 1 0,-1-1 0,1 0 0,-4 10 0,3-14 0,0 1 0,-1-1 0,1 0 0,-1 1 0,0-1 0,1 0 0,-1 0 0,0 0 0,0 0 0,-1-1 0,1 1 0,0 0 0,0-1 0,-1 0 0,1 1 0,-1-1 0,1 0 0,-1 0 0,0-1 0,1 1 0,-1 0 0,0-1 0,-3 1 0,-9 0 0,-1 0 0,1-1 0,-17-2 0,12 0 0,-12 2 0,19 0 0,1 0 0,-1 0 0,0-2 0,1 1 0,-1-1 0,1-1 0,0 0 0,-1-1 0,-13-6 0,24 7 0,-1 1 0,1 0 0,-1-1 0,1 1 0,0-1 0,0 1 0,0-1 0,0 0 0,0 0 0,1 0 0,-1 0 0,1 0 0,0 0 0,0-1 0,0 1 0,0 0 0,1-1 0,-1 1 0,1 0 0,0-1 0,0 1 0,1-6 0,-1 5 0,0 0 0,0 1 0,1-1 0,0 0 0,-1 1 0,1-1 0,0 0 0,1 1 0,-1-1 0,1 1 0,-1 0 0,1-1 0,0 1 0,0 0 0,1 0 0,-1 0 0,1 1 0,-1-1 0,1 0 0,4-2 0,-5 4 0,1-1 0,0 1 0,0-1 0,0 1 0,0 0 0,0 0 0,0 0 0,0 1 0,0-1 0,0 1 0,1 0 0,-1 0 0,0 0 0,0 0 0,0 0 0,0 1 0,0-1 0,1 1 0,-1 0 0,0 0 0,0 0 0,0 0 0,-1 0 0,1 1 0,0 0 0,0-1 0,-1 1 0,1 0 0,-1 0 0,0 0 0,1 1 0,-1-1 0,0 1 0,0-1 0,0 1 0,-1-1 0,1 1 0,-1 0 0,0 0 0,1 0 0,-1 0 0,0 0 0,-1 0 0,2 4 0,-2-3 0,1 0 0,0 0 0,-1 1 0,0-1 0,0 0 0,0 0 0,-1 1 0,1-1 0,-1 0 0,0 0 0,0 0 0,-1 0 0,1 0 0,-1 0 0,0 0 0,0 0 0,0-1 0,-1 1 0,1-1 0,-1 1 0,1-1 0,-1 0 0,-1 0 0,1 0 0,0 0 0,0-1 0,-1 1 0,0-1 0,1 0 0,-1 0 0,0-1 0,0 1 0,0-1 0,0 1 0,0-1 0,-1 0 0,1-1 0,0 1 0,0-1 0,-5 0 0,-4 1-273,0-1 0,0 0 0,0 0 0,-21-5 0,19 1-6553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39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229 266 24575,'-9'0'0,"0"-1"0,0-1 0,0 0 0,0 0 0,0-1 0,0 0 0,1 0 0,0-1 0,-1 0 0,1-1 0,1 0 0,-1 0 0,1 0 0,0-1 0,-10-10 0,14 11 0,0 0 0,1 0 0,-1 0 0,1-1 0,0 1 0,1-1 0,-1 0 0,1 1 0,0-1 0,1 0 0,-1 0 0,1 1 0,0-1 0,1 0 0,-1 0 0,1 0 0,0 1 0,0-1 0,1 1 0,0-1 0,0 1 0,0-1 0,1 1 0,0 0 0,0 0 0,0 0 0,0 0 0,1 1 0,0 0 0,0-1 0,0 1 0,0 0 0,7-3 0,-4 3 0,0 1 0,0 1 0,0-1 0,1 1 0,-1 1 0,1-1 0,-1 1 0,1 0 0,0 1 0,-1 0 0,9 1 0,-11-1 0,1 1 0,-1 0 0,0 0 0,1 1 0,-1-1 0,0 1 0,0 0 0,0 1 0,0-1 0,-1 1 0,1 0 0,-1 0 0,1 0 0,-1 1 0,0-1 0,4 6 0,6 9 0,-1 0 0,-1 1 0,-1 0 0,14 31 0,-21-39 0,0 0 0,0 0 0,-2 0 0,1 1 0,-1-1 0,-1 1 0,0 0 0,0 0 0,-1-1 0,-2 17 0,1-25 0,1-1 0,-1 0 0,0 1 0,0-1 0,0 1 0,0-1 0,-1 0 0,1 0 0,0 0 0,-1 0 0,0 0 0,1 0 0,-1 0 0,0 0 0,0-1 0,0 1 0,0-1 0,0 1 0,-1-1 0,1 0 0,0 0 0,0 0 0,-1 0 0,1 0 0,-1 0 0,1-1 0,-1 1 0,-4-1 0,-9 2 0,-1-1 0,1-1 0,-26-3 0,14 1 0,15 2 0,1-1 0,-1 0 0,1-1 0,0 0 0,-17-6 0,22 5 0,0 0 0,0 0 0,0-1 0,1 0 0,0 0 0,0-1 0,0 1 0,0-2 0,0 1 0,-5-8 0,2 4 0,1-1 0,0-1 0,1 0 0,0 0 0,-8-20 0,13 29 0,2 0 0,-1-1 0,0 1 0,0 0 0,1-1 0,-1 1 0,1-1 0,0 1 0,0 0 0,0-1 0,0 1 0,0-1 0,0 1 0,0-1 0,1 1 0,0-1 0,-1 1 0,1 0 0,0-1 0,0 1 0,0 0 0,0 0 0,1 0 0,-1 0 0,1 0 0,-1 0 0,1 0 0,0 0 0,-1 1 0,1-1 0,0 1 0,0-1 0,0 1 0,0 0 0,1-1 0,-1 1 0,4-1 0,4-2 0,1 0 0,0 1 0,-1 1 0,1-1 0,0 2 0,15-1 0,69 3 0,-39 1 0,-52-2 0,1 0 0,-1 0 0,0 0 0,1 1 0,-1 0 0,1 0 0,-1 0 0,0 0 0,0 1 0,0 0 0,1-1 0,-2 1 0,1 1 0,0-1 0,0 1 0,-1-1 0,1 1 0,-1 0 0,0 1 0,0-1 0,0 0 0,0 1 0,-1-1 0,1 1 0,-1 0 0,0 0 0,0 0 0,0 0 0,-1 0 0,0 1 0,1-1 0,-2 0 0,1 1 0,0-1 0,-1 1 0,0-1 0,0 1 0,0 5 0,-1-8 0,1 0 0,-1 1 0,0-1 0,0 0 0,0 0 0,0 0 0,0 0 0,0 0 0,0 0 0,-1 0 0,1 0 0,-1-1 0,1 1 0,-1 0 0,0-1 0,1 1 0,-1-1 0,0 0 0,0 1 0,0-1 0,0 0 0,0 0 0,-1 0 0,1-1 0,0 1 0,0 0 0,0-1 0,-3 1 0,-8 0 0,0 1 0,0-2 0,-24-1 0,22 0 0,8 0 0,-1 0 0,0 0 0,0-1 0,0 0 0,1-1 0,-1 0 0,1 0 0,-13-7 0,3-1 0,0 0 0,-20-19 0,26 18-1365,2 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48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91 24575,'11'0'0,"0"0"0,-1 0 0,1 1 0,0 0 0,-1 1 0,12 3 0,-19-3 0,0-1 0,0 1 0,1 0 0,-1 0 0,0 0 0,-1 0 0,1 1 0,0-1 0,-1 1 0,1 0 0,-1-1 0,0 1 0,0 0 0,0 0 0,0 1 0,0-1 0,-1 0 0,1 1 0,-1-1 0,0 0 0,1 7 0,0-2 0,0 0 0,-1 0 0,0 0 0,0 0 0,-1 0 0,0 0 0,-1 10 0,0-16 0,1 1 0,-1-1 0,1 0 0,-1 0 0,0 1 0,0-1 0,0 0 0,0 0 0,0 0 0,0 0 0,0 0 0,-1-1 0,1 1 0,-1 0 0,0 0 0,1-1 0,-1 1 0,0-1 0,0 0 0,0 0 0,0 1 0,0-1 0,0 0 0,0 0 0,0-1 0,0 1 0,-1 0 0,-3 0 0,-24 2 0,1-2 0,-58-4 0,11 0 0,43 4 0,15 0 0,0 0 0,-25-4 0,39 3 0,1 0 0,-1-1 0,0 0 0,1 0 0,-1 0 0,1 0 0,-1-1 0,1 1 0,0-1 0,-1 0 0,1 0 0,0 0 0,0 0 0,0-1 0,0 1 0,-4-6 0,0-2 0,1 1 0,0-1 0,0-1 0,1 1 0,0-1 0,1 0 0,-6-22 0,9 28 0,1 0 0,-1 0 0,1 0 0,0 0 0,1 0 0,-1 0 0,1 0 0,0 1 0,0-1 0,0 0 0,0 0 0,1 1 0,0-1 0,0 1 0,0-1 0,1 1 0,0 0 0,-1 0 0,1 0 0,1 0 0,5-5 0,-2 4 0,1 0 0,0 0 0,-1 1 0,2 0 0,-1 0 0,0 1 0,1 1 0,-1-1 0,1 1 0,0 0 0,0 1 0,0 0 0,0 1 0,0 0 0,0 0 0,0 1 0,0 0 0,-1 0 0,17 5 0,-22-4 0,1 1 0,0-1 0,-1 1 0,1 0 0,-1 0 0,0 0 0,0 0 0,0 1 0,0-1 0,0 1 0,-1 0 0,0 0 0,0 0 0,0 0 0,0 0 0,-1 0 0,1 0 0,-1 1 0,1 4 0,0 5 0,1-1 0,-2 1 0,0-1 0,-2 28 0,1-38 0,0 1 0,0-1 0,-1 0 0,0 0 0,1 0 0,-1 0 0,0 0 0,0 0 0,-1 0 0,1 0 0,-1-1 0,1 1 0,-1 0 0,0-1 0,0 1 0,0-1 0,0 0 0,-1 1 0,1-1 0,-5 2 0,3-1 0,0-2 0,0 1 0,-1 0 0,1-1 0,-1 0 0,1 0 0,-1 0 0,1-1 0,-1 1 0,0-1 0,1 0 0,-9-1 0,3-1 0,0 0 0,1 0 0,-1 0 0,1-1 0,-1-1 0,1 0 0,0 0 0,1-1 0,-1 0 0,1 0 0,0-1 0,-13-11 0,12 7 0,1 0 0,0 0 0,1-1 0,-8-13 0,14 22 0,-1-1 0,1 1 0,0-1 0,0 0 0,0 1 0,0-1 0,0 0 0,1 0 0,-1 0 0,1 0 0,0 0 0,0 1 0,0-1 0,0 0 0,0 0 0,1 0 0,-1 0 0,1 0 0,0 1 0,0-1 0,0 0 0,0 0 0,0 1 0,0-1 0,3-2 0,-2 3 0,-1 0 0,1 1 0,0-1 0,1 1 0,-1-1 0,0 1 0,0 0 0,1 0 0,-1 0 0,0 0 0,1 0 0,-1 0 0,1 1 0,-1-1 0,1 1 0,-1 0 0,1 0 0,0 0 0,-1 0 0,1 0 0,3 1 0,-3-1 0,1 1 0,0 0 0,0 0 0,-1 0 0,1 0 0,-1 1 0,1-1 0,-1 1 0,0 0 0,1 0 0,-1 0 0,0 0 0,5 5 0,14 12-1365,-9-12-5461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1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24575,'-6'1'0,"-1"1"0,1 0 0,0 0 0,0 1 0,0-1 0,0 1 0,1 1 0,-1-1 0,1 1 0,0 0 0,-8 7 0,-20 13 0,26-20 0,1 1 0,-1 0 0,1 0 0,1 1 0,-1-1 0,1 1 0,0 1 0,0-1 0,1 1 0,-1-1 0,2 1 0,-5 9 0,6-11 0,0 1 0,0-1 0,0 1 0,0 0 0,1 0 0,0-1 0,0 1 0,1 0 0,0 0 0,0 0 0,0 0 0,1 0 0,-1 0 0,1 0 0,1 0 0,3 9 0,-3-10 0,1-1 0,0 0 0,0 0 0,0 0 0,0-1 0,1 1 0,0-1 0,-1 0 0,1 0 0,0 0 0,1 0 0,-1-1 0,0 0 0,1 0 0,-1 0 0,1 0 0,0-1 0,0 1 0,0-1 0,-1 0 0,10 0 0,9 1 0,0-2 0,1 0 0,25-3 0,-43 2 0,0 0 0,-1 0 0,1 0 0,-1-1 0,1 0 0,-1 0 0,0 0 0,0-1 0,0 0 0,5-3 0,41-39 0,-38 32 0,2 1-40,-13 10-55,0 1 1,1-1-1,-1 0 0,0 0 1,0 0-1,0 0 1,0 0-1,0 0 0,-1 0 1,1-1-1,-1 1 0,1-1 1,1-4-1,-1-5-6731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1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24575,'1'4'0,"0"1"0,1 0 0,-1-1 0,1 1 0,0 0 0,0-1 0,2 5 0,5 8 0,-3 4 0,0 0 0,-1 0 0,3 34 0,-2-10 0,-5-41-114,0 0 1,0-1-1,0 1 0,1-1 0,-1 1 1,1-1-1,0 1 0,0-1 0,0 0 1,0 0-1,4 4 0,4 2-6712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2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0 24575,'-8'0'0,"0"1"0,0 0 0,0 0 0,0 1 0,0 0 0,0 0 0,1 1 0,-1 0 0,-7 4 0,12-5 0,-1 0 0,1 0 0,0 0 0,0 0 0,0 0 0,0 1 0,1-1 0,-1 1 0,1 0 0,-1 0 0,1 0 0,0 0 0,0 0 0,0 0 0,1 1 0,-1-1 0,1 1 0,0-1 0,0 1 0,0-1 0,-1 8 0,2-8 0,1-1 0,-1 1 0,0 0 0,1-1 0,0 1 0,0-1 0,0 1 0,0-1 0,0 1 0,0-1 0,0 0 0,1 1 0,-1-1 0,1 0 0,2 3 0,36 31 0,-19-18 0,20 13 0,-34-27 0,0 1 0,-1 0 0,0-1 0,0 2 0,0-1 0,0 1 0,-1 0 0,8 11 0,3 5 0,15 25 0,-31-45 0,1-1 0,0 1 0,0-1 0,0 1 0,-1 0 0,1 0 0,-1-1 0,1 1 0,-1 0 0,0 0 0,0 0 0,0-1 0,0 1 0,0 0 0,0 0 0,0 0 0,-1-1 0,1 1 0,0 0 0,-1 0 0,0-1 0,1 1 0,-2 2 0,0-2 0,-1 0 0,1-1 0,0 1 0,0-1 0,-1 1 0,1-1 0,0 0 0,-1 0 0,1 0 0,-1 0 0,0-1 0,1 1 0,-1 0 0,0-1 0,1 0 0,-6 0 0,-47-2 0,49 1 0,-20-3-227,-1-2-1,1-1 1,0-1-1,0-1 1,-33-17-1,47 20-6598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3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0 24575,'-1'6'0,"0"0"0,0 0 0,0 0 0,-1 0 0,1 0 0,-2 0 0,1-1 0,0 1 0,-1-1 0,0 1 0,-1-1 0,-4 6 0,7-9 0,0 0 0,-1-1 0,1 1 0,-1 0 0,1-1 0,-1 1 0,1-1 0,-1 0 0,0 1 0,0-1 0,0 0 0,0 0 0,0 0 0,0 0 0,0-1 0,0 1 0,0 0 0,0-1 0,0 0 0,-1 1 0,1-1 0,0 0 0,0 0 0,0 0 0,-1 0 0,1-1 0,0 1 0,0 0 0,0-1 0,0 0 0,0 1 0,0-1 0,0 0 0,0 0 0,0 0 0,-4-3 0,5 3 3,1 1-1,-1-1 1,0 1-1,0-1 1,0 1-1,0-1 1,1 0-1,-1 1 1,0-1-1,0 0 1,1 0-1,-1 1 1,1-1-1,-1 0 1,1 0-1,-1 0 1,1 0-1,0 0 1,-1 0-1,1 0 1,0 0-1,0 0 1,-1 0-1,1 0 1,0 0-1,0 0 1,0 0-1,0 0 1,0 0-1,1 0 1,-1 0-1,0 0 1,0 0-1,1 0 1,-1 0-1,0 0 1,1 0-1,-1 1 1,1-1-1,0 0 1,-1 0-1,1 0 0,-1 1 1,1-1-1,0 0 1,0 0-1,1 0 1,0-1-102,1 0 0,-1 1 0,1-1 0,0 1 0,0-1 0,-1 1 0,1 0 0,0 0 0,0 1 0,0-1 0,0 0 0,1 1 0,-1 0 0,5 0 0,5 2-6727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5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24575,'10'4'0,"1"0"0,-1-1 0,1 0 0,0-1 0,0-1 0,0 1 0,20-2 0,35 6 0,-12 1 0,1-2 0,0-2 0,61-6 0,-13 1 0,160 2 0,-254-1 0,-1 0 0,1 0 0,-1-1 0,1 0 0,-1-1 0,11-4 0,-9 3 0,0 1 0,0 0 0,0 0 0,11-1 0,55 2 0,-111-10 0,14 10-1365,0 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5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24575,'997'0'-2035,"-849"-10"1791,0 1-323,-125 9 559,-1 0 0,1-1 0,0-2 0,0 0 1,37-11-1,-46 10-34,0 1 0,1 0 0,-1 1 0,16 0 0,-12 1-5046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1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250 213 24575,'0'0'0,"-1"-1"0,0 1 0,0-1 0,1 0 0,-1 1 0,0-1 0,1 0 0,-1 0 0,0 1 0,1-1 0,-1 0 0,1 0 0,-1 0 0,1 0 0,0 0 0,-1 0 0,1 0 0,0 0 0,0 0 0,0 1 0,-1-1 0,1 0 0,0 0 0,0 0 0,1 0 0,-1 0 0,0 0 0,0 0 0,0 0 0,1 0 0,-1-2 0,0 3 0,0-1 0,0 0 0,1 1 0,-1-1 0,0 0 0,0 1 0,0-1 0,0 1 0,1-1 0,-1 0 0,0 1 0,0-1 0,1 1 0,-1-1 0,0 1 0,1-1 0,-1 0 0,1 1 0,-1 0 0,1-1 0,-1 1 0,1-1 0,-1 1 0,1 0 0,-1-1 0,1 1 0,0 0 0,-1-1 0,1 1 0,0 0 0,-1 0 0,1 0 0,-1 0 0,1-1 0,0 1 0,-1 0 0,1 0 0,0 0 0,-1 1 0,1-1 0,0 0 0,-1 0 0,1 0 0,0 0 0,-1 0 0,1 1 0,-1-1 0,1 0 0,0 1 0,-1-1 0,1 0 0,-1 1 0,1-1 0,-1 1 0,1 0 0,5 4 0,-1 0 0,0 0 0,0 1 0,-1-1 0,0 1 0,0 0 0,0 1 0,2 6 0,-5-12 0,0 0 0,0 1 0,-1-1 0,1 0 0,-1 0 0,1 1 0,-1-1 0,1 0 0,-1 1 0,0-1 0,0 0 0,0 1 0,0-1 0,0 1 0,0-1 0,0 0 0,0 1 0,0-1 0,-1 0 0,1 1 0,-1-1 0,1 0 0,-1 1 0,1-1 0,-1 0 0,0 0 0,1 0 0,-1 0 0,0 1 0,0-1 0,0 0 0,0 0 0,0-1 0,0 1 0,0 0 0,0 0 0,0 0 0,0-1 0,-1 1 0,1-1 0,0 1 0,-1-1 0,1 1 0,0-1 0,-1 0 0,1 1 0,0-1 0,-3 0 0,0 0 0,1 0 0,-1 0 0,0 0 0,0-1 0,0 1 0,0-1 0,0 0 0,1 0 0,-1-1 0,0 1 0,1-1 0,-1 0 0,1 1 0,-1-2 0,1 1 0,0 0 0,0-1 0,0 1 0,0-1 0,1 0 0,-1 0 0,1 0 0,-1 0 0,1 0 0,-3-8 0,2 6 0,0 0 0,1 0 0,-1 0 0,1-1 0,1 1 0,-1-1 0,1 1 0,0-1 0,0 0 0,0 0 0,1 1 0,0-1 0,0 0 0,1 0 0,-1 0 0,1 1 0,2-8 0,-2 12 0,-1 0 0,0 0 0,1-1 0,-1 1 0,0 0 0,1 0 0,0 0 0,-1 0 0,1-1 0,0 1 0,0 0 0,-1 0 0,1 0 0,0 1 0,0-1 0,0 0 0,0 0 0,0 0 0,0 1 0,0-1 0,1 0 0,-1 1 0,0-1 0,0 1 0,0-1 0,1 1 0,-1 0 0,0 0 0,0-1 0,1 1 0,-1 0 0,0 0 0,1 0 0,-1 0 0,0 1 0,1-1 0,-1 0 0,0 0 0,0 1 0,0-1 0,1 1 0,-1-1 0,0 1 0,1 0 0,2 2 0,0 0 0,0-1 0,-1 1 0,1 1 0,-1-1 0,0 0 0,0 1 0,0-1 0,0 1 0,-1 0 0,3 5 0,-3-7 0,-1 1 0,0-1 0,0 1 0,0 0 0,0 0 0,0-1 0,0 1 0,-1 0 0,0 0 0,1 0 0,-1 0 0,0 0 0,0-1 0,0 1 0,-1 0 0,1 0 0,-1 0 0,0 0 0,-1 3 0,1-4 0,-1 0 0,0 0 0,0 0 0,0 0 0,0 0 0,0 0 0,0-1 0,0 1 0,-1-1 0,1 0 0,-1 0 0,1 1 0,-1-1 0,1-1 0,-1 1 0,1 0 0,-1-1 0,0 1 0,0-1 0,-4 0 0,-19 2 0,1-1 0,-1-1 0,1-1 0,-28-5 0,50 5 0,-1 0 0,1-1 0,0 1 0,-1-1 0,1 0 0,0 0 0,0 0 0,0 0 0,0 0 0,1 0 0,-1-1 0,0 0 0,1 1 0,0-1 0,0 0 0,0 0 0,0 0 0,0 0 0,0-1 0,1 1 0,0 0 0,-2-5 0,2 2 0,-1 1 0,1-1 0,0 0 0,0 1 0,0-1 0,1 0 0,0 0 0,0 0 0,1 1 0,0-1 0,-1 0 0,2 0 0,2-7 0,-2 8 0,1 1 0,0 0 0,0 0 0,1 0 0,-1 0 0,1 1 0,-1-1 0,1 1 0,1 0 0,-1 0 0,0 0 0,1 1 0,5-3 0,0 0 0,1 0 0,-1 1 0,1 1 0,0 0 0,12-2 0,-13 3 0,0 1 0,0 1 0,1 0 0,-1 0 0,17 3 0,-23-3 0,0 1 0,0 0 0,-1 1 0,1-1 0,0 1 0,-1-1 0,1 1 0,-1 0 0,1 0 0,-1 1 0,0-1 0,0 1 0,0-1 0,0 1 0,-1 0 0,1 0 0,2 5 0,2 2 0,-1 1 0,-1-1 0,1 1 0,-2 0 0,5 17 0,-8-26 0,0 0 0,-1 1 0,0-1 0,1 0 0,-1 1 0,0-1 0,0 0 0,0 1 0,0-1 0,-1 0 0,1 1 0,-1-1 0,1 0 0,-1 1 0,0-1 0,0 0 0,0 0 0,0 0 0,0 0 0,0 0 0,-1 0 0,1 0 0,-1 0 0,1 0 0,-1-1 0,0 1 0,1-1 0,-1 1 0,0-1 0,0 0 0,0 1 0,0-1 0,-1 0 0,-3 1 0,-7 2 0,0 0 0,-1 0 0,1-1 0,-1-1 0,0-1 0,0 1 0,0-2 0,-15-1 0,25 1 0,-1-1 0,1 1 0,0-1 0,-1 1 0,1-2 0,0 1 0,0 0 0,-1-1 0,1 0 0,0 0 0,0 0 0,1 0 0,-1 0 0,0-1 0,1 0 0,0 0 0,-1 0 0,1 0 0,0 0 0,1-1 0,-1 1 0,0-1 0,1 0 0,0 0 0,0 0 0,0 0 0,1 0 0,-3-8 0,3 11 3,1 0 0,0 0 0,-1 0 1,1 0-1,0 0 0,0 0 0,0 0 0,0 0 0,0 0 0,0 0 0,0 0 0,0 0 0,0 0 0,0 0 0,0 0 0,0 0 0,1 0 1,-1 0-1,0 0 0,1 0 0,-1 0 0,1 0 0,-1 1 0,1-1 0,0 0 0,-1 0 0,1 1 0,0-1 0,-1 0 0,1 0 0,0 1 0,0-1 1,0 1-1,-1-1 0,1 1 0,0-1 0,0 1 0,1-1 0,0 1-77,0 0 0,0 0-1,0 0 1,-1 1 0,1-1-1,0 0 1,0 1 0,0-1 0,0 1-1,-1 0 1,1-1 0,0 1 0,-1 0-1,1 0 1,0 0 0,-1 0 0,1 0-1,-1 1 1,2 1 0,5 6-6752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2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24575,'2'2'0,"0"0"0,0 0 0,0 0 0,0 0 0,0 0 0,-1 1 0,1-1 0,-1 1 0,1-1 0,-1 1 0,0 0 0,0-1 0,0 1 0,0 4 0,4 6 0,16 25 0,-10-19 0,-1 1 0,15 39 0,31 110 0,-7-9 0,-44-147 0,0 0 0,11 21 0,-10-22 0,1 1 0,6 23 0,9 58 0,-14-52 0,22 62 0,-20-75 0,-2 0 0,-1 1 0,-1 0 0,3 54 0,-9 125 0,-2-94 0,0-8 0,5 113 0,3-185-1365,-2-20-5461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2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24575,'-2'78'0,"4"87"0,-2-162 0,0 0 0,0 0 0,1 0 0,-1 0 0,1 0 0,0 0 0,0 0 0,0 0 0,0 0 0,0 0 0,1 0 0,-1-1 0,1 1 0,-1 0 0,1-1 0,0 1 0,0-1 0,1 0 0,3 4 0,-3-5 0,-1 0 0,1 0 0,0 0 0,0-1 0,0 1 0,-1-1 0,1 1 0,0-1 0,0 0 0,0 0 0,0 0 0,0-1 0,0 1 0,0-1 0,0 1 0,-1-1 0,1 0 0,0 0 0,0 0 0,4-3 0,17-9 0,-1-1 0,34-27 0,14-9 0,-46 31-1365,-15 10-5461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4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1210 1818 24575,'0'-3'0,"0"-1"0,-1 1 0,0-1 0,0 1 0,0-1 0,0 1 0,-1-1 0,1 1 0,-1 0 0,-4-6 0,-26-31 0,20 26 0,-14-18 0,0 0 0,0 0 0,-27-49 0,34 51 0,-1 1 0,-36-38 0,8 8 0,22 27 0,-6-9 0,-29-48 0,-35-87 0,67 120 0,14 29 0,2-1 0,0 0 0,-11-39 0,19 51 0,-1-1 0,-11-20 0,-7-20 0,-14-43 0,36 104 0,-4 13 0,5-17 0,1 1 0,0-1 0,-1 0 0,1 0 0,-1 1 0,1-1 0,0 0 0,-1 0 0,1 0 0,-1 0 0,1 0 0,-1 0 0,1 0 0,-1 0 0,1 0 0,0 0 0,-1 0 0,1 0 0,-1 0 0,1 0 0,-1 0 0,1 0 0,-1-1 0,1 1 0,0 0 0,-1 0 0,1 0 0,-1-1 0,1 1 0,0 0 0,-1 0 0,1-1 0,0 1 0,-1 0 0,1-1 0,0 1 0,0-1 0,-1 1 0,1 0 0,0-1 0,0 1 0,0-1 0,0 1 0,-1 0 0,1-1 0,-8-13 0,0 1 0,1-1 0,0 0 0,-5-17 0,6 13 0,-2 1 0,-12-23 0,-48-58 0,-104-117 0,147 188 0,-13-16 0,33 37-151,1 0-1,-1 1 0,0-1 0,-1 1 1,1 1-1,-1-1 0,0 1 1,-11-6-1,4 3-6674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24575,'3'53'0,"2"0"0,3 0 0,15 54 0,-15-69 0,17 107 0,-10-98 0,-11-38 0,-1 0 0,0 0 0,0 0 0,2 17 0,-5-23-79,2 29 288,-4-25-458,-4-20-997,2-1-5580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24575,'363'0'-1365,"-345"0"-5461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17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 24575,'3'0'0,"7"1"0,0-1 0,0-1 0,0 0 0,0 0 0,0 0 0,0-2 0,17-5 0,1-1 0,1 1 0,0 1 0,56-5 0,150-10 0,-166 15 0,21-2 0,-70 7 31,0 0-1,0-1 0,23-8 0,-23 6-401,0 0-1,1 2 1,20-2-1,-32 5-6454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24575,'-2'47'0,"-15"82"0,-1-3 0,12-58 0,-4 83 0,10-64-1365,0-68-5461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24575,'0'-1'0,"0"1"0,1-1 0,-1 0 0,1 0 0,-1 0 0,1 1 0,-1-1 0,1 0 0,-1 1 0,1-1 0,0 0 0,-1 1 0,1-1 0,0 1 0,-1-1 0,1 1 0,0-1 0,0 1 0,0 0 0,-1-1 0,1 1 0,0 0 0,0 0 0,0-1 0,0 1 0,0 0 0,1 0 0,31-3 0,-29 3 0,12 0 0,-1-1 0,1-1 0,-1 0 0,0-1 0,0-1 0,15-6 0,-17 6 0,1 0 0,-1 1 0,0 1 0,1 0 0,18-1 0,74 6 0,-36-1 0,-50-2-82,-8-1-239,-1 1 1,0 1-1,18 2 0,-15 1-6505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6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24575,'13'0'0,"1"0"0,-1-1 0,1-1 0,-1 0 0,0 0 0,0-2 0,19-6 0,18-9 0,97-22 0,-138 39-170,-1-1-1,1 0 0,-1 0 1,1-1-1,-1 0 0,0 0 1,13-11-1,-11 7-6655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7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24575,'3'1'0,"-1"-1"0,0 1 0,0 0 0,0 0 0,0 0 0,0 0 0,0 1 0,0-1 0,0 0 0,0 1 0,0-1 0,-1 1 0,1 0 0,0 0 0,-1 0 0,0-1 0,1 1 0,-1 0 0,0 1 0,0-1 0,1 3 0,18 49 0,2 51 0,-13-57 0,6 0 0,-11-39 0,-1 1 0,0-1 0,0 1 0,1 15 0,-3 133 0,-1-10 0,3-130-1365,1-5-5461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7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24575,'2'-2'0,"1"0"0,0 0 0,0 0 0,0 1 0,0-1 0,0 1 0,0 0 0,0 0 0,0 0 0,1 0 0,-1 0 0,0 1 0,4-1 0,51 0 0,-40 1 0,26-1 0,-19 0 0,1 1 0,35 4 0,-55-3 0,-1 1 0,1-1 0,0 1 0,-1 0 0,1 1 0,-1-1 0,1 1 0,-1 0 0,0 1 0,0-1 0,-1 1 0,1 0 0,-1 0 0,0 0 0,0 1 0,0 0 0,0-1 0,-1 1 0,0 1 0,0-1 0,0 0 0,-1 1 0,3 7 0,0 2 0,-1 1 0,-1-1 0,0 1 0,-1 0 0,-1 0 0,0 0 0,-3 25 0,2-38 0,-1 1 0,1-1 0,-1 1 0,0 0 0,0-1 0,0 1 0,0-1 0,-1 0 0,1 0 0,-1 1 0,0-1 0,0 0 0,0 0 0,-1 0 0,1-1 0,0 1 0,-1-1 0,0 1 0,0-1 0,0 0 0,0 0 0,0 0 0,0 0 0,-7 2 0,-5 1 0,1-1 0,-1 0 0,0-1 0,-27 1 0,11 0 0,-2-1-682,-35-1-1,49-2-6143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7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24575,'3'0'0,"4"0"0,4 0 0,3 0 0,-1-6 0,3-2 0,2 0 0,1 2 0,-3 2-8191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8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 24575,'-1'7'0,"0"0"0,0-1 0,-1 1 0,0 0 0,0-1 0,-5 12 0,-9 28 0,11 9 0,2 0 0,5 66 0,0-20 0,0-44 0,2 0 0,20 101 0,-10-88-1365,-10-57-5461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8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24575,'1'-3'0,"-1"1"0,0-1 0,1 0 0,-1 1 0,1-1 0,0 1 0,0-1 0,0 1 0,0 0 0,0-1 0,1 1 0,-1 0 0,1 0 0,0 0 0,-1 0 0,1 0 0,0 0 0,0 0 0,0 0 0,0 1 0,4-3 0,6-2 0,0-1 0,1 2 0,15-5 0,4-3 0,125-47-631,-138 54-103,-1 0-6092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8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24575,'-1'41'0,"4"78"0,-1-102 0,0-1 0,1 0 0,1-1 0,0 1 0,9 20 0,1-1 0,-3 1 0,-1 1 0,-1 0 0,5 58 0,4 15 0,-3-52 0,-10-42 0,-1 0 0,0 0 0,2 31 0,-5-34 0,-2 28 0,-7-54 91,-1-8-1547,3 4-5370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5:59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24575,'3'-1'0,"-1"1"0,1-1 0,-1 0 0,1 0 0,-1 0 0,1 0 0,-1-1 0,4-2 0,10-5 0,6 1 0,1 1 0,0 1 0,0 1 0,1 1 0,-1 1 0,1 1 0,0 1 0,-1 1 0,1 1 0,26 5 0,-44-4 0,-1 0 0,0 0 0,0 1 0,0-1 0,0 1 0,0 0 0,0 1 0,-1-1 0,1 1 0,-1 0 0,0 0 0,-1 0 0,1 0 0,-1 1 0,1 0 0,-1 0 0,4 10 0,-1-4 0,-1 1 0,0 1 0,-1-1 0,0 1 0,-1-1 0,2 25 0,-2 30 0,-7 86 0,2-139 0,-1 1 0,-1 0 0,0-1 0,0 1 0,-2-1 0,0-1 0,0 1 0,-2-1 0,1 0 0,-2 0 0,1-1 0,-2-1 0,0 1 0,0-1 0,-1-1 0,0 0 0,-1 0 0,-15 9 0,-5-2-1365,16-10-5461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0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24575,'3'0'0,"4"0"0,4 0 0,6 0 0,2 0 0,3 0 0,-1 0 0,2 0 0,1 0 0,-2 0 0,0 0 0,0 0 0,1 0 0,-1 0 0,-4-3 0,-5-1-8191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0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0 205 24575,'2'-3'0,"0"1"0,0 0 0,-1 0 0,1 0 0,1 0 0,-1 0 0,0 1 0,0-1 0,1 1 0,3-3 0,6-4 0,-5 2 0,1-1 0,0 1 0,0 0 0,1 1 0,-1 0 0,1 0 0,1 1 0,-1 0 0,13-4 0,6-1 0,-1-1 0,36-18 0,-8 3 0,-45 20-273,-1 0 0,0 0 0,-1-1 0,9-6 0,-3 0-6553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00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438 895 24575,'-7'0'0,"-1"0"0,0-1 0,0 0 0,0 0 0,0-1 0,1 0 0,-1-1 0,-9-4 0,1-1 0,0-1 0,-21-18 0,23 17 0,-60-49 0,65 50 0,-22-18 0,-49-60 0,71 76 0,2-1 0,-1 1 0,2-1 0,-1 0 0,1-1 0,1 1 0,1-1 0,-1 0 0,-3-23 0,1-4 0,2 0 0,2-1 0,2-56 0,2 90 0,0-1 0,1 1 0,0 0 0,1 0 0,0 0 0,0 0 0,0 0 0,8-11 0,-2 5 0,0 1 0,1 0 0,16-15 0,-13 17 0,1 0 0,1 1 0,-1 1 0,2 0 0,22-8 0,-10 4 0,-3 1 0,1 2 0,0 1 0,36-6 0,83-6 0,-74 15 0,76 6 0,-56 0 0,-84-1 0,1 0 0,-1 1 0,0-1 0,1 2 0,-1-1 0,0 1 0,0 0 0,0 0 0,0 1 0,0 0 0,-1 0 0,1 1 0,-1 0 0,0 0 0,0 0 0,0 1 0,0 0 0,-1 0 0,6 8 0,20 20 0,-12-13 0,-1 0 0,-1 2 0,26 41 0,-33-45 0,-2 1 0,0 0 0,-1 0 0,-2 1 0,1 0 0,4 40 0,-6 1 0,-3 62 0,-2-64 0,1-51 0,-1 0 0,0 0 0,-1 0 0,1 0 0,-2 0 0,1-1 0,-1 1 0,0 0 0,-1-1 0,0 0 0,0 0 0,0 0 0,-1 0 0,-6 5 0,0 1 0,-2 0 0,0-1 0,0-1 0,-1 0 0,-23 13 0,24-17 0,-1-1 0,1 0 0,-1-1 0,0-1 0,-20 4 0,-75 7 0,-85-13 46,106-3-1457,69 1-5415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0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24575,'2625'0'-11541,"-1750"0"11603,-1 0 5053,-854 0-6942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1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65 225 24575,'-1'-7'0,"0"0"0,-1-1 0,0 1 0,0 0 0,-1 0 0,1 0 0,-2 0 0,1 0 0,-1 1 0,-5-8 0,5 8 0,0 1 0,1-1 0,-1 0 0,1 0 0,1 0 0,-1-1 0,1 1 0,0-1 0,1 1 0,-1-1 0,0-11 0,3 15 0,-1 0 0,1 1 0,-1-1 0,1 1 0,0-1 0,0 1 0,0 0 0,1-1 0,-1 1 0,0 0 0,1 0 0,0 0 0,-1 0 0,1 0 0,0 0 0,0 0 0,0 1 0,0-1 0,0 1 0,0-1 0,1 1 0,2-2 0,-3 2 0,0 0 0,0 1 0,0-1 0,-1 0 0,1 1 0,0-1 0,0 1 0,0 0 0,0 0 0,0 0 0,0 0 0,0 0 0,0 0 0,0 0 0,0 0 0,0 1 0,0-1 0,0 1 0,0 0 0,0-1 0,0 1 0,-1 0 0,1 0 0,0 0 0,-1 0 0,1 1 0,0-1 0,1 2 0,4 4 102,-4-14-1569,-3-2-5359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4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24575,'106'2'0,"112"-4"0,-153-7 0,-40 5 0,37-1 0,-21 3 0,51-9 0,-88 11 0,88-6 0,-64 5 0,53-7 0,-47 3 0,1 3 0,60 1 0,-56 2 0,-38-1 0,-1 0 0,0 0 0,1 0 0,-1 0 0,1 0 0,-1 1 0,0-1 0,1 0 0,-1 0 0,0 0 0,1-1 0,-1 1 0,1 0 0,-1 0 0,0 0 0,1 0 0,-1 0 0,0 0 0,1 0 0,-1-1 0,0 1 0,1 0 0,-1 0 0,0-1 0,1 1 0,-1 0 0,0 0 0,0-1 0,1 1 0,-1-1 0,-7-7 0,-19-7 0,-8 8 0,-1 1 0,-53-2 0,-22-4 0,-19-1 132,36 5-1629,67 5-5329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4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24575,'3'0'0,"4"0"0,3 0 0,4 0 0,5 0 0,2 0 0,1 0 0,-1 0 0,3 0 0,-1 0 0,0 0 0,-2 0 0,2 0 0,-4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5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24575,'3'0'0,"1"3"0,-1 4 0,0 4 0,0 2 0,-2 6 0,0 2 0,-1 1 0,0 0 0,0 1 0,0 0 0,-1 0 0,1-2 0,0 2 0,0 0 0,0-4-8191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6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59 24575,'0'-3'0,"0"-4"0,0-3 0,0-7 0,0 3 0,0 7 0,0 7 0,-6 4 0,-5 2 0,0 5 0,1 0-8191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8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24575,'2'2'0,"-1"0"0,1 0 0,0 1 0,-1-1 0,1 0 0,-1 1 0,0-1 0,0 1 0,0-1 0,0 1 0,0-1 0,0 6 0,4 5 0,9 22 0,-2 2 0,9 42 0,13 39 0,21 9 0,11 53 0,-33-86 0,-24-64 0,18 40 0,-13-38 0,-3 0 0,10 37 0,-14-39 0,2-1 0,1-1 0,17 35 0,5 10 0,-25-53 0,2 0 0,20 36 0,-20-39 0,-1 1 0,0 1 0,-2-1 0,0 1 0,-1 0 0,-1 0 0,3 35 0,4 10 0,-5-21 0,-5-32 0,0 0 0,1 0 0,1-1 0,-1 1 0,7 14 0,3 6 0,-2 1 0,-1-1 0,6 44 0,-11-51 0,16 74 0,-23-163-1365,-1 47-5461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28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0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24575,'2'0'0,"-1"1"0,1-1 0,-1 0 0,0 1 0,1-1 0,-1 1 0,1-1 0,-1 1 0,0 0 0,1 0 0,-1 0 0,0 0 0,0-1 0,0 2 0,0-1 0,0 0 0,0 0 0,0 0 0,0 0 0,0 1 0,0-1 0,0 2 0,17 39 0,-8-16 0,1-5 0,-1 0 0,0 1 0,-2 1 0,0 0 0,-2 0 0,-1 0 0,0 0 0,-2 1 0,-1 0 0,0 0 0,-2 0 0,-4 35 0,3-54 0,0-1 0,0 0 0,0 0 0,0 0 0,-1 1 0,0-1 0,0-1 0,0 1 0,0 0 0,-1 0 0,1-1 0,-1 1 0,-5 4 0,-2 1 0,-1-1 0,0 0 0,-13 7 0,-1 1 0,-18 7-1365,33-17-5461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 24575,'-13'271'0,"7"-202"0,4 1 0,7 75 0,-5-136 0,2-1 0,-1 0 0,1 1 0,0-1 0,1 0 0,0 0 0,0 0 0,8 13 0,-10-19 0,0-1 0,0 1 0,0 0 0,0-1 0,1 1 0,-1-1 0,1 1 0,-1-1 0,1 1 0,-1-1 0,1 0 0,0 0 0,-1 0 0,1 0 0,0 0 0,0 0 0,0 0 0,0-1 0,0 1 0,0-1 0,0 1 0,0-1 0,0 0 0,0 0 0,0 0 0,0 0 0,0 0 0,0 0 0,0-1 0,0 1 0,0-1 0,0 1 0,0-1 0,0 0 0,0 0 0,0 0 0,0 0 0,-1 0 0,1 0 0,0 0 0,2-3 0,-1 1 0,1 0 0,-1-1 0,0 1 0,0-1 0,0 0 0,0 0 0,0 0 0,-1-1 0,0 1 0,0-1 0,0 1 0,-1-1 0,1 0 0,-1 1 0,0-1 0,0-8 0,1-10 0,-1 1 0,-4-33 0,1 15 0,2 28 0,0-1 0,0 1 0,1 0 0,1 0 0,0 0 0,0 0 0,2 1 0,-1-1 0,1 1 0,8-17 0,-6 19 0,-1 0 0,-1 0 0,0-1 0,0 0 0,-1 0 0,0 0 0,3-18 0,-6 25 0,0 0 0,0-1 0,0 1 0,0 0 0,0 0 0,0 0 0,-1 0 0,0 0 0,0 0 0,1 0 0,-2 1 0,1-1 0,0 0 0,-1 0 0,1 1 0,-1-1 0,0 1 0,1-1 0,-1 1 0,-1 0 0,1 0 0,0 0 0,0 0 0,-1 0 0,1 0 0,-1 0 0,0 1 0,1 0 0,-1-1 0,-5 0 0,-4-2 0,1 0 0,-2 2 0,1-1 0,-12 0 0,19 3 0,0-1 0,1 1 0,-1 0 0,0 0 0,1 1 0,-1-1 0,0 1 0,1 0 0,-1 0 0,1 1 0,0-1 0,-1 1 0,-6 4 0,8-3 0,1 0 0,-1 0 0,1 1 0,0-1 0,-1 0 0,2 1 0,-1 0 0,0-1 0,1 1 0,0 0 0,-1 0 0,1 6 0,-1-2 0,1 0 0,0 0 0,0 1 0,1-1 0,0 9 0,1-14 0,0-1 0,0 0 0,0 0 0,0 1 0,0-1 0,0 0 0,1 0 0,-1 0 0,1 0 0,-1 0 0,1 0 0,0-1 0,0 1 0,0-1 0,0 1 0,0-1 0,0 1 0,0-1 0,4 1 0,49 20 0,-46-19 0,2 0-341,0 0 0,0-1-1,17 1 1,-9-2-6485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3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 1423 24575,'-4'-1'0,"0"1"0,0-1 0,0 1 0,0-1 0,0 0 0,0-1 0,1 1 0,-1-1 0,0 0 0,1 0 0,0 0 0,-6-4 0,-36-36 0,26 23 0,7 6 0,0-1 0,-11-17 0,-18-19 0,29 35 0,1-1 0,0 1 0,1-2 0,-14-29 0,-14-24 0,29 52 0,1-1 0,1 1 0,1-1 0,1-1 0,0 1 0,-2-27 0,4 28 0,-1-10 0,2 16 0,0 1 0,0-1 0,-1 1 0,-5-15 0,3 11 0,0 1 0,1-1 0,1 0 0,0-1 0,1 1 0,0-19 0,6-92 0,-3 116 0,0 1 0,1 0 0,0-1 0,0 1 0,1 0 0,0 1 0,1-1 0,0 0 0,6-9 0,1 2 0,1 0 0,0 1 0,20-18 0,-11 11 0,-13 13 0,1 0 0,0 1 0,0 0 0,1 0 0,16-10 0,21-15 0,-37 25 0,1 1 0,-1-1 0,20-9 0,58-29 0,-61 30 0,0 2 0,46-18 0,-60 27 0,0-1 0,-1-1 0,18-11 0,-21 12 0,0 0 0,0 1 0,1 0 0,0 0 0,-1 1 0,1 1 0,19-5 0,-18 6 0,0 0 0,0 1 0,0 1 0,0 0 0,0 0 0,0 1 0,0 1 0,0 0 0,0 0 0,0 1 0,-1 0 0,1 1 0,18 10 0,60 40 0,125 101 0,-178-123 0,-2 1 0,-1 2 0,33 43 0,-7 13 0,-51-79 0,-1 1 0,0 1 0,0-1 0,-2 1 0,0 0 0,7 30 0,1 2 0,-8-21 0,0 1 0,-2-1 0,-1 1 0,-1-1 0,-4 50 0,1-4 0,3-37 0,-1-13 0,-3 39 0,2-54 0,0 1 0,0-1 0,-1 1 0,0-1 0,0 0 0,-1 1 0,1-1 0,-2-1 0,1 1 0,-5 6 0,-5 4 0,-2 0 0,0-1 0,0 0 0,-29 19 0,-74 41 0,91-59 0,0-2 0,-1-1 0,-1 0 0,-50 13 0,61-21 0,1 2 0,-24 10 0,25-9 0,-1 0 0,-33 8 0,5-5 0,-1-1 0,0-3 0,0-2 0,-94-1 0,135-5 8,0 0-1,0 0 1,0-1-1,0 0 1,1 0-1,-1 0 1,1 0-1,-1-1 0,1 1 1,0-1-1,0 0 1,0-1-1,0 1 1,1-1-1,-6-6 1,-4-7-500,1 0 0,-13-24 1,25 41 481,-9-15-6816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1535 1554 24575,'-2'-3'0,"1"1"0,-1-1 0,1 0 0,-1 1 0,0-1 0,0 1 0,0 0 0,-1 0 0,1 0 0,0 0 0,-1 0 0,1 0 0,-1 1 0,0-1 0,-5-1 0,-10-9 0,-72-76 0,56 54 0,8 11 0,18 16 0,1 0 0,-1 0 0,-11-15 0,-66-81 0,26 40 0,18 22 0,-134-134 0,133 132 0,-1 2 0,-81-60 0,44 33 0,68 60 0,1-1 0,0 0 0,-13-16 0,-13-11 0,-37-17 0,-8-19 0,-80-77 0,98 89 0,45 44 0,1-1 0,0-1 0,-27-36 0,40 45 0,1 1 0,0-1 0,0 0 0,1-1 0,-4-14 0,-11-32 0,10 40-1365,2 0-5461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5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24575,'0'341'-1365,"0"-322"-5461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5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24575,'33'0'0,"1"1"0,0 2 0,63 12 0,122 36 0,-149-28 103,10 1-1571,-60-20-5358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38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1 368 24575,'40'13'0,"18"-8"0,0-2 0,61-5 0,-18 0 0,-28 4-351,-33 0 121,0-2 0,40-5 0,-14-11 230,-51 11 0,-1 1 0,1 1 0,27-4 0,9 6 0,80-7 0,76-2-347,-21 2-372,15-4 719,-50 4 0,-85 5 0,-33 2 0,-1-1 0,51-11 0,9-4-205,182-10 0,-58 9-2170,-10-18 2230,0 0 156,-129 23-263,120-36-1,-154 39 403,63-7 1,29-6 2319,-90 6-505,-37 13-1832,1 1-1,-1 0 1,1 0-1,0 1 1,14-3-1,-7 5-132,1 1 0,0 0 0,0 1 0,-1 1 0,0 0 0,18 6 0,29 6 0,-13-3-1365,-34-9-5461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24575,'27'37'0,"-19"-8"0,-2 0 0,6 54 0,-1-1 0,-7-47 0,1 54 0,3 20 0,-5-87-1365,-1-2-5461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24575,'0'3'0,"0"7"0,0 5 0,0 2 0,0 2 0,0 4 0,0-3-8191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24575,'0'3'0,"0"4"0,0 7 0,0 1-8191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24575,'0'3'0,"6"1"0,2 3 0,0 2 0,-2 7 0,-2 3 0,-1 2 0,-2-3-8191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6:4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39:24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3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4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4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15 24575,'-3'0'0,"-4"0"0,-1-3 0,-5-1 0,-3 0 0,1 1-8191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5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24575,'-3'0'0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47:15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16:43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24:40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24:40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6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7352 4338 24575,'-110'-8'-1855,"22"1"1364,-90-3-2368,-233-46 2778,145 14-1084,-4-1 168,65 13 1073,-36-8 121,10-4-1343,-48-11-503,26 2 1215,85 20 48,54 7 534,-510-111-11,587 126-143,-512-130-186,359 86 149,-184-59-76,143 36 133,-107-39 11,125 38-23,-240-101 109,330 122 814,-98-52 197,-38-33 345,122 58-1467,99 58 0,1-1 0,-58-54 0,-19-14 0,66 56 63,2-2 1,1-2-1,-41-50 1,41 37 359,2-2 1,-34-63 0,64 95 265,-20-53 0,5 10 2778,20 48-3410,1 0-1,1 0 0,0-1 0,2 1 0,0-1 0,-1-33 0,8-129 380,1 146-460,1 1-1,1 0 1,3 0-1,0 1 1,22-50-1,0 15-178,64-103-1,-60 120 204,2 2 0,73-77 0,-68 87 0,82-62 0,-64 57 0,3-2-607,2 4 0,1 2 0,113-51 0,-72 45 159,1 6-1,149-37 1,7 29 448,-179 37 0,27-3-343,132-1 0,116 18-771,-143 1 830,699 26-2753,-736-13 2748,347 40-1199,-212-14 1488,39 7 0,178 33 370,-441-68-294,256 51 1072,-165-26-1166,-30-8 243,-40-4-509,198 51-1274,26 18 2048,-201-48-104,-2 5-1,130 71 0,-173-75 2742,117 74-3180,123 136 1157,-289-221-1104,-1 1 0,-2 3 0,49 65 0,-37-39 304,33 47 408,11 55-712,-61-97 61,32 102 1,-40-104 265,-13-39 19,-1 1-1,11 56 1,-10 25-346,-5 228 0,-8-206 0,-1-120 0,0 0 0,0-1 0,-2 1 0,0 0 0,0-1 0,-11 23 0,-9 30 0,24-67 0,-8 32 0,-2 0 0,-23 50 0,-1-1 0,24-55 0,0-1 0,-19 31 0,2-11 0,-84 127 0,68-120-42,-3-3-1,-1-1 0,-73 56 1,111-96 26,-28 20-18,-2-1 0,-56 28 0,5-2-12,19-12 47,-112 45 1,55-29-63,-22 6-214,94-41 262,-191 63 44,163-56-10,-113 26-1,149-43 61,-60 11-51,-58 17-36,91-20 292,0-4-1,-137 13 1,193-27-228,-22 1 213,-52-4-1,52 0-133,-54 4 0,78 0 81,0 1 0,-19 6 0,22-6 26,-1 0 1,1 0 0,-27 2-1,-110-6-68,69-1-1637,65 1-5365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7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24575,'92'-1'0,"103"3"0,-161 2 0,-1 1 0,58 19 0,-58-15 0,-1-1 0,63 8 0,147 16-101,-152-9-151,-61-14 189,0-2-1,1-1 0,30 2 1,136 10 63,-57-3 0,-123-13-5,0 0 0,0 1 0,26 9 0,27 4-21,227 19 16,-148-18 673,-87 5-2028,-52-21-5461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8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24575,'1275'0'-3416,"-1129"-9"3136,5 1-10,-120 6 819,35-5-1,29-2 487,-67 7-238,38-6 0,-40 3-475,-85 3-1609,39 3-5519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8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1 24575,'10'0'0,"1"0"0,0 1 0,-1 0 0,1 1 0,12 4 0,-20-5 0,1 0 0,-1 0 0,0 1 0,0-1 0,0 1 0,0 0 0,0 0 0,0 0 0,0 0 0,-1 0 0,1 0 0,-1 1 0,0-1 0,1 1 0,-1 0 0,0 0 0,-1 0 0,1 0 0,0 0 0,1 4 0,9 25 0,-8-25 0,-1 0 0,-1 0 0,1 1 0,-1-1 0,0 1 0,1 11 0,-3-16 0,0-1 0,0 1 0,-1-1 0,1 0 0,-1 1 0,1-1 0,-1 0 0,0 1 0,0-1 0,0 0 0,0 0 0,-1 0 0,1 0 0,0 0 0,-1 0 0,1 0 0,-1 0 0,0 0 0,0-1 0,0 1 0,1-1 0,-2 1 0,1-1 0,0 0 0,-4 2 0,-15 6 0,-41 13 0,4-2 0,34-10-273,-2-1 0,0-1 0,0-2 0,-43 6 0,54-11-6553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49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24575,'3'75'0,"22"137"0,-9-74 0,7 42 0,-7-125 0,-10-37 0,7 35 0,5 138 0,-10-113 0,0 35 0,-7-91 58,6 35 1,0-7-1541,-6-33-5344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0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24575,'218'-1'-318,"233"3"-332,-307 6-949,90 2 1681,922-11-3144,-661 1 6072,-413 0-1676,-78 0-1253,1 0 1,-1 0-1,1 0 1,-1 0-1,1 1 1,-1 0 0,1 0-1,-1 1 1,0-1-1,1 1 1,-1 0-1,0 0 1,4 2-1,-5-1-77,0 0 0,-1 0 0,1 0 0,-1 0 0,0 0 0,0 0 0,0 1-1,0-1 1,0 1 0,-1 0 0,1-1 0,-1 1 0,0 0 0,0 0-1,0 5 1,6 21-4,21 57 0,3 10 0,1 6 0,-21-73 0,-1 1 0,8 44 0,18 125 0,5-23-598,-26 12 598,-8-68 0,-2 65 0,-6-133 0,-1-37 0,-1-1 0,0 1 0,-1-1 0,-1 0 0,-1 0 0,0 0 0,-1-1 0,-11 19 0,0 3 0,7-16 62,0-1 0,-1-1 1,-1 0-1,-1 0 0,0-1 1,-1-1-1,-27 22 0,19-18 22,19-15-83,-1-1 0,0 1 0,-1-1 0,1 0 1,-1 0-1,0 0 0,0-1 0,0 0 0,0 0 0,-1 0 0,1-1 0,-1 0 0,1 0 0,-12 1 0,-233-2-1,122-3 0,-65-10 0,185 11 0,-438-33-962,196 15-243,222 17-4819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1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24575,'0'1'0,"0"-1"0,1 1 0,-1-1 0,0 1 0,1 0 0,-1-1 0,1 1 0,-1-1 0,1 1 0,-1-1 0,1 1 0,0-1 0,-1 1 0,1-1 0,0 0 0,-1 1 0,1-1 0,0 0 0,-1 1 0,1-1 0,0 0 0,-1 0 0,1 0 0,1 0 0,24 5 0,-19-5 0,192 19 0,-183-18 0,134 15 0,-124-14-238,1 1 1,36 9-1,-36-6 160,57 5 0,345-10-211,-207-3-1612,590 2 2772,-793 0-6874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2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24575,'23'-1'0,"-1"-2"0,1 0 0,23-7 0,-21 4 0,0 1 0,27-1 0,74-10 0,-111 14 0,0 0 0,0-1 0,23-7 0,-23 5 0,0 1 0,0 1 0,26-3 0,64-2 9,27-1-158,92-3-519,-214 11 636,180-4-890,35-4 399,197 0-1847,-251 12 2192,1081-3 859,-1116 8-894,-5 1 181,-112-9 32,10 0 0,-1 1 0,1 1 0,42 8 0,-29-1 0,1-3 0,65 3 0,89-10 0,-72-1 0,272 2 4397,-346-6-4397,-44 4 0,-1 1 0,1 0 0,0 0 0,-1 1 0,1 0 0,0 0 0,0 0 0,-1 1 0,1 0 0,0 0 0,-1 1 0,9 2 0,-1 2-1365,-1-1-5461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7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9741 1661 24575,'-5'1'0,"0"1"0,0 0 0,0-1 0,0 2 0,0-1 0,1 0 0,-6 5 0,-9 3 0,-54 31 0,56-31 0,0 0 0,0-1 0,-1 0 0,-27 8 0,26-11 0,1 1 0,-22 12 0,-30 10 0,-120 25 0,143-40 0,-93 14 0,30-8 0,32 1-6614,48-12 4222,-62 11 0,-24-8 3558,-11 1 1960,44-1-3820,-15 11 694,-10 3 0,58-19-61,-21 3-236,-73 21 0,72-14 188,-96 10 1,-59 14-90,119-19 198,0-4 0,-114 4 0,178-19 0,39-2-1,-210 26-56,154-17-71,-93 2 0,73-7 94,-171-1 2075,-52 5 844,172 0-2636,-135-9-1,106-3-174,-2055 3-513,2191-1 439,1-2 0,-46-10 0,43 7 0,0 1 0,-29-1 0,-219-19 0,67 3 0,166 17 0,-50-13 0,5 1 0,-167-14-4542,149 20 4065,59 6 486,-76-11 144,27 1-962,-128-7 5940,141 15-4774,-48-2 190,5 0 324,0 0-2,87 10-722,21 0 20,0 0 1,-1-2-1,1 0 1,0-1 0,0-1-1,-21-5 1,9 0 23,-1 1 0,1 2 0,-44-3 0,-41-8-224,97 12 33,1-2 0,-1 0 0,2-1 0,-1 0 0,1-1 0,-23-16 0,31 20 0,-18-11 0,14 8 0,-1 0 0,1 0 0,-16-14 0,9 4 0,1-1 0,0 0 0,1-1 0,-20-32 0,30 40 0,1 1 0,0-1 0,0-1 0,2 1 0,-1-1 0,1 1 0,1-1 0,-2-21 0,3 1 0,1-1 0,4-32 0,-1 43 0,1 1 0,1-1 0,1 1 0,1 0 0,14-30 0,-9 29 0,0 2 0,20-23 0,-18 24 0,1-1 0,0 2 0,2 0 0,0 0 0,1 2 0,0 0 0,2 1 0,-1 1 0,2 1 0,37-17 0,6-1 0,-38 18 0,0 1 0,48-15 0,41-9 34,46-11-1699,14 8 1649,102-19-671,-76 16-964,7-2 1783,3 1-132,-33 4 0,-11 3 0,33-6 0,63-7-834,-195 34 834,82-8 0,-42 9 0,7-8 3,54-7-153,-10 14 168,144-19-998,266-20-231,-373 42 788,73-15 189,54-3-334,159-3 680,-335 10 582,33-2-567,-85 18-127,167-33 0,119-21 2231,-312 53-2079,-34 4-152,-9 2 0,50-12 0,-19 1 0,0 3 0,92-4 0,-28 4 0,129-7 761,246 9-586,-297 10-198,66-4-292,285 5-591,-275 13-695,-234-14 1562,58 13-1,-58-8 299,57 3-1,36-2-258,30 1 0,50 8 1134,-120-9 1742,-63-3-2023,33-1 0,-54-3-748,0 1 1,0-1-1,1 2 0,-1-1 0,13 7 0,31 6-65,-31-12-40,0 1 0,-1 1 0,0 0 0,0 2 0,0 1 0,-1 0 0,0 2 0,21 13 0,28 23 0,45 34 0,199 185 0,-203-156 0,-82-80 0,-2 1 0,0 1 0,-2 1 0,-1 2 0,-2 0 0,26 55 0,-44-80 0,-1 1 0,0-1 0,-1 1 0,0 0 0,0 0 0,-1 0 0,0 0 0,-2 15 0,0-6 0,0-1 0,-2 0 0,-8 32 0,5-35 0,1-1 0,-2 0 0,0-1 0,0 0 0,-2 0 0,1 0 0,-20 20 0,-84 73 0,83-80 0,-4 1 0,-53 32 0,51-36 0,16-11 0,0-2 0,-27 10 0,-23 13 0,44-21 0,0 0 0,-1-2 0,-43 11 0,35-11 0,-51 21 0,60-21 0,-1-1 0,-1-1 0,-45 7 0,39-9 0,-54 18 0,25-4-352,-87 15 0,-16 4-343,17-5 508,-22 8 939,-26 5-1658,84-23 1381,37-2-475,48-13 0,1-1 0,-35 5 0,-249 42 309,257-44-216,-55 4-1,-98-2-282,107-6 153,67-6 114,-56 8 1,56-5 149,-1-1-1,1-2 1,-47-4 0,43 1-248,0 2-1,-47 5 1,19 10 21,48-10 0,0-1 0,-29 4 0,-105-5 0,102-4 0,-1 2 0,-50 7 0,52-3 0,-86-1 0,85-5 0,-83 10 0,90-4 0,-45-2 0,44-2 0,-43 7 0,58-5 0,-45-2 0,44-1 0,-36 4 0,55-2 0,0 0 0,0 1 0,-15 6 0,16-6 0,-1 0 0,1 0 0,-1 0 0,-13 1 0,-52 0 0,46-4 0,-46 7 0,21-1 0,0-2 0,-93-5 0,46-1 0,-302 2-1365,383 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9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24575,'651'0'-2671,"-615"2"2382,1 2 0,58 13 0,23 3-733,-6-9 756,384 50-2212,-211-25 1607,20 4-101,-24-6 1805,-51-7-222,-62 8 1523,2 0 37,-143-27-754,-25-4 171,-17-1-1195,-70-2-393,67-3 0,0 2 0,1 0 0,-1 1 0,0 1 0,0 0 0,-27 8 0,25-3 0,1-2 0,-1-1 0,-1-1 0,-32 2 0,-87-6 0,53-1 0,41-1-244,0-2 1,0-2-1,-57-15 0,90 19-146,-6-2-6436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0:59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839 0 24575,'9'7'0,"-1"-1"0,1 1 0,0-2 0,1 1 0,18 6 0,-7-2 0,16 9 0,0 1 0,37 28 0,-63-40 0,-1 0 0,-1 0 0,1 1 0,-2 0 0,1 0 0,-1 1 0,12 19 0,-18-26 0,0 1 0,0 0 0,-1 0 0,1-1 0,-1 1 0,0 0 0,0 0 0,0 1 0,-1-1 0,1 0 0,-1 0 0,0 0 0,0 0 0,0 0 0,-1 0 0,0 1 0,0-1 0,0 0 0,0 0 0,0 0 0,-1-1 0,1 1 0,-1 0 0,0-1 0,-1 1 0,1-1 0,-4 6 0,-3-1 0,0 1 0,0-1 0,0 0 0,-1-1 0,0 0 0,0-1 0,-1 0 0,0 0 0,0-1 0,0-1 0,-1 0 0,-23 5 0,19-4 0,0 1 0,-22 11 0,23-10 0,1 0 0,-1-1 0,-21 5 0,2-4 0,-7 3 0,0-2 0,-72 3 0,99-9 0,0-1 0,0 2 0,-24 7 0,-27 4 0,-34-8-977,-111-6 0,75-3-1115,105 3-2053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0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24575,'25'-1'0,"35"-7"0,-34 4 0,34 0 0,2445 2-8163,-1198 4 5113,-754-2 4204,1119 0 7215,-957 0-8044,-698 0-7151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11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0 512 24575,'1'-2'0,"0"1"0,0-1 0,0 1 0,0-1 0,0 1 0,0 0 0,1-1 0,-1 1 0,0 0 0,1 0 0,-1 0 0,1 0 0,1-1 0,11-9 0,-5-2 0,-1 0 0,11-26 0,8-13 0,-2 14 0,1 1 0,39-41 0,-48 61 0,2 0 0,0 0 0,1 2 0,0 0 0,1 2 0,1 0 0,0 2 0,1 0 0,0 1 0,0 1 0,1 2 0,0 0 0,28-3 0,-13 7 0,-31 3 0,1-1 0,-1 0 0,1 0 0,-1 0 0,0-1 0,16-5 0,-11 1 0,1 2 0,0 0 0,0 1 0,0 0 0,1 1 0,20 0 0,88 6 0,-102-2 0,0 0 0,-1 2 0,1 0 0,-1 1 0,0 1 0,-1 1 0,1 0 0,-1 2 0,-1 0 0,30 20 0,-4 2 0,-23-18 0,-1 1 0,0 1 0,-2 1 0,0 1 0,18 20 0,-6-1 0,-2 1 0,-2 2 0,-1 0 0,24 53 0,-43-76 0,0 1 0,-2 0 0,0 0 0,0 0 0,0 22 0,-2 87 0,-2-88 0,0-34 0,0 1 0,-1 0 0,1 0 0,-1 0 0,0-1 0,0 1 0,0-1 0,-1 1 0,1 0 0,-1-1 0,0 0 0,-1 0 0,1 1 0,-1-1 0,1-1 0,-1 1 0,-1 0 0,1-1 0,0 1 0,-1-1 0,0 0 0,1 0 0,-1-1 0,0 1 0,-5 2 0,-8 1 0,0 0 0,0 0 0,-1-2 0,0 0 0,-22 2 0,10-2 0,-30 12 0,45-12 0,-1 1 0,1-2 0,-27 3 0,-283-7-997,263-5 997,-72-17 0,41 6 0,69 12 0,1-2 0,0 0 0,-39-20 0,26 11 0,14 7 62,1-1 0,1-1 1,0-1-1,0-1 0,1 0 1,0-1-1,-20-21 0,31 26-32,0 0-1,1 0 0,0-1 1,1 1-1,0-2 0,0 1 1,1-1-1,0 1 1,1-1-1,0-1 0,1 1 1,0 0-1,1-1 0,0 0 1,1 1-1,0-14 0,1 10-140,-1 1 172,2 1 0,0-1 1,2-15-1,-2 26-136,0 0 0,-1 0 0,1 0 0,0 0 0,0 1 0,1-1 0,-1 0 0,0 0 0,1 1 0,0-1 0,0 1 1,-1 0-1,2-1 0,-1 1 0,0 0 0,0 0 0,1 0 0,-1 0 0,5-2 0,4 0-6751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12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1986 1 24575,'-4'4'0,"1"0"0,0 0 0,-1 1 0,2-1 0,-4 8 0,3-7 0,1-1 0,-1 1 0,0-1 0,0 0 0,0 0 0,-7 8 0,-6 3 0,1 0 0,-24 32 0,-2 4 0,-213 220 0,165-159 0,58-74 0,2 1 0,-37 67 0,46-71-108,-49 98-721,40-59 829,-32 124 0,32-92-580,-11 43-395,-46 218 975,29-133-2153,32-139 1593,-63 258-1056,-49 136-1346,-31-7 2923,105-334 269,-114 198-1,146-288-213,-10 8 622,-84 106 1,45-82 3898,79-89-4464,1-1 0,-1 1 1,1 0-1,-1-1 0,1 1 0,-1 0 0,0-1 0,1 1 0,-1-1 0,1 0 0,-1 1 0,0-1 0,0 1 1,1-1-1,-1 0 0,0 1 0,0-1 0,1 0 0,-1 0 0,0 0 0,0 0 0,1 0 0,-1 0 0,0 0 1,0 0-1,0 0 0,1 0 0,-2 0 0,1-1-9,0 0-1,0 0 1,1 0 0,-1 0 0,0 0-1,1 0 1,-1 0 0,1 0 0,-1 0-1,1 0 1,-1 0 0,1 0 0,0 0-1,0-1 1,-1 1 0,1-2 0,0-6 18,-1-1 0,1 0 1,3-15-1,2 1-82,2 0 0,17-42 0,4-16 0,-16 47 0,21-48 0,7-19 0,-34 85-1365,0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13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1783 1 24575,'5'0'0,"0"1"0,0 0 0,0 0 0,0 1 0,0-1 0,-1 1 0,1 0 0,0 1 0,-1-1 0,6 5 0,41 32 0,100 80 0,-149-118 0,113 99 0,-32-26 0,-56-49 4,36 42 1,-11-11-117,1-1-146,92 122 0,-97-110-1367,57 87-4029,121 289 3937,-36-9 5211,-3 24-3524,-55-139-3203,-78-191 2423,-47-111 807,248 524 689,-222-489 3414,23 24-3062,-38-51-51,104 118 2399,-121-141-3386,1 0 0,-1 0 0,0 0 0,0 0 0,0 0 0,0 0 0,-1 0 0,1 0 0,0 1 0,-1-1 0,0 0 0,1 0 0,-1 1 0,0-1 0,0 0 0,0 0 0,-1 1 0,1-1 0,-1 0 0,1 0 0,-1 0 0,1 1 0,-1-1 0,0 0 0,0 0 0,0 0 0,0 0 0,-1 0 0,1-1 0,-1 1 0,-2 3 0,-6 5 0,0-1 0,0 0 0,-1-1 0,-14 9 0,9-6 0,-5 3 0,0-1 0,0-1 0,-1 0 0,0-2 0,-1-1 0,-1-1 0,1-1 0,-1-1 0,-39 5 0,-43 3 0,45-5 0,-62 1 0,97-8-143,0 1-1,-40 9 1,38-6 9,0-1 0,-30 2 1,-226 20 133,150-11 0,89-9 26,-49 14 0,-16 3-298,-242 46-828,-34 39 1100,223-50 0,62-19 0,-110 44 0,-4 11 0,132-56 0,-246 110 2096,318-143-2087,0-1-1,-1 0 1,0-1-1,0 0 1,-1-1 0,-19 3-1,28-6-8,1 0 0,0 0 0,-1 0-1,1 0 1,0 0 0,0-1 0,-1 0 0,1 1 0,0-1 0,0 0-1,0-1 1,0 1 0,0 0 0,0-1 0,0 0 0,1 1-1,-1-1 1,0 0 0,1-1 0,0 1 0,-1 0 0,1-1-1,0 1 1,0-1 0,0 0 0,1 1 0,-1-1 0,1 0 0,-1 0-1,0-5 1,-12-31 0,8 18 0,-2 1 0,0 0 0,-1 0 0,-15-24 0,11 22 0,1 0 0,-9-25 0,-9-18 0,-64-137 0,69 145 0,17 37 0,-1 0 0,-15-26 0,6 15 0,2-1 0,1-1 0,-13-42 0,3 7 0,16 40 0,2 1 0,1-1 0,1 0 0,-1-34 0,4 43 0,-3-275 0,7 166 0,-4 47 0,0 32 0,7-75 0,-2 105 0,1 1 0,13-33 0,4-16 0,-12 34 0,1 0 0,2 1 0,1 0 0,21-35 0,-15 30 0,1 1 0,2 1 0,2 1 0,1 1 0,1 2 0,2 0 0,37-32 0,-7 19-208,2 2-1,2 2 0,1 4 1,2 2-1,2 3 1,98-32-1,-131 52 209,24-9 0,1 2 0,0 3 0,64-8 0,14-2 0,-99 16 0,0 1 0,62-3 0,21 2 0,15 0 0,570 10 0,-687 0 0,1 2 0,-1 1 0,1 0 0,-1 1 0,27 12 0,19 4 0,-35-12 0,0 3 0,0 0 0,-1 2 0,29 18 0,-40-22-46,302 190-76,-270-159 122,-2 2 0,-1 1 0,79 103 0,48 92 119,-73-75-626,-96-156 573,50 79 122,73 159 1,-127-245-188,61 164-17,-55-141 53,-1 0 0,-1 1-1,-2 0 1,2 50 0,-4-45 138,6 37 0,1 27 617,-7-79-792,0 1 0,-2 0 0,0 0 0,-1-1 0,0 1 0,-2-1 0,1 1 0,-2-1 0,-6 15 0,-2-2 130,1-2-97,0-1 0,-1-1 0,-34 45 0,21-33-33,17-23 0,-1-1 0,-17 20 0,-18 11-22,11-10-216,-54 42 1,60-55-2770,-9 8 783,-63 35 0,-59 32 1852,-244 96 5858,226-115-5831,102-45 375,-105 29 0,93-34-30,46-13 0,-67 12 0,-68 9 0,111-21 0,-146 11 0,168-21 0,-364 2 433,227-7-308,133 2-315,4 1 1108,0-2 1,-64-9-1,98 8-998,-1 0 122,-1 0 0,1 0 0,-1-1 0,-12-6 0,20 8-125,0-1 0,0 0 0,1 0 0,-1 0 0,0 0 0,1 0 0,-1-1 0,1 1 0,-1-1 0,1 1 0,0-1-1,0 0 1,1 0 0,-1 0 0,1 0 0,-1 0 0,-1-6 0,-1-6-6743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22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733 764 24575,'-38'0'0,"10"1"0,-46-5 0,65 3 0,0-1 0,0 0 0,0-1 0,0 0 0,0 0 0,0-1 0,1 0 0,-16-10 0,-134-86 0,115 69 0,-76-59 0,35 6 0,15 3 0,65 75 0,1-1 0,0 1 0,0-1 0,0 0 0,1 0 0,0 0 0,0 0 0,1 0 0,0 0 0,0 0 0,1-12 0,0 4 0,1-1 0,0 0 0,1 0 0,6-19 0,-6 28 0,2-1 0,-1 1 0,1 0 0,0 0 0,0 0 0,1 0 0,0 1 0,0 0 0,1 0 0,0 0 0,0 1 0,0-1 0,1 2 0,-1-1 0,9-4 0,-4 3 0,0 0 0,1 0 0,0 1 0,1 0 0,-1 1 0,1 1 0,-1 0 0,23-2 0,141 5 0,-79 1 0,-91 0 0,0-1 0,0 1 0,0 1 0,0-1 0,0 1 0,0 0 0,0 0 0,-1 1 0,9 4 0,46 35 0,-57-40 0,15 12 0,-2 1 0,0 0 0,21 26 0,-24-24 0,0 0 0,-1 1 0,-1 1 0,-1 0 0,0 0 0,-2 1 0,0 0 0,-1 0 0,-1 1 0,-1 0 0,-1 0 0,0 1 0,-2-1 0,0 26 0,-2-39 0,0 1 0,0 0 0,0-1 0,-1 1 0,0-1 0,-1 1 0,-3 13 0,4-20 0,-1 1 0,1-1 0,-1 1 0,0-1 0,1 1 0,-1-1 0,0 0 0,0 0 0,0 0 0,-1 0 0,1 0 0,0-1 0,-1 1 0,1-1 0,-1 1 0,0-1 0,1 0 0,-1 0 0,0 0 0,0-1 0,0 1 0,0 0 0,1-1 0,-4 0 0,-11 3 0,0 0 0,0 0 0,-23 9 0,18-6 0,-1-2 0,-1 0 0,1-2 0,0 0 0,-1-2 0,-36-3 0,-9 0 0,-163-10 0,211 11-120,13 2 24,0 0 1,0-1-1,0 0 0,0-1 0,0 1 0,0-2 1,0 1-1,0-1 0,1 0 0,-1-1 1,1 0-1,-10-6 0,6-2-6730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2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24575,'16'8'0,"1"-2"0,1 0 0,21 4 0,25 9 0,-34-10 0,0-1 0,0-1 0,0-1 0,54 2 0,129-8 0,-99-2 0,34 2-1365,-129 0-5461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2:01:24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24575,'3'1'0,"0"1"0,0-1 0,-1 1 0,1-1 0,0 1 0,0 0 0,-1 0 0,1 0 0,-1 1 0,0-1 0,1 0 0,-1 1 0,3 5 0,5 3 0,5 4 0,-3-3 0,0 1 0,-1 0 0,14 19 0,-15-19-49,-8-11-28,0 0-1,-1-1 1,1 1-1,-1 0 1,1 0 0,-1 0-1,0 0 1,0 0-1,0 0 1,0 0-1,0 0 1,0 1 0,0-1-1,-1 0 1,1 1-1,-1 2 1,-2 0-6749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3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0 24575,'-4'0'0,"0"1"0,0 0 0,0 0 0,0 0 0,0 0 0,0 0 0,0 1 0,0 0 0,1 0 0,-1 0 0,-5 4 0,-39 34 0,24-18 0,5-4 0,2 1 0,-1 0 0,2 1 0,-19 31 0,9-13 0,-25 32 0,-57 83 0,44-35 0,46-83 0,4-4 0,0 2 0,2 0 0,-12 54 0,11-47 0,9-30 0,0-1 0,1 2 0,1-1 0,-1 0 0,0 15 0,3-22 0,0 0 0,0 0 0,0 0 0,1 0 0,-1-1 0,1 1 0,0 0 0,0 0 0,0-1 0,0 1 0,0 0 0,1-1 0,-1 1 0,1-1 0,-1 0 0,1 1 0,0-1 0,0 0 0,0 0 0,0 0 0,1 0 0,-1-1 0,0 1 0,5 2 0,5 2 0,0-1 0,0 0 0,1-1 0,-1 0 0,1-1 0,0 0 0,26 1 0,96-4 0,-58-3 0,-38 0-154,0-1 0,-1-2 0,0-2 0,69-23 0,-69 19 308,-1-2 0,0-2 0,0-1 0,44-30 0,-22 1-34,-55 43-244,0-1 0,-1 0 1,1 0-1,-1 0 0,0-1 0,0 1 1,0-1-1,0 0 0,-1 0 0,0 0 1,2-7-1,-1-4-6702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3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24575,'18'22'0,"-7"-11"0,42 78 0,-6-9 0,4-1 0,-11-17 3,-36-52-127,2 0-1,-1 0 1,1 0 0,1-1-1,0 0 1,0 0-1,1-1 1,0 0 0,0 0-1,12 7 1,-7-8-6702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1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 0 24575,'-1'5'0,"0"-1"0,-1 1 0,0-1 0,1 0 0,-2 0 0,1 0 0,0 0 0,-1 0 0,0 0 0,-5 5 0,-8 12 0,-31 61 0,-43 67 0,-7 4 0,86-137 0,4-3 0,-1-1 0,-1-1 0,1 1 0,-2-2 0,0 1 0,0-1 0,-19 14 0,29-24 0,0 1 0,-1-1 0,0 0 0,1 1 0,-1-1 0,1 0 0,-1 0 0,1 0 0,-1 1 0,1-1 0,-1 0 0,0 0 0,1 0 0,-1 0 0,0 0 0,1 0 0,-1 0 0,1 0 0,-1 0 0,0 0 0,1 0 0,-1-1 0,1 1 0,-1 0 0,1 0 0,-1 0 0,0-1 0,0 0 0,-8-17 0,6-28 0,3 42 0,0-21 0,1 0 0,1 0 0,2 0 0,0 0 0,8-26 0,-7 36-120,3-10-502,7-40-1,-13 47-6203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1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 24575,'11'-1'0,"-1"1"0,1 0 0,0 1 0,-1 0 0,1 0 0,-1 1 0,1 1 0,-1 0 0,0 0 0,0 1 0,0 0 0,-1 1 0,16 9 0,-8-3 0,-1 1 0,0 0 0,-1 1 0,22 24 0,-33-32 0,2 1 0,0 0 0,-1 0 0,0 1 0,0 0 0,-1 0 0,1 1 0,-2-1 0,1 1 0,-1 0 0,0-1 0,0 1 0,1 11 0,7 90 0,-4 155 0,-7-253 0,1 10 0,-2 0 0,0-1 0,-1 1 0,-8 31 0,-52 231-680,55-253 656,-1 0 0,-13 32 0,9-32-10,-12 56 1,14-45 33,-2 0 0,-25 59 0,2-6 0,-46 121 819,74-198-819,-1 1 0,-10 16 0,11-22 0,0 0 0,1 0 0,0 1 0,2 0 0,-6 20 0,10-21-1365,4-4-5461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2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55 258 24575,'-1'23'0,"-8"41"0,2-21 0,1-11 0,4-29 0,1 1 0,0 0 0,0-1 0,0 1 0,0 0 0,1 0 0,-1 0 0,1 0 0,0-1 0,1 1 0,-1 0 0,0 0 0,1 0 0,0 0 0,0-1 0,0 1 0,1 0 0,-1-1 0,4 7 0,24 41 0,-24-40 0,1 1 0,1-1 0,9 14 0,10 3 0,2-1 0,46 37 0,-56-49 0,56 35 0,-56-38 0,1-2 0,1 0 0,34 11 0,25 13 0,-63-27 0,0 0 0,1-1 0,0-1 0,1-1 0,-1 0 0,1-1 0,23 1 0,11-3 0,63-5 0,-102 3 0,0-1 0,-1 0 0,1-1 0,-1-1 0,18-7 0,-24 9 0,0-1 0,0 0 0,-1 0 0,1 0 0,-1-1 0,0 0 0,0 0 0,0 0 0,-1 0 0,1-1 0,-1 0 0,6-10 0,7-13 0,-12 21 0,0 0 0,-1 0 0,0 0 0,-1-1 0,0 0 0,0 1 0,0-1 0,-1-1 0,2-14 0,-2 3 0,-2 0 0,0 1 0,-1-1 0,-1 0 0,-1 1 0,-1-1 0,-1 1 0,0 0 0,-2 0 0,0 1 0,-1-1 0,0 2 0,-19-29 0,10 21 0,-72-101 0,26 41 0,44 64 0,9 10 0,-1-1 0,0 2 0,0-1 0,-1 2 0,-13-9 0,7 5 0,-2 1 0,0 2 0,0 0 0,-1 0 0,0 2 0,0 1 0,-39-8 0,-1 9 0,0 3 0,-74 5 0,30 0 0,95-3-114,-1 1 1,0 0-1,1 1 0,-1 0 0,1 1 1,-1 0-1,1 1 0,0 0 0,0 1 1,0-1-1,-13 9 0,12-4-6712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4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1 492 24575,'12'-1'0,"1"-1"0,-1 0 0,0-1 0,0 0 0,0-1 0,0 0 0,-1-1 0,18-10 0,-12 6 0,1 1 0,31-10 0,188-39-1048,-154 40-47,151-12 0,-33 7 645,412-33-1846,-240 17 27,302-22 3338,-627 58-910,-21 1 98,1-1 1,47-10-1,-12-1 723,118-10 1,-167 22-177,0 0 0,-1-1-1,16-4 1,-24 4-696,1 0-1,-1 0 1,1-1 0,-1 0 0,0 0-1,0 0 1,-1 0 0,1-1 0,8-8-1,15-16-1472,-16 16-5461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5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 24575,'-1'7'0,"-1"-1"0,1 1 0,-1 0 0,-1 0 0,1-1 0,-1 0 0,0 1 0,-1-1 0,0 0 0,1 0 0,-10 9 0,-8 15 0,6-5 0,-2 1 0,1 0 0,2 1 0,0 1 0,2 0 0,1 0 0,-9 39 0,13-38 0,-12 34 0,12-45 0,1 1 0,1 0 0,0 0 0,2 0 0,-2 28 0,4 8 0,-1-26 0,1-1 0,2 1 0,1 0 0,7 34 0,-7-56 0,1 1 0,-1-1 0,1 0 0,0-1 0,1 1 0,0-1 0,0 1 0,0-1 0,1 0 0,-1 0 0,1-1 0,1 0 0,-1 1 0,1-2 0,8 6 0,-3-3 0,1-1 0,0 0 0,0-1 0,0 0 0,0-1 0,1-1 0,24 4 0,-7-2 0,-7 0 0,-1-2 0,1-1 0,35-1 0,-51-1 0,-1-1 0,1 0 0,-1 0 0,1-1 0,-1 1 0,0-2 0,0 1 0,0-1 0,0 1 0,0-2 0,-1 1 0,1-1 0,-1 1 0,0-1 0,0-1 0,0 1 0,4-6 0,47-66-1365,-48 64-5461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5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10 24575,'0'494'0,"-2"-477"0,0 1 0,-2-1 0,0 1 0,-10 26 0,7-21 0,40-169 0,10 23 0,-25 78 0,16-65 0,-27 86 0,1 0 0,1 1 0,15-26 0,-1 0 0,-3 14-1365,-8 23-5461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0:15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24575,'26'36'0,"-18"-10"0,-2 1 0,0-1 0,-2 1 0,0 32 0,-4 114 0,-3-70 0,5 6 0,-4 120 0,2-223 0,-1-1 0,0 0 0,0 1 0,0-1 0,0 0 0,-4 9 0,21-107 0,31-74 7,4-19-106,-44 160-68,1-1 1,13-27 0,-10 24 184,10-37 0,-17 53 20,0-1 1,1 1-1,0 0 1,1 0-1,1 0 1,0 1 0,1 0-1,0 1 1,1-1-1,0 1 1,15-14 0,-23 25-36,0 0 1,0 0-1,0 0 1,1 0-1,-1 0 1,0 0-1,0 0 1,1 1-1,-1-1 1,0 0-1,1 1 1,-1-1-1,0 1 1,1-1-1,-1 1 1,1 0-1,-1-1 1,1 1 0,-1 0-1,1 0 1,-1 0-1,1 0 1,1 1-1,-1 0-2,0 0 0,-1 0 0,1 0 0,-1 0 0,1 0 0,-1 0 1,1 1-1,-1-1 0,0 1 0,1-1 0,-1 1 0,0-1 0,0 1 0,0-1 0,1 4 0,3 8-4,-1 0 0,0 0 1,-1 0-1,2 14 0,-4-20 8,5 32-5,-1 49 0,3 19 0,0 65 0,8-107 0,-12-51 0,0 0 0,0 1 0,2 25 0,-5 13 0,0-15 0,6 41 0,-7-76-46,2 4 80,-1 1 1,0-1-1,-1 1 1,-1 13-1,1-19-91,0-1-1,0 1 1,-1 0 0,1 0-1,-1-1 1,0 1 0,1 0-1,-1-1 1,0 1-1,0-1 1,0 1 0,0-1-1,0 1 1,0-1 0,0 0-1,-1 1 1,1-1 0,0 0-1,-1 0 1,1 0 0,-1 0-1,1 0 1,-1 0 0,0-1-1,-2 2 1,-9 1-6769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3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10180 5131 24575,'-252'2'-7146,"-367"-7"411,60-49 6275,308 23 449,-586-94-1837,671 97 1665,-355-68 183,280 49 0,-1426-319 0,1655 363 0,-1057-277 0,646 165 0,-988-344 158,1145 359 118,-432-232-1,144-15 516,321 158 1872,193 151-2067,1-3 1,1-1-1,-41-61 1,47 54-349,1-1 0,-41-95-1,59 109-123,0 0 0,2-1 0,2 0 0,2-1 0,-4-47 0,7 36-126,3 0 0,7-78 0,-3 103 6,1 0-1,2 0 1,0 0 0,1 1-1,2 0 1,0 1-1,16-28 1,13-14 0,4 1 1,2 3-1,76-82 1,-50 68-240,3 4 0,2 2 0,4 5 0,3 2 0,101-56 0,-32 39-1112,3 8 0,3 6 1,260-69-1,91 18 579,488 13 256,-613 85 512,98-2 0,1449 53 0,-1041 24 0,-330-19 0,-124-3 0,-51-3 0,572 53 0,-226 1 231,-202-1-115,-512-83-100,558 134 2291,-470-106-1692,-1 4 1,-2 5-1,-2 5 1,-1 4-1,118 80 1,-190-110-232,-1 1 0,0 1 0,-2 2 1,-1 0-1,37 51 0,-31-33 192,-2 2 1,-1 0-1,19 51 0,-33-63-576,14 61 0,-8-25 0,-5-22-7,-3 1 0,-2 0 0,3 52-1,-8 140-35,-4-131 36,1-29 7,-4 0 0,-4-1 0,-3 0 0,-3 0 0,-31 91 0,12-71-309,-5-1 0,-4-2-1,-92 150 1,89-176 323,-3-3-1,-3-1 1,-2-3 0,-3-2 0,-121 96-1,83-84-737,-121 67-1,-53-7 725,197-98 0,-281 94 0,-272 31 0,362-119-704,76-13 278,-78 9 260,33-5 29,-120 30 137,-66 18-76,6 28 1505,114-14-1247,190-53 715,63-22-389,-57 14 0,-10-1 661,73-17-238,0-3 1,-1-1-1,-73 6 0,110-14-868,1-1 0,-1 0 1,1-1-1,0 1 0,-1 0 0,1-1 0,-1 1 0,1-1 0,-1 0 0,1 0 0,0 0 0,0 0 1,-1 0-1,1 0 0,0 0 0,-2-3 0,3 3-60,0 0 1,0 0 0,1 0-1,-1 0 1,0-1-1,1 1 1,-1 0 0,1-1-1,-1 1 1,1 0-1,-1-1 1,1 1 0,0 0-1,0-1 1,0 1-1,0-1 1,0 1 0,0 0-1,0-1 1,0 1-1,1-1 1,-1 1-1,1 0 1,-1-1 0,1 1-1,-1 0 1,1 0-1,0-1 1,-1 1 0,2-1-1,8-15-1368,0-1-5461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4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24575,'0'56'0,"-1"29"0,12 94 0,-1 38-605,-3-22 447,2 209 158,-11-245 0,3-60 0,-3 107 0,-15-74-77,-16-13 851,43-179-2073,-7 41-5527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5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1 248 24575,'2'0'0,"-1"0"0,1 1 0,0-1 0,-1 1 0,1 0 0,-1 0 0,1-1 0,0 1 0,-1 0 0,0 0 0,1 0 0,-1 1 0,0-1 0,1 0 0,-1 0 0,0 1 0,0-1 0,0 1 0,0-1 0,0 1 0,-1-1 0,1 1 0,0-1 0,0 3 0,14 44 0,-14-42 0,14 53 0,37 98 0,-42-128 0,9 38 0,2 6 0,2-19 0,-17-42 0,0 0 0,-1 1 0,0-1 0,-1 1 0,2 14 0,-7-65 0,1 0 0,2-1 0,2 1 0,10-47 0,-8 66 0,0 0 0,1 1 0,14-28 0,1-1 0,-3 10 0,1 0 0,2 1 0,2 1 0,1 2 0,41-44 0,20-7 0,-66 66 0,-4 3 0,1 1 0,0 0 0,1 1 0,1 1 0,0 1 0,0 0 0,34-12 0,-51 23 0,1-1 0,0 1 0,0-1 0,-1 1 0,1 0 0,0 0 0,0 0 0,0 1 0,-1-1 0,1 1 0,0-1 0,-1 1 0,1 0 0,0 0 0,-1 0 0,1 0 0,-1 1 0,0-1 0,1 1 0,-1-1 0,0 1 0,0 0 0,0 0 0,0 0 0,0 0 0,2 2 0,6 9 0,-1 1 0,0-1 0,10 22 0,-10-18 0,83 185-1522,-76-164 1413,58 156-945,32 88 1054,-92-244-24,11 27-100,22 94 1,-13-45 123,-22-80 0,-2 1 0,7 37 0,-8-25 0,24 73 0,-19-67 1381,11 88 0,-6-27-1187,-16-98-194,-2-10 0,0 1 0,0-1 0,1 0 0,0 1 0,0-1 0,0 0 0,1 0 0,0 0 0,0 0 0,4 6 0,-6-12-2,-1 0-1,0 1 0,1-1 1,-1 1-1,0-1 1,1 0-1,-1 1 0,1-1 1,-1 0-1,0 1 1,1-1-1,-1 0 1,1 0-1,-1 1 0,1-1 1,-1 0-1,1 0 1,-1 0-1,1 0 0,-1 0 1,1 1-1,-1-1 1,1 0-1,-1 0 0,1 0 1,-1-1-1,1 1 1,-1 0-1,1 0 0,0 0 1,11-15 202,0-22-1685,-9 20-5341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24575,'114'-1'0,"122"3"0,-212 0 0,0 1 0,-1 1 0,1 1 0,-1 1 0,28 12 0,-43-14 0,0-1 0,-1 2 0,1-1 0,-1 1 0,0 0 0,0 0 0,-1 1 0,0 0 0,0 0 0,0 1 0,-1 0 0,1 0 0,-2 0 0,1 0 0,-1 1 0,0 0 0,-1 0 0,0 0 0,0 0 0,-1 0 0,0 0 0,0 1 0,0 9 0,1 2 0,-1 1 0,-1-1 0,-3 40 0,1-52 0,0 0 0,-1-1 0,0 1 0,0 0 0,-1-1 0,0 1 0,0-1 0,-1 0 0,0 0 0,0 0 0,0-1 0,-11 12 0,3-6 0,-1-1 0,0 0 0,-1-1 0,1-1 0,-2 0 0,1-1 0,-1 0 0,-1-1 0,1-1 0,-1-1 0,0 0 0,-28 5 0,36-9 0,-42 9 0,48-10 0,1 1 0,0-1 0,0 0 0,-1 1 0,1-1 0,0 1 0,0-1 0,-1 1 0,1-1 0,0 1 0,0 0 0,0 0 0,0 0 0,0-1 0,0 1 0,0 0 0,0 0 0,1 0 0,-1 1 0,0-1 0,0 0 0,1 0 0,-1 0 0,1 0 0,-1 1 0,1-1 0,0 0 0,-1 0 0,1 3 0,0-2 0,1-1 0,-1 1 0,1-1 0,0 1 0,0-1 0,-1 0 0,1 1 0,0-1 0,0 0 0,0 0 0,0 0 0,1 0 0,-1 0 0,0 0 0,0 0 0,1 0 0,-1 0 0,3 1 0,32 13 0,-19-9 0,13 9 0,0 1 0,-1 1 0,37 29 0,-48-32 0,-1 0 0,-1 2 0,0 0 0,-1 1 0,-1 0 0,13 21 0,-24-32 0,0 0 0,-1 0 0,1 0 0,-1 1 0,-1-1 0,1 1 0,-1-1 0,0 1 0,0 8 0,-4 65 0,1-33 0,2-37 0,-1-1 0,0 0 0,0 0 0,0 1 0,-1-1 0,-1 0 0,0 0 0,0 0 0,0-1 0,-1 1 0,-1-1 0,1 0 0,-1 0 0,-1 0 0,1-1 0,-1 0 0,-12 11 0,12-12 0,-13 13 0,-1-1 0,0 0 0,-28 17 0,7-3 0,34-25 0,-1 0 0,0-1 0,0 0 0,-16 9 0,20-13 0,0 0 0,0-1 0,-1 1 0,1-1 0,-1 1 0,1-1 0,-1-1 0,1 1 0,-6 0 0,9-2 0,0 1 0,-1 0 0,1 0 0,0-1 0,-1 1 0,1-1 0,0 1 0,0-1 0,-1 0 0,1 1 0,0-1 0,0 0 0,0 0 0,0 0 0,0 0 0,0 0 0,0 0 0,0 0 0,0 0 0,1 0 0,-1 0 0,0 0 0,1-1 0,-1 1 0,1 0 0,-1 0 0,1-1 0,0 1 0,-1 0 0,1-1 0,0 1 0,0-1 0,0 1 0,0-2 0,0 1-91,0 0 0,0-1 0,0 1 0,0 0 0,1 0 0,-1 0 0,1 0 0,-1 0 0,1 0 0,0 0 0,0 0 0,0 0 0,0 0 0,2-3 0,8-8-6735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24575,'5'0'0,"0"1"0,0 0 0,1 1 0,-1-1 0,0 1 0,0 0 0,-1 0 0,1 0 0,0 1 0,-1 0 0,0-1 0,1 2 0,-1-1 0,0 0 0,4 6 0,-1-3 0,0 0 0,0 0 0,1-1 0,10 6 0,102 38 0,-112-45-117,-2-1-39,0 0 0,0 0 0,1-1 0,-1 0 0,0 0 0,1 0 0,12 0 0,-7-3-6670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24575,'13'193'0,"-10"-148"0,-2-32 0,-1 0 0,2 0 0,0-1 0,0 1 0,1-1 0,9 23 0,3-1 0,-12-23 0,2 0 0,-1 0 0,2 0 0,-1-1 0,1 0 0,1 0 0,0-1 0,0 1 0,15 13 0,-6-9 0,-11-10 0,0 1 0,-1-1 0,1 0 0,1 0 0,-1-1 0,0 1 0,1-1 0,0 0 0,0-1 0,0 0 0,0 0 0,0 0 0,0 0 0,10 0 0,42 1 0,77-7 0,-88-3 0,0-1 0,68-21 0,-92 22 0,17-7 0,-31 10 0,0 0 0,-1 1 0,1 1 0,0-1 0,13 0 0,40-2-1365,-46 1-5461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06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24575,'-2'120'0,"4"137"0,6-169 0,1 45 0,-9 689-143,-2-791 203,-5 34 1,-2 30-39,6-56-1387,-1-25-5461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6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0 24575,'-1'17'0,"-1"0"0,-3 18 0,-4 24 0,-9 114 0,18-167 0,-17 157 0,3-100 25,9-44-232,0 0 1,-3 32-1,-27 390 88,28-347 119,-3 86 0,8-142-658,-13 73 1,8-70 472,-3 51 0,9 333-613,3-201 3189,-2-217-2291,0 0 1,0 0 0,1 0 0,0 0 0,0 1 0,1-1-1,3 10 1,-2-18-101,-1-8 0,0-11 0,-1-21 0,-3 0 0,-1 0 0,-16-74 0,11 72-1365,6 25-5461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7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 24575,'5'0'0,"1"-1"0,-1 0 0,1-1 0,-1 1 0,0-1 0,0 0 0,9-5 0,22-7 0,1 7 0,0 1 0,56 0 0,-47 4 0,42-6 22,53-1-882,44 11 209,202-3-742,-251-7 972,74-1-401,331 9-796,-503-2 1618,72-13 0,15-1 0,366 13 2675,-254 5-1547,-212-3-315,-14 0-606,0 1 1,1 0-1,-1 1 1,12 2-1,-20-2-203,-1-1 0,1 1 1,0 0-1,-1 0 0,1 0 0,-1 0 0,1 1 0,-1-1 0,0 1 0,1-1 0,-1 1 0,0 0 0,0 0 1,0 0-1,0 0 0,-1 0 0,1 0 0,0 1 0,-1-1 0,0 0 0,2 4 0,11 31-4,-9-21 0,1 1 0,13 22 0,62 101 0,11 31 0,-1 19 0,-81-163 0,-2 1 0,9 53 0,-11-50 0,17 57 0,-13-55 0,-2 0 0,-1 1 0,-2 0 0,1 42 0,-3 255 0,-5-176 0,-2-93 0,-2 1 0,-18 73 0,21-124 0,1 0 0,-7 39 0,-3-1 0,-26 74 0,16-62 0,17-44 0,-1-1 0,-1 0 0,0 0 0,-1 0 0,-15 21 0,-3 4 0,22-33 0,-1 0 0,0-1 0,-1 0 0,1 0 0,-2 0 0,-6 6 0,-9 6 0,9-7 0,-2 0 0,0-2 0,-21 15 0,3-6 0,24-13 0,-1-1 0,0 0 0,0-1 0,0 0 0,-1 0 0,0-1 0,0 0 0,0-1 0,-16 2 0,-45 2 0,-86 4 0,-867-12-7518,1003 0 7465,1-1-1,0-2 1,-30-7-1,-25-5-61,-296-32 115,364 48 0,-26-4 0,1-1 0,-39-10 0,15 2 2271,-96-11 0,13 4 426,113 15-2287,19 4-377,0 0 0,0 0 0,0-1 0,0-1 0,-12-4 0,6 1-33,0 0 0,0 1 0,0 1 0,0 0 0,-26-2 0,-72 1 0,29 3 0,19-6 0,40 4 0,-35-1 0,-48 5-1365,88 1-5461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8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24575,'1'29'0,"7"39"0,1-1 0,-4-26-240,2 1 0,18 56 0,-15-52 240,-2 1 0,-2 0 0,0 66 0,-5-83 0,7 73 0,0 42 0,-8 786 720,15-1036-720,-12 81-179,11-46-1,-8 46-582,6-42 0,-11 45-5546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08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1327 37 24575,'9'0'0,"1"-2"0,-1 1 0,1-1 0,-1-1 0,14-5 0,31-7 0,6 10-33,110 5-1,-69 2-640,126-4 792,247 5-1592,-347 4 733,43 2-1950,10 9 1673,-9-1 434,3-9 541,64 1 51,102 3 1396,-198-9 1366,-9-2-65,-131 0-2694,1-1 1,0 0 0,-1 1-1,1-1 1,-1 1-1,1 0 1,-1 0-1,1 0 1,-1 0 0,1 1-1,-1-1 1,0 0-1,0 1 1,0 0 0,0 0-1,0-1 1,0 1-1,0 0 1,-1 0-1,1 1 1,-1-1 0,1 0-1,-1 0 1,0 1-1,0-1 1,1 3-1,2 8-20,-1-1 0,-1 0-1,0 1 1,1 17 0,1 9 30,8 65-21,-10-76 0,1-1 0,1 1 0,14 50 0,-4-28-108,-2 1 0,-3 1 1,5 77-1,-1-7-13,17 63-943,-13-83 658,5 126 0,-6-43 69,-6-34 338,-9 153 0,-3-134 0,2-151-5,1 8 466,-2 1-1,0 0 1,-2 0-1,-9 39 1,6-51-297,0-1-1,-11 20 1,-9 24-201,7 11 36,17-55 0,-1-1 0,-1 1 0,0-1 0,-1 0 0,-1-1 0,0 0 0,-1 1 0,0-2 0,-16 23 0,19-32 0,0 0 0,0 0 0,0-1 0,0 1 0,0-1 0,-1 0 0,1 0 0,-8 2 0,-13 7 0,12-6 0,0-1 0,0 0 0,0 0 0,-1-1 0,1-1 0,-24 1 0,-4 1 0,-90 5 0,18-2 0,-72 7-601,76-7 348,67-5 253,10 0 0,-66 11 0,8 3-8,-143 7-1,129-15-211,-230 9-968,219-12 1188,70-4 0,0 1 0,-53 11 0,44-4 0,-107 5 0,-58-15 0,79-2 0,-282 17-4024,-110-9 3799,305-7 163,-20 2 772,1 0 3500,227 0-10731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5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24575,'0'82'-489,"23"165"1,-10-174-326,28 89 0,-26-111 125,-3 0-1,6 60 1,2 107-296,-16-161 1274,21 178-200,5 78-2115,-30-292 2099,19 708-1744,-19 1738-1939,8-2195 3930,1 1 5,-10 145 1490,3-393-1008,0 0 0,12 47 0,-8-47 163,-2 1 0,3 42-1,-7-43 1186,0-23-794,-1-16-422,1-601-6298,0 576 2796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5:59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1 834 24575,'3'-2'0,"0"-1"0,0 1 0,1 0 0,-1 0 0,1 0 0,0 0 0,3-1 0,21-10 0,5-9-18,0 2-1,2 1 0,1 1 1,0 3-1,1 1 0,52-13 1,95-21-880,-115 31 276,83-9-1,-21 4 645,-7-6 193,-36 7-1492,-29 10-2693,332-57 1086,-198 39 2002,98-17-759,80-9 3009,-153 26-1311,359-43-959,-65 22 602,-96 13-331,170-5 631,-457 36 0,404-14 547,-394 18-180,152-13 358,39-8-142,3 24 387,-112 2-684,-91-5-478,145 4 2485,-223 2-1742,1 3-1,-1 2 1,59 19-1,-92-21 245,-1 1 1,0 1-1,-1 1 0,27 20 1,-34-24-701,3 5 9,0-1 0,-1 1 0,0 1-1,-1 0 1,0 1 0,-1 0 0,-1 0-1,0 1 1,0 1 0,-2-1 0,8 19-1,-5-10-118,4 7-25,-1 0 0,-1 1-1,13 58 1,17 104-824,5 26-527,-9-49 682,2 14-1134,6 62 1936,-4-32-2692,47 249 2599,-23-142-1741,18 114 812,-37-160-183,6 39 1012,-18-112 295,7 53 6,7 134-201,-22-6-161,-24 2 1159,-4-235 17,-4-53-1015,-4-1 0,-38 166 0,-28 52 247,35-177 1041,9-41-1343,-58 179 1564,-12 10-163,95-271-1337,-117 309-9,120-315 0,-130 287 0,111-253 346,-3-2 0,-1 0 0,-44 49-1,-71 54-345,115-123 0,-1-1 0,-1-1 0,-1-1 0,0-2 0,-1 0 0,-54 16 0,27-10-5,-11 3-19,-93 22 0,18-10 24,87-20 0,0-3 0,-79 9 0,67-14 0,-96 24 0,101-21 0,-1-2 0,-113-1 0,84-5 0,-19 5 0,-45 1 0,-227-10 0,357-1 0,1-1 0,-1-1 0,-34-9 0,-22-5 0,-74-3 163,-95-17-175,-162-12-815,220 31 567,82 3 260,-43-4 0,-813 3-2387,684 18 2027,-33 19 946,151-6-125,90-8-272,-129 5-184,-50-12 6147,173 1-6413,74 0 280,1-1-1,-1-1 0,0 1 0,1-1 1,0-1-1,-12-4 0,-24-7-1511,27 11-5333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56:10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1594 5656 24575,'-236'-142'-2344,"83"44"1083,70 45 1261,-81-69 0,116 85 0,-47-31-514,-34-28-327,47 30 1132,47 40-371,0-3 0,2-1 0,-51-57 0,-60-103-3308,124 159 3367,1-1 1,2 0-1,-22-60 0,24 57 0,-13-41 46,2 0 0,-28-153 0,36 146 1239,6 30 481,-5-58-1,9-330-1744,10 260 0,0 102-318,3 1 1,4 0-1,3 1 0,38-133 0,-18 102 318,5 2 0,84-171 0,69-53-633,-142 259 422,2 2 0,85-89-1,-61 81 212,150-151 0,-105 120 0,202-144 0,44 20-1334,-146 109 1334,-71 43 0,176-76 0,-243 120 0,3 2 371,0 3 1,159-36-1,-169 51-202,-6 0 327,100-10 0,502 10-1091,-543 16 551,-77 3 58,-2 3 1,1 1-1,74 22 0,-49-11-6,119 34-25,-4 8 0,296 135 0,-319-112-2384,279 189 0,-329-185 2370,139 135 0,-206-177 26,31 36 82,112 145 0,-124-141 2785,-28-30-2832,-2 2 0,41 82 1,-19-31-8,7 16-5,101 264-1,-47 39-299,-82-232 97,-7 2 1,-10 1-1,-3 288 1,-18-227 20,-3 186-210,-5-369 395,-3-1 0,-24 95 0,4-25 23,5-35-37,-5-1 0,-59 144 0,50-161 19,-99 169 0,69-145 443,-129 163-1,129-201-468,-104 95 0,72-89 942,-197 126 0,186-142-332,-123 54 1,48-42-1028,-319 91 0,202-107 417,205-47 0,-106 12-449,-311 5 0,-179-31-2299,366-5 2727,172-5-219,-163-29 1,54 4 40,-83-6 569,279 29 1481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39:03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5761 3862 24575,'-202'2'-4837,"-389"-15"1583,322-20 3020,51 5-322,-526-65-3774,412 46 4269,129 16 32,-379-62 196,-168-44 22,728 132-189,-159-28 314,-236-55 813,289 57-548,-52-14 869,-104-66 1619,239 88-2843,1-1 0,2-3 0,0-1 1,2-2-1,1-2 0,2-1 0,1-2 0,2-1 0,1-2 0,-38-58 0,50 66-224,2-1 0,0-1 0,-19-47 0,21 37 0,2-1 0,2 0 0,2-1 0,2 0 0,-5-63 0,8 36 99,-4-126 1679,9 140-1778,0 24 0,1-1 0,5-33 0,-2 55-73,1 0 0,0 1-1,0-1 1,1 1 0,1 0 0,9-15 0,10-20-76,-6 12 149,1 1 1,2 1-1,1 1 1,48-50-1,-38 45 7,40-43-347,4 4 0,3 3 0,4 4 0,96-61 0,-48 47-1442,3 6-1,175-71 1,80 9 1941,11 28-2772,319-29 67,-613 122 2001,692-83-526,143 42 1071,-505 37 0,1300 13 0,-576 82 0,-807-44 0,184 18 0,-302-25-16,327 41 564,-350-33-506,145 22-45,575 123 2004,-791-147-1897,177 60-1,-228-57-37,266 107 492,-274-99-125,-1 3 0,90 65-1,-141-85 61,0 1 0,-2 2 0,-2 1 0,0 1 0,-1 2 0,39 59-1,-49-62 729,22 49-1,-28-49-1225,0 0 0,-2 1-1,-2 0 1,0 0 0,-1 1 0,-2-1 0,-1 38-1,-4 171 6,-1-214 137,-1 1-1,-1-1 1,-1 0 0,-1-1-1,-14 30 1,7-14-50,4-16 100,-1 0 0,0-1 0,-23 30 0,3-4 8,-8 11-410,-3-1 0,-2-3 0,-76 73 1,-169 129-695,278-247 907,-280 211-1180,255-195 1142,-208 131 40,153-102 0,-153 92-1146,-301 130-1,68-74-3047,190-94 4314,-458 108 1,162-108-318,-561-33 197,-333-77-1677,884-35 1548,312 12 190,-241-36 446,333 35-501,-174-30 621,127 18-302,-175-39 446,377 70-690,-334-76 89,62 5 1138,224 53-71,2-3 0,1-3 0,-98-55 0,154 72-1237,1-1 0,0-2 0,-33-32 0,38 29 83,0 0-1,1-1 1,1-1 0,-16-30-1,26 42 792,0-1-1,0 0 1,1 0-1,1 0 0,-4-19 1,4 12-746,1-1-1,1 1 1,0-1 0,2 0 0,3-23-1,-2 32-127,0 1 0,1 0 0,0 0 0,1 0 0,0 0 0,1 0 0,9-13 0,-2 4 0,2 1 0,20-22 0,183-147-765,-164 143 683,42-36 82,-24 19 0,82-53 0,9-2-811,30-18-217,-20 21 382,93-53-876,-143 98 1485,102-51-2619,-44 30 2412,53-24-1057,629-254 240,-419 209-698,-323 118 1390,-85 28 176,469-143-1451,-449 140 1628,791-184 342,-505 144-369,449-14 1,-501 50-91,99-4-235,688 23-1058,-370 34 1648,-4 29 539,-545-49-383,414 72-507,-189-3 1090,-283-57-513,-2 4 1,103 47 0,-12 23-197,-165-88 75,6 5-37,-1 1-1,-1 2 1,-1 0 0,-1 2-1,-1 1 1,-1 1 0,-1 1-1,-1 1 1,19 34 0,-24-30-290,-2 1 0,-1 0 0,-1 1 0,11 55 0,-18-61 468,0 1 0,-2 0 1,-1 0-1,-2 48 1,-5-15 731,-15 66 1,11-89-1384,-1-1 0,-28 67 0,-45 67-630,60-125 750,-15 25-292,-90 123 0,-67 49-356,-105 64 711,221-233 0,-59 48-1552,-207 139-1,326-248 1523,-81 51-258,-3-5 0,-141 60 1,223-110 283,-395 161-1540,243-116 1343,-2-7-1,-343 46 1,486-89 170,-642 48-569,-520-91 315,296-86-55,641 79 257,-190-44-113,271 44 220,-520-152 179,588 161-168,-366-132 183,297 100 119,-607-261 625,420 162-885,-169-88-77,143 57 653,123 60-653,110 55 0,53 30 321,-164-90 1064,81 38 528,41 20-1913,63 36 1014,34 22 1270,-56-43 0,92 61-1963,0-1-1,1 0 0,0-1 1,1 0-1,1-1 0,0 0 1,0 0-1,-13-27 0,19 31-320,1 0 0,0-1 0,1 1 0,0-1 0,1 1 0,0-1 0,0 0 0,1 1 0,0-1 0,0 0 0,5-18 0,1-3 0,2 2 0,17-42 0,-17 53-1,0 2 0,1-1 1,0 1-1,22-26 0,54-54-505,-60 69 159,5-3 347,2 3 0,67-47 0,-44 35 0,-4 4-65,101-52 0,65-12-1961,-189 87 1594,152-59 432,244-63 0,-103 41-2689,-217 65 2196,98-22-850,80-15 720,222-40-855,-308 75 1330,168-21-225,-76 16 373,80-7 0,6 12-140,-240 16 145,137-8 234,228 22 583,-216 1-475,-157 4 137,231 37 0,-140 8-484,-79-16 0,132 40 0,-93-17 0,-89-25 0,123 51 0,33 24 555,19 7 65,-89-38-620,-73-31 0,382 170 0,-233-88 837,230 162-669,-463-278-192,36 22 569,-2 1 0,-1 3 1,87 84-1,-113-94 877,36 49-1,-52-63-1254,0 1 1,-1 0-1,0 0 0,-1 0 1,-1 1-1,5 21 0,-3 4-167,-3 1 0,-1-1 0,-5 79 0,0-29 0,2-57-194,-1 1-1,-2 0 0,-1-1 0,-9 35 1,2-13 77,-7 91 0,14-103 34,-1 0 1,-1-1-1,-3 0 1,-15 43-1,-17 46 83,-11 29 0,34-115 0,-1 0 0,-2-1 0,-2-1 0,-2-2 0,-42 54 0,48-71 111,-1-1-1,-2-1 0,0-1 0,-1-1 0,-1-1 0,-1-1 0,-1-1 0,-30 15 1,7-7-143,22-11 9,0-1-1,-45 14 1,-9-1 23,37-12 0,-80 16 0,-55-5-1243,156-22-4975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39:34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3220 2169 24575,'-512'0'-2343,"482"-1"2343,0-2 0,-45-10 0,-18-3 0,-102-2-369,-311-45-1214,339 36 1476,85 15 2,-96-25 0,26 1-69,87 23 38,-74-26-1,46 8 137,-84-33 0,118 39 101,11 5 320,-69-40 0,64 29 1716,24 15-2121,1-1 0,-50-40 0,31 17 1430,30 26-1325,0 0 1,0-2-1,-26-31 0,22 17-121,1-2 0,1 0 0,1-1 0,2-1 0,2 0 0,-13-48 0,14 42 0,7 26 0,2 0 0,0 0 0,1 0 0,0-1 0,-1-16 0,4 10 0,0 0 0,1-1 0,0 1 0,8-31 0,-7 43 0,1 0 0,0 1 0,0-1 0,1 1 0,0 0 0,1 0 0,-1 0 0,2 1 0,-1-1 0,1 1 0,0 1 0,0-1 0,9-6 0,18-13 0,1 1 0,67-36 0,-92 56 11,23-12-226,0 2-1,1 1 1,35-10-1,31-4-828,-44 11 523,1 2 0,65-8 1,135-19-1370,118-6 859,2 33-921,-305 13 1283,292-18-2318,-199 7 2987,208 10 0,-183 6 0,365 28 1055,-438-13 1095,221 63 1,-334-80-2151,27 9 0,-1 2 0,40 21 0,-25-11 0,-20-9 1110,-1 1-1,0 1 0,-1 0 0,-1 2 0,28 28 0,8 17-1134,-30-31 25,-15-19 0,-1 0 0,-1 1 0,0 0 0,-1 0 0,-1 1 0,0 1 0,8 18 0,-8-12 0,23 38 0,-23-44 0,0-1 0,-1 1 0,0 0 0,-2 1 0,6 20 0,-2 7 0,-2-1 0,-2 2 0,-2-1 0,-2 0 0,-2 0 0,-8 59 0,7-91 1,-1 0 0,-1 1-1,0-1 1,-1-1 0,0 1-1,-8 12 1,-46 60-26,28-41-104,-3 4-235,-2-2 0,-60 57 0,22-35-93,-2-3 1,-108 68 0,17-41 456,126-70 0,-49 20-464,-1-3 0,-2-4 0,-110 24 0,136-46 464,0-2 0,-128 0 0,-426-10-309,593-1 515,1-1 1,0-1-1,-43-12 1,36 7 81,-51-6 0,17 7-288,-43-3 0,-1 2 181,-19 0 717,69 11-655,29 0 441,1-2 0,-37-4-1,63 3-683,0-1 0,0 0 0,1 0 0,-1-1 0,0 0 0,1 0 0,0 0 0,0 0 0,-7-7 0,1 0 0,0 0 0,1 0 0,-9-12 0,-9-11 0,-47-43 0,-6-5 0,-20-13 0,-31-53 0,80 91 0,15 17 0,-57-77 0,-27-61 0,117 171 0,-11-16 0,2-1 0,0-1 0,-16-41 0,20 40 0,-17-31 0,15 34 0,-17-45 0,15 22 0,-28-99 0,32 96 0,2-1 0,-1-89 0,9 121 0,0 0 0,1 0 0,1 0 0,0 1 0,1-1 0,1 1 0,1-1 0,0 1 0,1 1 0,16-27 0,-7 18 0,2 0 0,0 2 0,1 0 0,1 1 0,35-29 0,-17 20-116,0 1 1,2 2-1,1 1 0,1 3 0,56-23 0,-55 28 116,2 2 0,-1 2 0,2 2 0,51-6 0,86-16 0,-150 28 0,42-7-758,137-6-1,79 19-4286,-124 2 3689,-14 3 1086,281 47 0,-282-15 407,-12-1-17,58 19-120,-114-29 0,57 25 0,-8-2 0,21 8 4914,-88-30-5289,84 49 422,1 0-22,-118-59 300,0 1 0,-1 2 0,41 33 1,-49-35-259,89 75 2530,-99-80-2544,0 1 1,-1 1-1,-1 0 0,-1 0 1,16 27-1,-21-27-53,1 0 0,-2 0 0,0 1 0,-1 0 0,-1 0 0,3 29 0,-4 102 0,-3-94 0,1-43 0,-1 0 0,-1-1 0,0 1 0,0 0 0,-1-1 0,0 1 0,0-1 0,-1 0 0,0 0 0,-1-1 0,0 1 0,-7 8 0,-18 28 0,-1 0 0,-3-3 0,-45 46 0,69-78 0,-6 7 0,-35 28 0,-184 120 0,179-124-309,42-29 246,0-2 0,0 1-1,-1-2 1,-20 10 0,4-4 63,1 2 0,-40 29 0,21-13 0,-4 1 0,-276 165 0,286-175 0,16-9 0,0-1 0,-1-1 0,-41 13 0,41-17 0,-36 17 0,47-17 0,0-2 0,0 0 0,-1-1 0,0-1 0,0-1 0,-24 3 0,-29 1 0,-27 1 0,84-8 0,0 1 0,-1 1 0,1 0 0,-14 5 0,13-3 0,0-2 0,-1 1 0,-22 1 0,-175-6 0,53-24 0,5 1 0,138 22-13,0-1 0,1-1 1,-17-6-1,-34-7 585,11 8-484,-2-1-80,-102-5 0,84 7-8,4 0 0,40 5 120,31 2-177,0 1 0,0 0 0,0 0 0,0 0-1,0-1 1,0 1 0,0 0 0,0-1 0,0 1 0,0-1 0,0 1 0,0-1-1,0 0 1,0 1 0,0-1 0,1 0 0,-1 0 0,0 1 0,1-1 0,-1 0 0,0 0-1,1 0 1,-1 0 0,1 0 0,-1-2 0,1-3-6769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39:39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17394 4236 24575,'-113'9'0,"-2"-1"0,-49 2-676,70-3 616,-103 10-152,78 3-898,34-4 1156,-191 9-46,31-4 0,118 0 0,-49 6 0,-275 35 0,383-51 0,-266 24-2304,207-25 1783,75-6 521,-91 12 0,81-8-1268,0-1 0,-79-4 0,33-1 324,-26 6 991,-67 1 39,-16-8-188,-229-3-416,283-6 2453,23 0 513,48 7-3738,-264-12 1290,-235 7 229,336 8-165,23 7-64,-9 0 0,-1444-10 348,1519-7-216,11-1-105,-55 1-3021,-28-1 1749,-1986 10 5560,1984-16-4039,207 12-269,-68-14-56,66 11 176,-60-5 1,-154-6 945,-39 0-1226,117 9 19,-18-1 146,-778 10 4804,959-2-4816,0 0 0,-1 0 0,1-1 0,0 0 0,0 0 0,-10-5 0,8 3 0,1 0 0,-1 2 0,0-1 0,-10-1 0,-114-13 0,-28-2 0,94 11 0,-34 0 0,87 7 0,1-1 0,0 0 0,0-1 0,-16-6 0,14 5 0,0 0 0,-28-4 0,-122-7-780,-142-5-479,14 3 720,262 15 135,1-1 0,-36-9 0,-40-3 215,-165-4 89,109 3 399,54 3-1148,36 9-2491,51 2 3102,-1-1-1,-38-11 1,-16-2 1150,61 14 1042,-62-9 3207,-104-16-4504,162 22-657,-1-1 0,1-1 0,-24-11 0,19 8 0,-36-11 0,40 15 0,0-1 0,0 0 0,1-2 0,-23-13 0,-30-9 0,55 24 0,0 0 0,0-1 0,-16-11 0,3 1 0,-57-24 0,8 5 0,32 12 0,4 2 0,-55-36 0,78 43 0,-36-36 0,27 22 0,18 18 0,0-1 0,1 0 0,1 0 0,1-1 0,0 0 0,0-1 0,-8-21 0,7 11 0,0-2 0,2 1 0,-7-47 0,-5-2 0,13 54 0,-7-38 0,-3-87 0,10 87 0,2 24 0,1-41 0,3 17 0,-1 22 0,6-58 0,-1 82 0,0 0 0,0 0 0,1 1 0,0 0 0,1 0 0,9-15 0,45-67 0,-21 37 0,2-2 0,65-73 0,-53 69 0,248-248-1387,-246 259 1453,-7 12-132,2 2 0,85-51-1,-4 3-4918,-99 67 4796,1 2 1,1 1 0,0 1 0,43-13-1,-2 0-550,230-84-2891,-29 22 3630,-17 12 578,-172 51 2485,81-23-3234,-124 38 171,44-19 0,33-10 0,67-17 0,-76 22 0,79-35-738,-77 25 393,205-87 345,-152 61 0,27-9 0,-24 20 984,200-59 2191,-222 76-3169,-87 25-55,65-13 1,10 1-30,33-6-18,97-11 96,-142 29 0,181-6 0,-207 22 0,91-6 0,299 1-7,-293 10 8,262-23-1133,-300 8 1132,211 10 0,-188 5 0,1160-2-2665,-625 0 4442,-523 9-1791,-6 0 189,42 8-1118,-22-1-87,-157-12 1011,58 11 0,1 0-17,446 37 4636,-412-29-4118,-81-12-614,75 4 0,72 2 132,34 0 0,-184-13 0,70 15 0,-36-5 0,195 10-41,-11-2 534,-173-5-1853,51 4 1531,183 11-171,-236-21 0,5 9-3861,-2 0 3811,-24-12 111,-1 3 0,148 41 0,-188-41 188,39 7 0,-50-14-165,0 2-1,-1 1 0,1 1 0,25 13 1,-22-9-84,0 0 0,33 7 0,-31-10 0,58 24 0,-54-16 125,1-2 0,41 11 0,-56-19-210,-1 1 1,33 18-1,25 10 1386,-46-23 400,37 21 1,-42-19-676,53 19 0,21 7-1018,-14-4-2,-57-25 261,32 19-1,-38-18-20,0-1 0,43 13 0,-46-17-240,-1 0 0,27 15 0,29 11-7,-59-27 1,-1 0 0,1 1 0,-1 1 0,18 13 0,-20-14 0,0 0 0,1-1 0,17 6 0,-18-8 0,0 2 0,0-1 0,25 17 0,18 14 0,-29-18 0,45 36 0,-56-39 0,0 0 0,-2 1 0,0 1 0,15 21 0,-6-5 0,41 42 0,13 18 0,32 47 41,26 38-726,-48-67 556,-76-95 129,5 7 0,22 38 0,7 12 80,-31-51-27,23 43 1,-7-9-20,-22-39 150,0-1 0,13 33 0,7 17-184,-19-47 0,11 33 0,20 95 0,-28-108 0,-10-29 0,0-1 0,0 1 0,-1 0 0,-1 0 0,0 0 0,1 12 0,-5 309 0,-3-284 0,-3 1 0,-21 73 0,23-101 0,-36 104 0,10-38 0,20-54 0,-21 39 0,-9 25 0,15-36 0,18-42 0,-13 36 0,-53 148 0,56-147 0,15-43 0,0 1 0,-1 0 0,0-1 0,-10 15 0,13-24 0,-1 0 0,0 0 0,0 0 0,0-1 0,-1 0 0,1 1 0,-1-1 0,0 0 0,1-1 0,-1 1 0,-1-1 0,1 1 0,0-1 0,-1-1 0,1 1 0,-9 2 0,-6 1 0,0 2 0,-32 15 0,-13 6 0,52-24 0,1 0 0,0 1 0,0 0 0,0 1 0,1 1 0,-16 12 0,14-10-227,-1 0-1,-1 0 1,1-1-1,-1-1 1,-16 6-1,16-9-6598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35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0 240 24575,'117'9'0,"2"0"0,-13 0 0,1-1 0,71 0-242,-2 1-473,798-10-5161,-770-16 5181,-12 0-175,402-1 1461,-437 11-470,131-3-485,-34 2 364,0 0 0,-197 5 273,69-11-1,44-3 209,479 16-512,-309 3 19,-190-11 12,-6 0 0,-53 10 340,2 0 935,102-13 1,-35 4-1337,4-1 1150,-68 5-1089,-4 0 0,-25-11 0,-50 10 0,-1 1 0,30-3 0,128-8 0,-46 9 0,8-1 0,27-3 0,-15 3 0,250-2 0,-243 11 0,134-2 1560,-272-1-1348,1-1 0,-1-1 0,31-9 0,-30 7 35,1 1 0,35-4-1,308 7-246,-175 3 0,300-2 0,-456 1 0,34 7 0,30 1 0,-45-10-60,-28-1-266,0 2-1,1 1 1,40 6 0,-48-3-6500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0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989 0 24575,'1'16'0,"-2"-1"0,1 1 0,-2-1 0,0 1 0,-1-1 0,0 0 0,-7 19 0,-6 3 0,0-1 0,-3-1 0,-25 39 0,31-53 0,1 2 0,-8 23 0,-11 21 0,-77 158 0,-5 37-473,87-202 370,14-33 107,-12 35 1,-27 85-142,-4 16-1350,16-45 1487,-9 38 0,7-30 0,10-38 0,-44 123 1757,75-209-1747,-1-1 0,1 0 0,-1 0 1,1 0-1,-1 0 0,1 1 0,0-1 0,0 0 0,0 0 0,0 1 1,-1-1-1,2 0 0,-1 0 0,0 1 0,0-1 0,0 0 0,1 0 1,-1 1-1,0-1 0,1 0 0,-1 0 0,1 0 0,-1 0 0,1 0 1,0 0-1,0 1 0,-1-2 0,1 1 0,0 0 0,0 0 0,0 0 1,0 0-1,0 0 0,0-1 0,0 1 0,0-1 0,0 1 0,0 0 1,1-1-1,-1 0 0,0 1 0,0-1 0,1 0 0,-1 0 0,0 1 1,2-1-1,9 1-30,0 0 0,1 0 0,23-3-1,-19 1 59,-2 1-38,227-15 0,118-40 0,-304 40 0,-38 9 0,0 1 0,18-3 0,35-2 0,-3-1 0,110-3 0,-68 6 0,-4 0 0,-57 8-102,-21 1-44,0-1-1,0-1 1,1-2-1,32-7 0,-11 1 147,-1 2 0,2 2 0,-1 2 0,64 5 0,103-7 0,-6-9 0,-60 5 0,98-6 0,-225 13 0,3 0 0,0-2 0,33-8 0,-3-1 0,111-11 0,-76 13 0,-23 4-5,49-9-7,-32-15 151,-38 19 4,0 3 0,1 2-1,0 2 1,51 1-1,-97 4-142,0 0 0,0 0 0,1 0 0,-1 0 0,0-1 0,0 1 0,0-1 0,0 0 0,0 0 0,0 0 0,0 0 0,0 0 0,-1-1 0,5-2 0,-5 2 0,0-1 0,0 1 0,0 0 0,-1-1 0,1 1 0,-1-1 0,0 1 0,0-1 0,0 0 0,0 1 0,0-1 0,0 0 0,-1 0 0,1 0 0,-1 1 0,0-6 0,0-20 0,-2-1 0,0 1 0,-10-40 0,9 49 0,2 17 0,1 0 0,-1 0 0,1 0 0,-1 0 0,1 0 0,-1 1 0,0-1 0,0 0 0,0 1 0,0-1 0,0 0 0,0 1 0,-1-1 0,1 1 0,0 0 0,-1-1 0,1 1 0,-1 0 0,0 0 0,1 0 0,-1 0 0,0 0 0,1 0 0,-1 0 0,-3 0 0,-4-1 0,1 1 0,-1 0 0,1 1 0,-17 0 0,17 1 0,-1-1 0,1 0 0,0-1 0,-9-1 0,-15-6 0,0 1 0,0 2 0,0 1 0,-53 1 0,-1166 5-3398,658-3 2304,443 11 1094,82-3 0,-214 25 0,264-30 241,0 1 0,0 1 1,-18 6-1,-28 7 355,0-7-207,-149 30 2153,163-25-2542,36-10 0,-1-1 0,0 0 0,0-1 0,-22 2 0,-110 11 0,19 1 0,22-1 0,92-15 0,0 2 0,0 0 0,0 0 0,1 1 0,-15 7 0,14-5 0,-1-1 0,0-1 0,0 0 0,-22 3 0,-9-8 0,35 1 0,0-1 0,0 2 0,0-1 0,-20 5 0,30-4 0,-1-1 0,1 1 0,-1 0 0,1-1 0,-1 1 0,1 0 0,0 0 0,-1 0 0,1 0 0,0 0 0,0 1 0,0-1 0,0 0 0,0 0 0,0 1 0,0-1 0,0 1 0,-1 1 0,1 2 0,-1-1 0,1 1 0,0 0 0,0 0 0,0-1 0,0 8 0,1 1 0,0 0 0,1 0 0,5 24 0,12 55 0,-12-56 0,0-1 0,3-1 0,14 38 0,-17-57 0,2 1 0,0-1 0,1 0 0,15 19 0,-24-34 0,0 1 0,1-1 0,-1 0 0,0 0 0,0 0 0,0 1 0,0-1 0,1 0 0,-1 0 0,0 0 0,0 1 0,0-1 0,1 0 0,-1 0 0,0 0 0,0 0 0,0 0 0,1 0 0,-1 0 0,0 1 0,0-1 0,1 0 0,-1 0 0,0 0 0,1 0 0,-1 0 0,0 0 0,0 0 0,1 0 0,-1 0 0,0 0 0,0-1 0,1 1 0,-1 0 0,0 0 0,0 0 0,1 0 0,-1 0 0,0 0 0,0 0 0,0-1 0,1 1 0,-1 0 0,6-15 0,-3-17 0,-3 13 0,1-1 0,1 1 0,0 0 0,2 1 0,0-1 0,1 1 0,14-34 0,-10 32-106,-4 9-104,0 1 0,0-1 1,1 1-1,0 0 0,10-12 0,0 6-6616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4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34 24575,'-3'-3'0,"-7"-1"0,-4 1 0,-3 0 0,1-2 0,1-1 0,-2 2 0,-3 1 0,4 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8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4086 1162 24195,'-1'46'0,"-4"-1"0,-3 1 0,-3-1 0,-3 0 0,-3-1 0,-3 1 0,-4-2 0,-2 0 0,-3 0 0,-3-1 0,-3-1 0,-3-1 0,-3-1 0,-2 0 0,-3-2 0,-2-1 0,-3 0 0,-3-2 0,-1-1 0,-3-2 0,-2-1 0,-2-1 0,-2-1 0,-2-2 0,-1-1 0,-2-2 0,-2-2 0,-1-1 0,-2-2 0,-1-1 0,0-2 0,-2-2 0,-1-1 0,0-3 0,-1-1 0,0-1 0,-1-3 0,0-1 0,-1-2 0,1-2 0,0-2 0,0-1 0,1-3 0,0-1 0,1-1 0,0-3 0,1-1 0,1-2 0,2-2 0,0-1 0,2-2 0,1-1 0,2-2 0,1-2 0,3-1 0,1-2 0,2-1 0,2-1 0,2-1 0,2-2 0,3-1 0,2-2 0,3 0 0,2-1 0,3-2 0,2 0 0,3-1 0,3-1 0,3-1 0,3-1 0,3 0 0,2 0 0,4-2 0,3 1 0,3-1 0,3 0 0,3-1 0,3 1 0,4-1 0,2 1 0,4-1 0,3 1 0,3-1 0,3 2 0,3-1 0,3 1 0,4 0 0,2 1 0,3 1 0,3 0 0,3 1 0,3 1 0,3 0 0,2 2 0,3 0 0,2 2 0,3 1 0,2 1 0,3 1 0,2 1 0,2 2 0,2 1 0,2 1 0,1 2 0,3 2 0,1 1 0,2 1 0,1 2 0,2 2 0,0 1 0,2 2 0,1 2 0,1 2 0,0 1 0,1 2 0,0 2 0,1 1 0,0 2 0,0 3 0,1 0 0,-1 3 0,0 2 0,-1 1 0,0 2 0,-1 2 0,0 1 0,-1 2 0,-2 2 0,0 2 0,-1 1 0,-2 2 0,-1 2 0,-2 1 0,-2 1 0,-1 2 0,-2 2 0,-2 1 0,-2 1 0,-2 2 0,-3 1 0,-1 1 0,-3 1 0,-3 1 0,-2 2 0,-3 0 0,-2 2 0,-3 0 0,-3 1 0,-3 1 0,-3 0 0,-3 1 0,-2 1 0,-4 0 0,-3 1 0,-3-1 0,-3 2 0,-3-1 0,-3 1 0,-4-1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59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7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24575,'441'0'1618,"587"0"-10402,-662 0 8784,-1 0 5354,-348 0-11733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3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0 104 24575,'210'-10'0,"-63"-14"-620,-78 11 408,85-5 0,-36 12 121,291-8-5026,100 2 5117,291 6-4184,-460 8 3037,123 14 299,-278-1 645,129 5 236,-14-12-80,88 1-22,678-10 10630,-722 1-9909,-326 0-7339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4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24575,'84'-15'0,"252"12"-441,-182 5-1189,2975-2-10997,-2704-9 12257,-13 0 17,-167 11 360,212-4 12,-194-15-27,57 0 129,-99 15 426,255-6 425,510 0 614,-593 10-141,-260-2-1866,67 0 5907,14 0-1388,-197 0-10720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29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1373 1019 24575,'-3'5'0,"-1"0"0,1 0 0,-2 0 0,1-1 0,0 1 0,-1-1 0,0 0 0,0-1 0,0 1 0,0-1 0,0 0 0,-1 0 0,0-1 0,1 1 0,-1-1 0,-8 1 0,-13 4 0,0-2 0,-34 3 0,60-8 0,-276 4 0,152-6 0,106 2 0,-1-2 0,0 0 0,1-1 0,0-1 0,-1-1 0,2-1 0,-29-12 0,-26-10 0,42 18 0,1-2 0,0-1 0,-52-33 0,39 20 0,-11-9 0,23 11 0,2 2 0,-30-31 0,50 44 0,0-1 0,1 0 0,0-1 0,1 0 0,0 0 0,-10-24 0,6 7 0,1 1 0,1-2 0,2 0 0,1 0 0,1 0 0,1 0 0,1-44 0,3 52 0,1 1 0,1-1 0,1 1 0,1 0 0,1 0 0,1 0 0,0 1 0,1 0 0,15-28 0,-12 35 0,0-1 0,0 2 0,2-1 0,-1 2 0,1 0 0,0 0 0,1 1 0,20-11 0,-12 7 0,1 2 0,0 0 0,1 2 0,0 0 0,39-9 0,-21 11 0,0 2 0,65 0 0,-43 4 0,-28-1 0,59 6 0,-85-2 0,0 0 0,0 1 0,0 0 0,-1 0 0,1 1 0,-1 0 0,1 1 0,-2 0 0,1 0 0,0 0 0,9 10 0,7 9 0,37 45 0,-60-69 0,16 25 0,-1 0 0,-2 1 0,0 0 0,10 30 0,-17-40 0,70 197 0,-64-178 0,-2 2 0,-1 0 0,-3 0 0,7 67 0,-14-101 0,7 49 0,-2-18 0,1 50 0,-6-77 0,0-1 0,0 1 0,0 0 0,-1 0 0,0-1 0,-1 1 0,1-1 0,-1 1 0,0-1 0,-1 0 0,0 0 0,0 1 0,0-2 0,0 1 0,-1 0 0,0-1 0,-1 0 0,1 0 0,-1 0 0,0 0 0,0-1 0,-11 8 0,5-4 15,0-1 0,-1 0 0,0-1 0,-1 0 0,1-1 0,-1 0 0,-21 5 0,11-6-386,0 0-1,-1-1 1,-36-1 0,44-2-6455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0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5828 2288 24575,'-249'1'-4023,"-272"-2"534,55-20 1176,235 9 2434,-299-36-121,-234-46-2347,417 44 2063,-137-18 10,-32-5 2314,183 15-1109,154 24-643,-12-12 413,70 14-660,65 19 408,1-3 1,0-3-1,2-1 1,-78-43-1,49 23-548,56 29 272,1-1 0,-31-21 0,25 13 1131,-47-38 2668,56 39-3639,-37-40-1,-11-15-332,56 57 0,0 0 0,0 0 0,-14-26 0,24 36 0,0-1 0,1 1 0,0-1 0,0 0 0,1-1 0,0 1 0,0 0 0,1-1 0,0-12 0,0 13 0,1 1 0,0-1 0,0 0 0,1 1 0,0-1 0,0 0 0,1 1 0,0-1 0,0 1 0,1 0 0,0 0 0,0 0 0,1 0 0,-1 0 0,2 1 0,-1 0 0,8-9 0,6-3 0,1 1 0,1 0 0,1 1 0,0 2 0,1 0 0,37-17 0,21-14 0,-17 9-881,2 3-1,127-46 0,-100 43 882,-42 16 0,65-18 0,162-44-2611,-46 13 2242,621-120-4677,-661 153 4869,70-11-133,-162 35 299,624-54 3,-535 59 8,294-6 0,-102-6-1385,-303 13 1618,559-4-684,-383 13 326,306 8 125,-324-5 0,349 27 1763,-218 23 2476,-263-38-3338,-72-11-109,-1 2 0,40 15 0,28 10 435,-75-27-1227,1 1 0,-2 1 0,44 24 0,59 47 0,-83-52 0,89 67 2276,-36-20-3386,-40-20-3522,-25-24 3542,238 253 7789,-238-249-6635,-1 1 0,-1 1 0,29 56 0,-40-65-64,-12-20 0,0 0 0,-1 0 0,1 0 0,-1 1 0,-1 0 0,0-1 0,0 1 0,-1 0 0,0 1 0,1 15 0,-2-9 0,1 25 0,-2-1 0,-7 54 0,4-80 0,-1 0 0,0 0 0,-1 0 0,-1-1 0,0 0 0,0 0 0,-14 20 0,0-6 0,-1-1 0,-28 29 0,7-13 0,-1-3 0,-2-1 0,-2-2 0,-63 36 0,63-45 0,-87 35 0,81-41-205,-1-2 0,-78 16-1,-40 4 206,93-19 0,-1-5-759,-157 7 0,145-15 80,-309-2 538,226-7 137,-329 2 1739,494 1-1626,1 0 0,0 1-1,-1 0 1,1 0 0,-14 6-1,17-5-60,-1 0 0,1-1-1,-1 0 1,1 0-1,-1-1 1,0 1-1,0-2 1,0 1 0,0-1-1,0 0 1,-12-1-1,19 1-47,-1-1 0,1 1 0,-1 0 0,0 0 0,1 0 0,-1 0 0,1 0 0,-1-1 0,1 1 0,-1 0 0,1 0 0,-1-1 0,1 1 0,-1 0 0,1-1 0,0 1 0,-1 0 0,1-1 0,-1 1 0,1-1 0,0 1 0,-1-1 0,1 1 0,0-1 0,0 1 0,-1-1 0,1 1 0,0-1 0,0 1 0,0-1 0,0 1 0,-1-1 0,1 0 0,0 1 0,0-1 0,0 1 0,0-1 0,1 1 0,-1-1 0,0 1 0,0-1 0,0 0 0,0 1 0,0-1 0,1 1 0,-1-1 0,0 1 0,1-1 0,-1 1 0,0-1 0,1 1 0,-1 0 0,0-1 0,1 0 0,29-27 0,-20 19 0,50-42-1365,-49 42-5461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0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0 475 24575,'4'-1'0,"-1"1"0,1-2 0,-1 1 0,0 0 0,0-1 0,1 1 0,-1-1 0,0 0 0,4-4 0,9-4 0,31-10-38,1 3-1,77-18 0,0-1-739,96-21-219,-106 29 628,472-96-1884,-414 90 1249,-109 18 354,78-7 1,131 1 649,-161 6 72,-63 8-9,62-2-1,222 9 3438,-147 3-3066,-167-2-5940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0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24575,'2'3'0,"-1"1"0,1-1 0,0 0 0,0 1 0,0-1 0,0 0 0,1-1 0,-1 1 0,1 0 0,-1-1 0,6 4 0,5 7 0,0 2 0,-1 0 0,1 0 0,25 20 0,-20-18 0,-1 0 0,22 28 0,-32-36 15,0 0 0,-1 0 0,0 1 0,0 0 0,-1 0 0,0 1 0,6 20 0,-10-28-60,0 0 0,-1 0 0,1 1 0,-1-1 0,0 0 0,0 0 0,0 0 0,0 0 0,0 1 0,-1-1 0,1 0 0,-1 0 0,0 0 0,0 0 0,0 0 0,0 0 0,-1 0 0,1-1 0,-1 1 0,0 0 0,1-1 0,-1 1 0,0-1 0,-1 1 0,1-1 0,0 0 0,-1 0 0,1 0 0,-1-1 0,0 1 0,1 0 0,-6 1 0,-6 3-6781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1:42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24575,'3'2'0,"-1"0"0,1 1 0,-1-1 0,1 0 0,-1 1 0,0 0 0,0-1 0,0 1 0,-1 0 0,1 0 0,-1 0 0,1 0 0,-1 0 0,1 5 0,12 50 0,-12-51 0,4 25 0,-2-5 0,2 0 0,0 0 0,2 0 0,23 49 0,-21-54 0,-1 1 0,9 34 0,-11-34 0,1 0 0,16 34 0,26 49 0,6 11 0,5 7 0,-30-65 0,-20-39 0,0 0 0,21 29 0,-12-21 538,-10-15-3057,-1 1 1,13 29-1,-15-26 1346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2:07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2781 2103 24575,'-47'0'0,"-17"1"0,-100-12 0,149 8 0,0-1 0,0 0 0,-24-11 0,31 12 0,-20-6 0,0 1 0,-50-7 0,54 12 0,-1-2 0,1-1 0,0 0 0,-33-15 0,21 6 0,-1 1 0,-63-13 0,35 10 0,-77-38 0,8 11 0,-26-6 0,20 5 0,-4-1 0,112 38-174,-53-24 0,-6-2-60,82 31 234,-129-45 0,59 17 0,49 20 0,-1-1 0,-34-20 0,-33-22 0,43 25 0,-73-52 0,103 62 0,-73-58 0,69 52 40,-46-46 281,67 62-290,1 0 1,0 0 0,0-1-1,1 0 1,0 0 0,-8-18-1,-3-10-31,13 31 0,1 0 0,-1 0 0,1-1 0,1 1 0,-1-1 0,1 0 0,-2-13 0,2-3 0,1-1 0,1 0 0,1 0 0,2 1 0,5-30 0,-5 42 0,1 0 0,0 1 0,0-1 0,1 1 0,1 0 0,0 0 0,0 0 0,1 1 0,1 0 0,0 0 0,0 1 0,11-10 0,28-25 76,-29 25-201,1 1 0,1 1 1,1 1-1,0 0 0,38-19 0,21-6 128,-37 19-105,52-19-1,-30 17-327,121-38-7153,29 7 6812,2 9 0,361-28 1,-398 54 3289,14-1-2327,491 6-281,-492 13 72,320 14 16,-417-1 46,-1 4 0,0 3 0,117 41 0,-117-32 477,23 10-143,88 58-379,-160-72 1052,-2 1-1,69 51 1,-102-65-405,0 0 0,-1 1 0,0 0 0,-1 1 0,12 19 0,33 68-451,-40-73 86,-10-16-282,0 0 0,0 1 0,-1-1 0,0 1 0,-1 0 0,0-1 0,0 14 0,-3 78 0,-1-46 0,2-41 0,-1 1 0,-1 0 0,0-1 0,-1 0 0,-1 1 0,0-1 0,-1 0 0,-1-1 0,0 1 0,-1-1 0,-1 0 0,0-1 0,-10 13 0,-22 24 0,-2-1 0,-2-2 0,-2-2 0,-2-2 0,-72 49 0,71-57-13,-59 39-806,-102 46 616,160-92-114,-85 33 0,18-10 309,31-11 8,-47 24 0,116-56 342,-1-1 0,0 0 0,-25 6 0,23-8-239,1 2 0,-32 13 0,36-12-103,-1-2 0,0 0 0,0-1 0,0 0 0,-21 3 0,23-5 120,14-3-144,0 0-1,-1 0 1,1 0 0,0 0-1,0 0 1,0 0 0,-1 0-1,1 0 1,0 0 0,0 0-1,0 0 1,-1 0 0,1 0-1,0 0 1,0 0-1,0 0 1,0 0 0,-1 1-1,1-1 1,0 0 0,0 0-1,0 0 1,0 0 0,-1 0-1,1 0 1,0 0 0,0 1-1,0-1 1,0 0 0,0 0-1,0 0 1,-1 0 0,1 1-1,0-1 1,0 0 0,0 0-1,0 0 1,0 0 0,0 1-1,0-1 1,0 0-1,0 0 1,0 0 0,0 1-1,0-1 1,0 0 0,0 0-1,0 0 1,0 1 0,0-1-1,0 0 1,0 0 0,0 0-1,0 0 1,1 1 0,-1-1-1,0 0 1,0 0 0,0 0-1,0 1 1,6 1-6802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2:11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0 256 24575,'4'-1'0,"1"0"0,-1 0 0,0-1 0,1 0 0,-1 1 0,0-1 0,0-1 0,-1 1 0,5-4 0,21-10 0,74-14 0,6-2 0,-66 19 0,0 2 0,1 1 0,0 3 0,62-3 0,-68 6 0,-5 0 0,0-2 0,32-11 0,-6 2 0,-32 10 0,37-2 0,-6 1 0,80-5 0,-21 3 0,-59 4-2864,79 4-1,-39 2 241,-33-4 4042,10-6-1593,-6 0 756,-22 6 4604,652 3-3841,-680 0-1344,0 0 0,19 6 0,33 2 0,-61-8 0,-1 0 0,0 1 0,1 0 0,-1 0 0,12 6 0,-11-4 0,1-1 0,0 1 0,18 1 0,22-1 0,32 3 0,-49-3 0,0-1 0,37-2 0,-34-2 0,58 7 0,0 3 0,180-5 0,-140-7 0,394 3 0,-499 2 0,35 5 0,29 2 0,-49-10 0,-28 0 0,0 1 0,0 0 0,-1 1 0,1 1 0,0 0 0,24 8 0,-18-4-195,1-1 0,-1 0 0,1-2 0,-1-1 0,1 0 0,30-3 0,-35 0-6631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1:42:13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24575,'1061'0'-3222,"-883"-9"1122,-3 0 1525,-120 7 521,68-13 0,-66 7 36,67-2 0,84 2-101,19 0-61,616 9 6520,-833-1-6681,-1 0 0,1 1-1,17 4 1,-14-1-6485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9:32:34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9:32:3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9:32:35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1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24575,'1'3'0,"0"0"0,0 0 0,0 0 0,0 0 0,0 0 0,0 0 0,1 0 0,0 0 0,-1 0 0,4 3 0,11 22 0,-10 1 0,-2-1 0,-1 1 0,-1 0 0,-1 0 0,-5 41 0,1 6 0,3-10-434,13 104 0,-7-108 434,-2 97 0,-5-92 0,9 69 0,5-7-2035,10 62 1444,6-70 499,-3-21-90,-12-29-483,64 263 335,-47-204-451,-9-34 1477,14 8-563,1 0-143,12 71 10,30 119 0,-41-159-463,1 3-23,-21-51 486,51 222 0,-51-223 0,-5 0 0,4 94 0,-4-28 0,-5 162 0,-9-221 0,3-72 1,0-1-1,1 0 1,1 0-1,6 21 1,-3-17-1,-2 0 1,3 28 0,-4 269 1627,-7-166-216,3 667 1217,-1-797-2629,-9 46 0,6-45 0,-2 36 0,6-32 0,1-23 0,0 0 0,-1 0 0,0 0 0,-1 1 0,1-1 0,-1 0 0,-1 0 0,1 0 0,-1 0 0,-5 12 0,6-18 0,1 0 0,-1 0 0,1-1 0,-1 1 0,0 0 0,1 0 0,-1 0 0,0-1 0,0 1 0,0 0 0,0-1 0,1 1 0,-1-1 0,0 1 0,0-1 0,0 1 0,0-1 0,0 0 0,0 1 0,0-1 0,0 0 0,-1 0 0,1 0 0,-1 0 0,0 0 0,0-1 0,0 1 0,0-1 0,0 0 0,0 1 0,0-1 0,0 0 0,0 0 0,0-1 0,1 1 0,-4-2 0,-1-4 0,-1 1 0,1-1 0,0 0 0,-6-11 0,2 2-78,6 9-179,0 1-1,0-1 1,-1 1-1,-11-12 1,-1 4-6569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4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24575,'1'36'0,"0"1"0,11 50 0,-7-45 0,2 52 0,2 27 0,23 24-279,-19-100 129,-3 1 1,6 63-1,6 101 150,-12-135 0,2 36 0,-11-95 0,1 0 0,1 0 0,1 0 0,6 19 0,-4-17 0,-1 0 0,4 33 0,-7 75 0,-3-88 0,2 0 0,6 50 0,1-17 648,2 13-1933,-6-66-5541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5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 24575,'141'-11'0,"2"0"0,-100 12-8,-22 0-6,0-1 0,-1 0 1,1-2-1,0 0 0,-1-1 1,26-8-1,-22 4-39,0 1 1,1 1-1,0 0 0,35 0 1,103 6-162,-67 1 169,54-4-421,156 4-908,-241 6 1493,71 17 1,-21-2 435,-98-20-316,0 2 0,0 0 0,-1 1 0,0 1 0,0 1-1,15 9 1,-27-14-239,1 1 0,-1 0 0,0 0 0,0 0 0,0 0 0,-1 1 0,1-1 0,-1 1 0,0 0 0,0 0 0,2 6 0,20 64 0,-21-60 0,8 31 0,8 75 0,-3 15 0,-13-102 0,-1 0 0,-2 35 0,-1-45 0,0 0 0,1-1 0,1 1 0,2-1 0,0 1 0,11 32 0,-6-32 0,-1 1 0,-2 0 0,0 0 0,-1 1 0,1 33 0,15 105 0,-1-10 0,-15-111 0,2 1 0,2-2 0,2 1 0,19 47 0,-23-67 0,-1 1 0,-1 0 0,-1 1 0,1 37 0,3 21 0,-1 0 0,-5 157 0,-4-114 0,2-124 0,1 7 0,-1 0 0,-1-1 0,0 1 0,0-1 0,-4 17 0,4-23 0,0 1 0,0-1 0,-1 1 0,1-1 0,-1 0 0,1 0 0,-1 0 0,0 0 0,0 0 0,0 0 0,0 0 0,0 0 0,0-1 0,0 1 0,-1-1 0,1 0 0,0 1 0,-1-1 0,1 0 0,-1-1 0,1 1 0,-1 0 0,-4 0 0,-22 2 0,0-1 0,0-1 0,-45-5 0,-6 0 0,-44 5 0,-97-3 0,139-8 0,-20-1 0,55 7 0,1-3 0,0-1 0,-65-21 0,105 27 0,-6-3 0,0 1 0,0-2 0,0 0 0,-15-11 0,14 9 0,1 1 0,-1 0 0,-19-7 0,-8-1 0,-64-35 0,49 22 0,41 23 0,0 0 0,-1 1 0,0 1 0,0 0 0,-22-1 0,-2-1 0,4 0-682,-53 2-1,64 3-6143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6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24575,'2'16'0,"0"-1"0,0 1 0,2 0 0,0-1 0,0 0 0,10 21 0,-7-19 0,0 0 0,-2 1 0,0-1 0,3 26 0,12 110-129,1 13-358,3 81 487,12-76-144,-9 37-577,-8-64 589,2 13-21,-19-142 153,1 1 0,0-1 0,9 24 0,-6-21 0,-1-1 0,4 25 0,38 324 150,-26-207-150,-1-87 0,-13-49 0,7 41 0,8 118 0,-15-133 441,25 88 0,-26-120-441,1 0 0,10 19 0,12 28 0,-18-30-126,2-1 0,1 0-1,2 0 1,23 35 0,-29-52-6700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7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24575,'1613'0'-5724,"-1461"-12"5724,-4 1 0,1383 12 5018,-1528-1-5000,0 0 0,0 0-1,0 0 1,-1 0 0,1 1-1,0-1 1,0 1 0,0 0-1,0 0 1,-1 0 0,1 0-1,0 0 1,-1 0-1,1 1 1,-1 0 0,1-1-1,-1 1 1,0 0 0,4 4-1,-4-2 10,0 0 1,1 0-1,-2 0 0,1 0 0,0 0 0,-1 1 0,0-1 1,0 0-1,0 1 0,-1-1 0,1 1 0,-1 5 0,-1 47-27,0-42 0,1 1 0,0-1 0,1 1 0,1-1 0,0 0 0,7 26 0,3-1 0,-3 1 0,9 78 0,-1-2 0,-8-50 0,-3-1 0,-7 132 0,-1-78 0,2 197-567,-1-301 567,-1 0 0,-1-1 0,0 1 0,-2-1 0,1 1 0,-11 20 0,-12 46 0,-19 156 0,7-106 0,29-79-4,2-1-1,0 64 0,8 108-18,2-87 17,0-16 6,-4 128 0,1-240 28,0 0 0,0 0 0,-1-1-1,0 1 1,-1-1 0,1 1-1,-2-1 1,1 0 0,-1 0 0,-9 13-1,10-17-11,-1 1 0,0-1 0,0-1 1,0 1-1,0 0 0,0-1 0,-1 0 0,1 0 0,-1 0 0,0-1 0,0 0 0,0 0 0,0 0 0,-1 0 0,1-1 0,0 0 0,-1 0 0,-6 0 0,-73 9-16,44-4 0,-44 0 0,14-8 0,34 0 0,-68 6 0,88-1 0,-1 2 0,-23 7 0,-16 5 0,3-6 0,-75 5 0,70-9-63,-94 23 0,20 13-567,-285 19 630,405-60 0,0 1 0,0 0 0,1 1 0,-19 7 0,19-6 0,-1 0 0,0-1 0,0-1 0,-19 3 0,-42 3 0,-116 5 0,75-13 196,-114-4 364,141-7-560,-36-1 0,80 7-1365,29 0-5461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8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24575,'1'5'0,"1"0"0,-1-1 0,1 1 0,0 0 0,0-1 0,1 1 0,-1-1 0,1 0 0,0 0 0,5 6 0,5 8 0,90 142 0,-93-143 0,0 1 0,-2 0 0,0 0 0,0 1 0,4 22 0,15 36 0,-9-35 0,-1 0 0,-3 1 0,-1 0 0,12 81 0,-24-114 0,2 0 0,0 0 0,0 0 0,1 0 0,0 0 0,9 15 0,-7-14 0,0 0 0,-1 0 0,-1 0 0,5 18 0,1 23 0,-4-17 0,19 61 0,0-40 0,-16-39 0,-1 0 0,8 28 0,-2 11-102,0-1-219,28 72 0,-14-54-218,32 135 1,-31-118 297,-20-65 92,0 1 0,7 40 0,30 211-1283,-20-160 260,-14-71 1223,9 78-1,-9 2-432,39 179 0,-41-255 259,-2-1 0,3 80 0,-12 104-499,-2-88 769,3 415 1634,-5-527-245,5-33-1509,0 0 0,0 1 1,0-1-1,0 0 0,0 0 0,0 0 1,0 0-1,-1 0 0,1 0 0,0 1 1,0-1-1,0 0 0,0 0 0,0 0 1,0 0-1,0 0 0,0 0 0,0 0 1,0 1-1,0-1 0,0 0 0,-1 0 1,1 0-1,0 0 0,0 0 0,0 0 1,0 0-1,0 0 0,0 0 0,0 0 1,-1 0-1,1 0 0,0 0 0,0 0 1,0 0-1,0 0 0,0 0 0,-1 0 1,1 0-1,0 0 0,0 0 0,0 0 1,0 0-1,0 0 0,0 0 0,-1 0 1,1 0-1,0 0 0,0 0 0,0 0 1,0 0-1,0 0 0,0 0 0,0-1 1,0 1-1,-1 0 0,-4-19 1445,0-29-1384,2-1 0,5-53 1,-1 29-76,2 27-236,2 1-1,2 0 1,16-53-1,-10 43-720,-8 30-5409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7:58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24575,'46'1'0,"-1"2"0,1 3 0,54 13 0,-40-7-25,0-2-1,1-3 1,75-1-1,7 5-314,-7 0 170,1489-11 609,-749-1-266,-871 1-173,-1 0 0,1 0 0,0 1 0,0 0 0,0 0 0,0 0 0,0 0 0,-1 1 0,1 0 0,-1 0 0,1 0 0,-1 0 0,0 1 0,0 0 0,0 0 0,6 5 0,-5-2 0,0 0 0,0 0 0,-1 0 0,0 1 0,0 0 0,-1 0 0,0 0 0,0 0 0,3 13 0,0 10 0,-1 0 0,-2 0 0,-1 0 0,-3 39 0,-2 563-647,4-363 718,12-129-71,-6-81 0,17 140-889,-16-118 595,4 74 844,-13 294-462,1-440-88,0 0 0,0 0 0,-2 0 0,1 0 0,-1 0 0,0 0 0,-1 0 0,0-1 0,0 1 0,-1-1 0,0 0 0,-7 11 0,-5 9 99,2 0 0,1 0 0,-12 40 0,-12 26-64,-37 96-482,30-67 685,-16 50-1029,45-128 732,-11 25 222,15-42-6,1 1-1,-12 57 1,2-14 156,15-57-112,0 0-1,1 1 1,-3 22 0,7-28-201,-2-1 0,1 0 0,-1 0 0,0-1 0,-1 1 0,0 0 0,-6 11 0,7-17 0,0 0 0,0 1 0,-1-1 0,1 0 0,-1 0 0,1 0 0,-1 0 0,0-1 0,0 1 0,0-1 0,-1 0 0,1 1 0,0-2 0,-1 1 0,0 0 0,1-1 0,-1 1 0,0-1 0,-6 1 0,-16 1 0,-1-1 0,0-1 0,1-2 0,-52-7 0,65 5 0,0-1 0,-22-9 0,25 9 0,-1 0 0,1 0 0,-1 1 0,-21-3 0,-43-3 45,-115-5-651,-98 28-1163,-143 56 1076,315-37 693,78-20 0,-47 10 0,35-13 0,-1 2 0,-81 32 0,77-24 146,-1-2-1,-79 15 1,130-32-46,-7 1 142,0 0-1,0 2 1,1-1 0,-21 10 0,10-5-56,-1 0 0,0-2 0,0 0 0,-1-2 0,-37 3 0,33-4-85,19-2-78,-1 1-15,-1-1 0,1 0 1,-1-1-1,-16-1 1,25 0-9,0 1-1,-1 0 1,1-1 0,0 1 0,0-1 0,0 0 0,0 0-1,0 0 1,0 0 0,0 0 0,0 0 0,1 0 0,-1-1 0,0 1-1,1-1 1,-1 1 0,1-1 0,-1 0 0,1 1 0,0-1-1,0 0 1,-1 0 0,1 0 0,1 0 0,-1 0 0,0 0 0,0 0-1,0-3 1,-1-13 0,1 0 0,0 1 0,3-27 0,-1 26 0,-1 1 0,0 0 0,-1 0 0,-3-18 0,-4-7-1365,5 21-5461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2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24575,'0'1104'0,"11"-969"-990,0-3 747,-12 340-1298,3-443 1171,1-1-1,13 56 1,2 19-325,25 235 695,-36-299 0,2 1 0,13 38 0,7 22 0,-6 5 0,43 171 0,40 103 0,-74-269 0,45 133 0,-30-93-21,-4-8-48,39 98-910,-19-49 638,-50-151 248,7 47 0,-13-53 93,2 0 0,16 43 0,-8-34 0,-2 1 0,-1 1 0,-3 0 0,7 49 0,8 22 0,-16-77 0,7 46 0,26 243 1259,-22-156-1259,-13-127-12,16 52-1,7 40 1288,-23-68-1275,-3-23 0,18 76 1,12-27-2,-24-68 1,-1-1 0,12 48 0,-21-67-11,5 25 81,1-1 0,1 0 0,18 42 0,-4-16-70,20 73 0,-21-59 0,20 32 8,-26-67-66,15 45-1,-15-33 327,28 56 0,11 34 397,10 21 927,-50-115-1235,13 70 0,-27-112-357,0 0 0,1 0 0,-1 0 0,0-1 0,1 1 0,-1 0 0,1 0 0,-1-1 0,1 1 0,0 0 0,0-1 0,-1 1 0,1-1 0,0 1 0,1-1 0,-1 0 0,0 1 0,0-1 0,0 0 0,1 0 0,-1 0 0,1 0 0,-1 0 0,1 0 0,-1 0 0,3 1 0,-1-2 0,0 0 0,0 0 0,-1 0 0,1-1 0,0 1 0,0-1 0,0 1 0,-1-1 0,1 0 0,0 0 0,-1 0 0,1-1 0,-1 1 0,1-1 0,-1 1 0,4-3 0,145-112-1828,-131 104-4535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3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24575,'-1'119'0,"3"126"0,8-156 5,1 33-111,-13-49-431,1-37 553,4 67-1,1-86-15,0 0 0,7 20 0,-6-20 0,0 0 0,3 19 0,-1 42-432,-7 134 0,-3-87 414,2-57-155,3 75 728,3-117 178,0-16-698,-5-10-57,1 0 0,-1 0 0,0 0 1,0 0-1,0 0 0,0 0 0,1 0 0,-1 0 0,0 0 1,0 0-1,0 0 0,0 0 0,1 0 0,-1 0 0,0 0 1,0 0-1,0 0 0,0 0 0,1 0 0,-1 0 0,0 0 1,0 0-1,0-1 0,0 1 0,1 0 0,-1 0 1,0 0-1,0 0 0,0 0 0,0-1 0,0 1 0,0 0 1,0 0-1,0 0 0,0 0 0,1-1 0,-1 1 0,0 0 1,0 0-1,0 0 0,0 0 0,0-1 0,0 1 0,0 0 1,0 0-1,0-1 0,2-9-6804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03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24575,'18'-2'0,"0"0"0,0-1 0,0-1 0,-1 0 0,33-13 0,-31 9 0,1 2 0,0 0 0,0 1 0,24-2 0,284-16-1088,-224 14 1088,40-2 0,-73 8 0,73-13 0,-62-4 0,-58 13 0,0 2 0,42-6 0,123-9 0,61-4 0,-182 15 0,-57 6 0,-1 1 0,0 0 0,1 0 0,-1 1 0,1 1 0,-1 0 0,1 1 0,18 2 0,-27-2 0,1 1 0,-1-1 0,1 0 0,-1 1 0,0-1 0,0 1 0,1 0 0,-1 0 0,0 0 0,-1 0 0,1 0 0,0 1 0,-1-1 0,1 0 0,-1 1 0,1-1 0,-1 1 0,0-1 0,0 1 0,-1 0 0,1 0 0,0-1 0,0 7 0,0 6 0,0 1 0,0 0 0,-3 18 0,1-16 0,-1 21 272,2 1 0,2-1 0,7 41 0,-3-38-272,0 49 0,3 29 0,2 13-276,-1 0 3,-6-100 187,-2 44-1,2 24-203,-1-83 257,1 0-1,7 19 0,-5-19 39,7 37-1,-7 21 164,-5 134 0,-4-86 124,4-104-224,-2 0 0,0 0 0,-2 0 0,0 0 0,-1 0 0,-12 35 0,13-49-68,0 1 0,0-1 0,-1 0 0,0 0 0,0-1 0,0 1 0,-1-1 0,0 0 0,0 0 0,0 0 0,0-1 0,-1 0 0,0 0 0,-9 5 0,14-9 0,-37 31 0,31-23 0,-1-2 0,0 1 0,-1-1 0,-13 8 0,-5-3 0,0 0 0,-1-2 0,-48 9 0,39-10 0,10 0 0,-32 13 0,41-14 0,-1 0 0,0-1 0,0-1 0,-30 5 0,-6-4 0,-101 27 0,108-13 0,39-16 0,0 0 0,-1 0 0,1-1 0,-16 4 0,-18-3 0,-1-1 0,0-2 0,-59-7 0,58 1 0,-44-13 0,-14-1 0,40 6-1365,44 10-5461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19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24575,'981'0'-1860,"-954"1"1443,-1 2 0,53 13 0,20 2 63,148 0-1188,-73-1 1542,263 16 0,-379-29-374,66 13 1,44 3-136,-48-16 509,97 6 0,355 0 0,-352-12 0,46 4-202,286-5-409,-375-10 611,-96 6 0,150-15 326,-23 1-326,-126 12 487,63-3 668,-125 11-787,-1-2-1,0 0 0,0-1 1,19-6-1,-18 4-369,0 0 0,0 2-1,28-2 1,138 6 2180,-83 1-1199,-91-1-1289,1 1-1,-1 0 1,21 5-1,-17-1-6515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22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8204 2 24575,'-5596'0'-8435,"5565"2"8650,0 1 0,-57 13 0,54-8-21,0-2 0,-40 2 0,-452-7-194,251-3 0,44-9 0,-11 0 0,52 1 0,1-1 0,-450 12 4791,616-1-10565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24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1443 1696 24575,'-63'-4'-350,"1"-2"0,-91-20-1,110 17 431,16 2-80,0-1 0,-35-15 0,-26-9 0,40 19 0,-140-46 0,34 10 150,45 16-62,80 22-88,-52-30 0,22 9 0,50 27 30,-1 0 0,1-1 0,0 0-1,1 0 1,-1-1 0,1-1 0,-8-9-1,-2-5 166,-21-33 0,4 3-90,29 44-105,0-1 0,1-1 0,0 1 0,1-1 0,0 1 0,0-1 0,1 0 0,-2-13 0,0-9 0,-1-43 0,5 45 0,-10-50 0,4 35 0,2-1 0,2-1 0,5-71 0,-1 36 0,0 67 0,0 0 0,0 1 0,2 0 0,0-1 0,1 1 0,0 0 0,1 0 0,0 1 0,1-1 0,1 1 0,0 1 0,1-1 0,15-18 0,-11 14 0,1 0 0,0 0 0,1 2 0,1-1 0,1 2 0,0 0 0,21-13 0,-12 11 0,0 2 0,1 1 0,0 1 0,1 1 0,0 2 0,0 0 0,1 2 0,1 1 0,-1 1 0,50-2 0,-64 6-85,1-1-1,-1-1 0,0 0 0,18-7 1,-15 4-23,0 2 1,23-4-1,53 1-722,124 7 0,-80 3 353,-102-1 477,52 8 0,-26-1 0,-7-2 0,103 25 0,-20 23 506,-113-48-506,1 0 0,-1 0 0,0 2 0,0 1 0,37 21 0,4 9 0,-38-25 0,-2 0 0,42 34 0,-53-36 149,1 1 0,-2 1-1,0 0 1,0 0 0,-2 1 0,0 1 0,0 0 0,-2 1 0,0 0 0,-1 0 0,-1 1 0,-1-1 0,-1 2-1,0-1 1,2 24 0,0 5-149,-1-10 0,2 62 0,-9 378 0,0-464 0,0 0 0,-1 0 0,-1 0 0,0 0 0,-1 0 0,0-1 0,-1 0 0,-10 20 0,-3-1 0,-1-1 0,-25 32 0,30-43 0,-1-1 0,-1-1 0,-1 0 0,0-1 0,-2-1 0,1-1 0,-2 0 0,0-1 0,-1-2 0,0 0 0,-1-1 0,-38 13 0,-25 7-3,57-20-246,-1-1 1,-54 12-1,-60-5-520,-47 9-419,123-6 1188,51-14 0,0-1 0,0-1 0,-28 4 0,-1-4 155,-52 6 343,56-4 14,0-3 0,0-1 1,-63-5-1,98 2-663,0 1 0,0-1-1,-1 0 1,1-1 0,0 0 0,0 1-1,0-2 1,-7-3 0,1-2-6675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5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0 192 24575,'7'0'0,"74"-1"0,0 3 0,156 26 0,-161-18-211,-55-8 118,-1 1-1,0 0 1,28 9-1,-4 1 94,1-2 0,0-2 0,87 6 0,-45-6-589,49 2-587,-117-10 1212,235 11-1058,210-2-426,-284-12 1385,9 3 63,207-3 0,-253-8-533,30-1-366,-131 9 899,80-17 0,22-1 0,9 14 68,47-2-916,349-2 2909,-340 12-1331,380-2 2730,-551 2-3460,43 7 0,32 1 0,628-8-3013,-357-4 1616,-64-26 1397,-210 15 0,-54 4 57,-1-1-1,83-28 0,-28 9 992,-76 22-413,0-2 1,0-1-1,-1-1 1,37-19-1,-41 15-725,0 1 0,1 2 0,1 1-1,0 1 1,49-8 0,-72 16-6736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6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2121 1675 24575,'0'1'0,"0"-1"0,-1 1 0,1 0 0,0 0 0,-1 0 0,1-1 0,0 1 0,-1 0 0,1-1 0,-1 1 0,1 0 0,-1-1 0,0 1 0,1-1 0,-1 1 0,1-1 0,-1 1 0,0-1 0,0 1 0,1-1 0,-1 1 0,0-1 0,0 0 0,1 0 0,-1 1 0,0-1 0,-1 0 0,-27 4 0,24-3 0,-76 8 0,-104 6 0,-872-16-3242,931-10 2817,22 1 98,83 8 327,1-1 0,1 0 0,-31-11 0,30 8 0,0 1 0,0 1 0,-31-3 0,4 3 950,0-2 1,-70-18-1,113 23-907,-1-1 1,1 1-1,-1-1 0,1 0 0,0 0 1,0 0-1,0-1 0,0 0 0,0 0 1,0 0-1,1 0 0,-1 0 0,1-1 1,0 1-1,0-1 0,0 0 1,1 0-1,-1 0 0,1 0 0,0 0 1,0-1-1,0 1 0,1-1 0,0 1 1,0-1-1,0 0 0,0 1 0,0-7 1,0-13-87,2 0 1,0-1-1,1 1 1,7-33 0,-2 13 142,43-222-100,-43 242-89,2 0 1,0 1-1,14-25 0,-9 20-103,12-36 0,-21 48 192,1 0 0,1 0 0,1 1 0,0 0 0,1 1 0,0 0 0,13-15 0,21-32 16,5-6-237,-26 40 42,2 1 1,1 1 0,0 1-1,2 2 1,1 0-1,1 2 1,0 1 0,43-20-1,18-10 179,-68 36 0,0 1 0,0 0 0,1 2 0,40-13 0,79-19-982,38-10 72,63-6 571,-150 39 339,112-7 0,-156 20 0,506-22 140,-491 27 1230,-25-1-1277,1 3 1,39 5-1,-70-4 66,0 0-1,-1 1 1,1 0 0,-1 1 0,0 0-1,0 0 1,0 0 0,-1 1 0,1 1 0,-1-1-1,0 1 1,-1 0 0,7 7 0,-4-2-63,1 0 0,-2 1 0,0 0 0,0 0 0,-1 1 0,0 0 0,6 19 0,36 86-96,3 11 0,-36-87 0,42 78 0,-21-49 0,12 18 0,-28-54 0,22 52 0,-6-12 0,-25-53 0,-1 0 0,15 43 0,-18-34 0,-1 0 0,-1 0 0,-2 0 0,-1 1 0,-2 0 0,-3 45 0,1-68 0,0-1 0,-1 0 0,0 0 0,-1 0 0,0-1 0,0 1 0,-1-1 0,0 1 0,0-1 0,0 0 0,-1-1 0,0 1 0,-1-1 0,1 0 0,-8 6 0,-10 7 0,-1 0 0,-44 26 0,61-41 0,-29 15-216,-1-1-1,-64 22 1,10-6 257,-131 47-1295,178-66 1005,0-2 0,-75 12 0,-45 13 637,118-21 896,26-10-1311,-36 10 0,9-7 225,-1-3 0,0-2 1,0-2-1,-79-4 0,114-1-295,0-1-1,0 0 1,0 0-1,1-1 1,-1-1-1,1 0 1,0-1-1,0 0 1,1-1-1,0 0 1,0-1-1,1 0 0,-17-18 1,6 5-6729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3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24575,'1'12'0,"0"0"0,1-1 0,4 15 0,3 23 0,2 51 0,2 69 0,-14 652-1708,12-673 1708,0-11 0,-11-53-261,12 192-1406,-6-167 1416,-5-73 112,1 1 0,2-1-1,9 39 1,0-12-307,8 108 0,-1 3 489,-8-103 329,-4-20 560,22 77 1,-7-45-20,12 90 0,-33-162-807,-2-6-146,1 1-1,0-1 0,0 1 1,0-1-1,1 1 1,0-1-1,0 0 1,0 0-1,1 0 1,4 7-1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4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24575,'834'0'-2085,"-662"-11"2085,-6 0 0,-115 11 0,-12 1 0,0-1 0,-1-3 0,62-11 0,-47 5 0,0 1 0,94 0 0,-87 6 0,62-8 0,34-1 0,-21 1-708,6-1 753,230 12 2703,-360-1-2748,0 1 0,0 1 0,0 0 0,0 0 0,0 1 0,-1 1 0,1 0 0,-1 0 0,14 8 0,10 8 0,42 34 0,9 6 0,-50-36-230,-1 1-1,59 59 0,-47-41 117,87 88 114,-103-102 0,-1 1 0,-1 1 0,-2 2 0,25 39 0,27 46-415,17 28-155,-48-46 570,-10-17 0,-23-52 0,-1 1 0,-2 0 0,-1 0 0,-2 1 0,-1 0 0,-1 1 0,1 34 0,-5-50 0,1 0 0,1 0 0,8 23 0,-6-23 0,-1 1 0,5 35 0,-8 214 0,-4-140 0,2 667-210,2-757 175,7 43 0,-4-42 17,1 39-1,5 87 19,0 15 0,-12 85 756,0-251-756,-1 1 0,-1 0 0,-1-1 0,0 0 0,0 1 0,-2-2 0,0 1 0,-13 23 0,-1 2 0,13-26 79,-1-1 1,0 0-1,-1-1 0,-1 0 0,-20 19 0,-7 9 268,25-27-219,0-1-1,0 0 0,-23 14 1,-19 16-108,42-31-20,-2-1 0,1-1 0,-1 0 0,-1-1 0,1-1 0,-1 0 0,0-1 0,0-1 0,-18 3 0,-42 15 0,39-11-74,0-2 0,-1-2 0,-65 5 0,74-9-275,-285 3 349,177-8 0,101 0 0,-49-8 0,15 1 0,-67-9-201,52 6-103,-118-1 0,-485 14 1758,669 0-1454,-1 2 0,1 0 0,0 1 0,0 1 0,-31 12 0,24-8 0,0-1 0,-26 5 0,-19 5 0,51-12 0,0-1 0,-33 4 0,51-9-59,-1 1 0,1-1-1,0 0 1,-1 0-1,1-1 1,0 1 0,-1 0-1,1 0 1,0-1 0,-1 1-1,1 0 1,0-1 0,0 0-1,0 1 1,-1-1-1,1 0 1,0 1 0,0-1-1,0 0 1,0 0 0,0 0-1,-1-1 1,-6-11-6767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4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24575,'4'1'0,"-1"0"0,1 0 0,-1 0 0,1 0 0,-1 1 0,0-1 0,1 1 0,-1 0 0,0 0 0,0 0 0,0 1 0,-1-1 0,1 1 0,0-1 0,2 5 0,35 47 0,-30-33 0,-1-1 0,-1 1 0,0 1 0,-2 0 0,0 0 0,-2 0 0,3 38 0,-3-30 0,0-1 0,2 0 0,16 46 0,-8-32 0,-1 2 0,-3 0 0,7 62 0,5 22 0,-15-85 0,-3-1 0,-1 1 0,-3 47 0,0-74 0,1-7 0,0 1 0,0-1 0,1 0 0,1 0 0,0 0 0,6 14 0,-4-12 0,-1 0 0,0 0 0,3 25 0,-7-36 0,3 31 0,13 54 0,-14-83-1365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5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87 24575,'39'-9'0,"-9"2"0,3 1-503,35-10-1,-37 7 307,40-5-1,-10 7 107,7-2-241,80 0-1,-59 8 527,86 3 734,-171-2-868,0 1-1,0-1 0,-1 0 0,1 1 1,0 0-1,-1 0 0,1 0 1,-1 0-1,1 1 0,-1-1 1,0 1-1,0 0 0,1 0 1,-1 0-1,-1 0 0,6 6 1,-4-3-58,-1 0 1,0 0 0,0 0 0,-1 1-1,1-1 1,-1 1 0,-1 0 0,1 0-1,1 9 1,5 19 0,26 64 1,-23-70-30,-1-1 1,-1 1-1,9 51 0,-13-51-45,1-1-1,2 0 1,0 0-1,17 34 1,-9-24 10,12 46 0,33 129 540,-57-201-475,-1 1 1,0-1-1,0 1 0,-1-1 0,-1 1 0,0 0 1,0-1-1,-1 1 0,-1 0 0,0 0 0,0-1 0,-1 1 1,-1 0-1,0-1 0,-1 0 0,0 0 0,0 0 0,-1 0 1,-1-1-1,0 0 0,0 0 0,-11 13 0,1-5-4,1 0 0,0 0 0,2 1 0,0 1 0,-17 38 0,-2 7 0,-9 27 0,26-48 0,9-25 0,-1 1 0,0 0 0,-12 18 0,2-4 0,0 0 0,3 2 0,1 0 0,-10 43 0,18-64 0,-1-1 0,-1 0 0,0-1 0,0 0 0,-2 0 0,1 0 0,-2-1 0,0 0 0,0-1 0,-1 0 0,0-1 0,-1 0 0,0 0 0,-23 13 0,22-17 0,1 0 0,-1-1 0,0-1 0,0 0 0,0 0 0,-1-1 0,1-1 0,-17 1 0,-116-4 0,66-2 0,47 1 0,0-1 0,-54-13 0,51 8 0,-65-5 0,84 12-455,0-1 0,-20-4 0,20 1-6371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6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24575,'822'0'-1365,"-801"0"-5461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7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24575,'1'2'0,"0"-1"0,0 1 0,0-1 0,1 1 0,-1-1 0,0 1 0,1-1 0,-1 0 0,0 0 0,1 1 0,0-1 0,-1 0 0,3 1 0,5 4 0,78 66 0,-84-68 0,0-1 0,0 1 0,0-1 0,0 1 0,-1 0 0,1 0 0,-1 0 0,0 1 0,-1-1 0,1 0 0,-1 1 0,1-1 0,-1 1 0,0 0 0,-1-1 0,1 1 0,-1 0 0,0-1 0,0 1 0,-1 0 0,0-1 0,-1 7 0,0 0 0,-2 0 0,1 0 0,-1-1 0,-1 1 0,0-1 0,0 0 0,-1 0 0,-8 10 0,1-6 0,10-12 0,1 0 0,-1 1 0,1-1 0,0 1 0,0-1 0,0 1 0,-2 4 0,4-6 0,0-1 0,0 0 0,0 1 0,0-1 0,-1 0 0,1 1 0,0-1 0,0 0 0,0 1 0,1-1 0,-1 0 0,0 1 0,0-1 0,0 0 0,0 1 0,0-1 0,0 0 0,0 1 0,0-1 0,1 0 0,-1 1 0,0-1 0,0 0 0,1 0 0,-1 1 0,0-1 0,0 0 0,1 1 0,18 4 0,0-3 0,-4-2 0,-1 2 0,1 0 0,0 1 0,25 8 0,-36-9 0,1 0 0,-1 0 0,0 0 0,0 0 0,-1 1 0,1 0 0,0 0 0,-1 0 0,0 0 0,1 0 0,-1 1 0,-1 0 0,1-1 0,0 1 0,-1 0 0,0 0 0,0 0 0,0 1 0,-1-1 0,2 7 0,2 5 0,-1-4 0,-1 0 0,0 0 0,-1 1 0,1 21 0,-3-30 0,0 0 0,-1 0 0,1-1 0,-1 1 0,0 0 0,0-1 0,0 1 0,0-1 0,-1 1 0,0-1 0,1 1 0,-1-1 0,0 0 0,-1 0 0,1 0 0,-1 0 0,1 0 0,-1-1 0,0 1 0,-4 2 0,1-1 10,0 0 0,0-1-1,-1 1 1,0-1 0,0-1-1,1 1 1,-1-1 0,-1-1-1,-9 2 1,-6-1-455,-38-1 0,47-1-127,-10-1-6254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9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24575,'18'20'0,"-10"-12"0,0 4 0,0 0 0,-1 0 0,0 0 0,-1 1 0,9 26 0,-15-39 0,0 1 0,1-1 0,-1 0 0,0 0 0,0 1 0,0-1 0,0 0 0,0 0 0,0 0 0,1 1 0,-1-1 0,0 0 0,0 0 0,0 0 0,1 1 0,-1-1 0,0 0 0,0 0 0,1 0 0,-1 0 0,0 0 0,0 0 0,1 0 0,-1 0 0,0 0 0,0 0 0,1 0 0,-1 0 0,0 0 0,0 0 0,1 0 0,-1 0 0,0 0 0,0 0 0,1 0 0,-1 0 0,0 0 0,0 0 0,1 0 0,-1 0 0,0 0 0,0 0 0,0-1 0,1 1 0,-1 0 0,0 0 0,0-1 0,17-13 0,2-2 0,-17 15 5,0 0 1,0 1-1,0-1 0,0 1 0,0-1 0,0 1 1,1 0-1,-1 0 0,0 0 0,0 0 1,0 0-1,0 0 0,0 0 0,0 1 0,0-1 1,0 1-1,0 0 0,0 0 0,0-1 0,0 1 1,0 0-1,3 3 0,-4-4-41,0 1 0,0 0-1,-1 0 1,1 0 0,0 0 0,0 0-1,-1 0 1,1 0 0,0 0 0,-1 0 0,1 0-1,-1 0 1,0 0 0,1 0 0,-1 0-1,0 1 1,0-1 0,1 0 0,-1 0 0,0 0-1,0 1 1,0-1 0,-1 0 0,1 0-1,0 0 1,0 0 0,0 1 0,-1-1 0,1 0-1,-1 0 1,1 0 0,-1 0 0,1 0 0,-1 0-1,0 0 1,0 0 0,1 0 0,-1 0-1,0 0 1,-2 1 0,-9 8-6790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28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24575,'19'0'0,"0"1"0,-1 0 0,1 2 0,-1 0 0,1 1 0,-1 1 0,0 0 0,0 2 0,-1 0 0,26 15 0,-20-12 0,1 0 0,0-2 0,0 0 0,1-2 0,36 5 0,-15-3 0,103 33 0,-117-35 0,0-2 0,39 0 0,33 4 0,-2 1 0,-64-7 0,46 8 0,97 11-1365,-162-17-5461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1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24575,'49'16'0,"-46"-15"0,9 0 0,0 1 0,0 1 0,0 0 0,0 0 0,13 7 0,-10-4 3,1-1 0,-1 0 0,1-1 0,0-1 0,0 0 0,22 0 0,104-4-98,-59-2-644,43 4 565,115-3-635,-148-8 605,20-2 244,502 11-915,-297 3 551,-185 9 324,-12 0 0,52 0-279,23 0-738,53-1 1017,3 1 0,1028-13 1619,-742 3 1217,-511 1-2836,-1 1 0,0 1 0,0 1 0,0 1 0,38 15 0,-47-15 0,3-1 0,-1 0 0,1-1 0,1-1 0,25 0 0,86-5 0,-46 0 0,11 3 0,96-3 0,-122-8 0,-47 6 0,39-3 0,37-3 0,-65 5 0,41-1 0,-59 6 0,0 0 0,-1 1 0,1 1 0,-1 0 0,0 1 0,19 6 0,-16-2-341,2-1 0,-1-2-1,25 4 1,-20-6-6485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39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6250 1589 24575,'9'-7'0,"0"0"0,0 1 0,1 0 0,12-6 0,-5 3 0,1-1 0,-1 0 0,1 2 0,1 0 0,-1 1 0,1 1 0,26-5 0,-17 5 0,-1-2 0,44-18 0,-48 17 0,1 0 0,0 1 0,45-7 0,47-2-100,-31 4-186,138-3 0,-200 15 286,0-1 0,0-2 0,41-10 0,-40 7 0,0 2 0,0 1 0,34-2 0,0 8-8,-42 0 121,1-1 1,-1-1-1,1 0 0,-1-1 1,26-6-1,-39 6-113,1 0 0,-1 0 0,0-1 0,0 0 0,0 0 0,0 0 0,0 0 0,-1 0 0,1 0 0,-1-1 0,1 1 0,-1-1 0,0 1 0,0-1 0,0 0 0,0 0 0,0 0 0,-1 0 0,1-1 0,-1 1 0,0 0 0,0 0 0,0-1 0,0-4 0,1-10 0,-1 1 0,0 0 0,-3-31 0,0 16 0,2 22 0,-1-1 0,1 1 0,-2 0 0,1 0 0,-2 0 0,1 0 0,-1 0 0,-1 0 0,1 1 0,-2 0 0,1 0 0,-7-9 0,-28-54 0,31 54 0,-1 0 0,-22-31 0,-63-84 0,76 109 0,-2 0 0,0 1 0,-2 1 0,0 1 0,-48-34 0,-96-70 0,149 113 0,-2 1 0,1 1 0,-1 1 0,-1 0 0,0 2 0,0 0 0,-38-7 0,11 7 0,0 3 0,-68 1 0,-1247 4-1892,1322-4 2015,1-1 0,-1-2-1,-55-16 1,23 5-134,-128-15-1809,63 12 1725,-23-17 95,99 20 0,-77-9 0,-201-29-1765,265 45 1765,-1 3 0,0 3 0,-98 7 0,38 0 0,-715-3 0,632 13 0,131-5 0,-92 10-54,-121 7-875,289-24 1156,0 0 1,0 1 0,1 0 0,-1 1 0,-20 9-1,18-8-148,1 1-1,-1-2 1,-23 5-1,-33 0 1008,31-2-535,-1-2 1,0-1 0,0-2-1,0-2 1,-40-6-1,-344-63-1208,263 61 657,151 7-2,-1-1 0,1 1 0,-1-2 0,-8-3 0,8 2 32,0 1 0,0 1 0,-13-3-1,-1 2 141,-71-13-44,-1 4 0,-109-1 0,199 14-126,1 1 0,0 0 0,0 0 0,0 0 0,0 1 0,0 0 0,1 0 0,-1 0 0,0 0 0,1 1 0,-1-1 0,1 1 0,0 1 0,0-1 0,0 0 0,1 1 0,-1 0 0,1 0 0,-1 0 0,2 0 0,-5 6 0,-5 11 0,1 1 0,1 0 0,-10 29 0,14-34 0,-1 8 0,0 1 0,2 0 0,-4 46 0,-1 1 0,7-45 0,1 51 0,-2 15 0,1-76 0,-1 0 0,-8 23 0,6-25 0,1 1 0,-5 33 0,6 8 0,3 0 0,6 62 0,-5-110-124,1-1 0,1 1 0,0-1 0,0 0 0,1 1 0,0-1-1,0-1 1,1 1 0,0 0 0,9 12 0,-3-11-6702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42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1124 24575,'5'3'0,"-1"0"0,1-1 0,0 0 0,0 0 0,1 0 0,-1 0 0,0-1 0,1 0 0,-1 0 0,11 1 0,21 5 0,-8 3-234,1-2-1,0 0 1,46 4 0,41 2 234,-9-1 0,117 1 0,-45-4-689,-10 1 64,-69-12 625,-34-1 0,-1 3 0,119 16 0,-112-5-1090,128 5-1,77-18 1251,-106-1-1555,44 4 1395,229-5 0,-311-7 71,41-1-1463,626 11 3222,-376 1-445,-246 12-2583,-82-4 1213,105 12-15,24 1 1026,-141-13-1026,67 3 0,-137-11 0,-1 0 0,1 2 0,0 0 0,27 9 0,-25-6 0,1-1 0,31 4 0,20-5 1604,124-8 0,-184 3-1525,0 0 0,-1 0 0,1-1 0,-1 0 0,1-1 0,-1 0 1,0 0-1,0-1 0,14-9 0,-5 0-116,0 0 0,24-27 1,-31 31 77,4-6-41,0 2 0,1 0 0,1 0 0,0 2 0,1 0 0,0 1 0,1 0 0,0 2 0,31-11 0,-46 18 0,38-11 0,0 2 0,1 2 0,0 2 0,47-1 0,-81 7 0,0-1 0,0 0 0,0 0 0,0 0 0,0-1 0,0 0 0,-1-1 0,1 0 0,-1 0 0,0 0 0,8-5 0,-11 5 0,0 0 0,0 0 0,0 0 0,-1-1 0,1 1 0,-1-1 0,0 0 0,0 0 0,0 0 0,0 0 0,-1 0 0,0-1 0,0 1 0,0-1 0,0 0 0,-1 1 0,1-1 0,0-8 0,1-27 0,-3 29 0,0 0 0,1 1 0,1-1 0,0 1 0,0 0 0,5-12 0,12-23 0,-10 25 0,0 0 0,-1-1 0,-1 0 0,4-25 0,-11 42 0,1-1 0,-1 1 0,-1-1 0,1 1 0,0-1 0,-1 1 0,0 0 0,0-1 0,-1 1 0,1 0 0,-1 0 0,0 0 0,0 0 0,-4-7 0,-5-3 0,1 1 0,-21-20 0,13 15 0,4 3 0,-2 1 0,0 1 0,-1 0 0,0 1 0,-1 1 0,0 1 0,-1 0 0,0 2 0,0 0 0,-1 1 0,-20-5 0,-71-15 0,6 6 0,88 16 0,0-1 0,-19-9 0,-25-9 0,-54-2 0,-6-2 0,18-13 0,44 16 0,16 9 0,20 8 0,1-1 0,-24-13 0,32 15 0,0 1 0,-1 0 0,1 0 0,-1 2 0,-29-6 0,-77-2 0,98 11 0,-55-9 0,47 6 0,-33-2 0,-855 5-779,448 3 496,438-2 335,-16 1 285,0-3 0,-67-10-1,22-11-336,69 15 0,0 1 0,-1 2 0,1 1 0,-35-2 0,49 6-9,-230-11-189,164 5-259,-1 2 0,1 5-1,-107 13 1,12-3-1019,11 0 417,-136 14 1154,167-19 77,78-5-165,-56 9 0,30-3 1504,0-2 0,-90-7 0,43 0-1754,-379 2 243,502 0 0,-1 0 0,0 0 0,0 0 0,0 0 0,0 1 0,0-1 0,0 1 0,0 0 0,1 0 0,-1 0 0,0 0 0,0 0 0,1 0 0,-1 1 0,1 0 0,-1-1 0,1 1 0,0 0 0,-3 3 0,2-1 0,1 0 0,0 0 0,0 0 0,0 0 0,1 1 0,-1-1 0,1 0 0,0 1 0,0-1 0,1 1 0,-1-1 0,1 7 0,-2 11 0,-1-1 0,-11 43 0,8-42 0,1 0 0,-4 43 0,11 225 0,-1-280-227,0 1-1,1 0 1,1-1-1,0 1 1,7 17-1,-3-13-6598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1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660 170 24575,'148'-11'-417,"-15"0"59,-9 1-356,-9 0 60,160-11 654,-267 20 0,119-18-1941,51-4 1549,583 1-4799,-74 10 3120,334 2 640,-626 12 2037,-51-2 1432,-149 0 6423,-222 0-7420,7-1-870,-1 1-1,1 1 1,0 0-1,0 2 1,-38 9-1,34-4-170,-1-2 0,0-1 0,0-1 0,-35 2 0,-106-7 0,67-1 0,-2080 2-7561,1991-11 7566,16 0-1,-13 1-76,-14-1 37,11 1 35,-1-1 0,-858 12 3103,1024-1-2977,-1 1 0,-35 7 0,49-6 121,0 0 0,1 1 0,-1 0-1,1 1 1,0 0 0,0 1 0,0-1-1,-11 10 1,19-14-186,0 0-1,0 1 1,1-1-1,-1 1 1,0-1-1,1 1 1,-1 0-1,0-1 1,1 1-1,-1-1 1,1 1 0,-1 0-1,1 0 1,-1-1-1,1 1 1,-1 0-1,1 0 1,0 0-1,-1 0 1,1-1-1,0 1 1,0 0-1,0 0 1,0 0-1,0 0 1,0 0 0,0 1-1,1-1-31,-1 0-1,1 1 1,0-1-1,0 0 1,0 0 0,0 0-1,0-1 1,0 1-1,1 0 1,-1 0 0,0 0-1,0-1 1,0 1-1,1-1 1,2 1 0,9 3-246,1 0 0,25 2 0,-31-5 126,65 5-451,141-4 0,-100-4 324,419 2-2710,-506-2 3009,-1 0 0,0-2 0,31-9 0,40-5 115,48-2 1181,60-5 1270,-19 23-2423,-108 3-216,-63 0-130,-1 1 0,1 0-1,-1 1 1,0 1 0,16 6-1,26 6 101,317 39-3263,-249-42 3150,106 26 135,302 4-3188,-426-40 2997,130 9 177,16-3 2378,-229-9-5350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4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24575,'0'956'0,"0"-950"0,0-1 0,0 1 0,0-1 0,1 1 0,0-1 0,0 1 0,4 9 0,-4-14 0,-1 0 0,1 0 0,0 1 0,0-1 0,0 0 0,0 0 0,0 0 0,0-1 0,0 1 0,0 0 0,1 0 0,-1 0 0,0-1 0,0 1 0,1-1 0,-1 1 0,0-1 0,1 1 0,-1-1 0,1 0 0,-1 0 0,0 0 0,1 0 0,-1 0 0,1 0 0,-1 0 0,1 0 0,-1 0 0,0 0 0,1-1 0,-1 1 0,0-1 0,1 1 0,-1-1 0,2-1 0,28-15-1365,-20 7-5461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4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301 190 24575,'-1'13'0,"0"0"0,-1 0 0,-1 0 0,0 0 0,-1 0 0,0-1 0,-1 0 0,-8 14 0,2 0 0,6-14 0,1 0 0,1 0 0,0 1 0,1-1 0,-1 25 0,4 67 0,1-48 0,-2-45 0,1 1 0,0 0 0,1-1 0,0 1 0,1-1 0,0 0 0,9 20 0,-9-25 0,0 0 0,0-1 0,1 1 0,0 0 0,0-1 0,0 0 0,1 0 0,-1 0 0,1-1 0,0 1 0,1-1 0,-1 0 0,1-1 0,11 6 0,21 9 0,-26-12 0,0 0 0,1-1 0,0 0 0,0-1 0,0 0 0,0-1 0,16 2 0,-27-5 0,25 2 0,40-2 0,-60-1 0,1 0 0,-1 0 0,1 0 0,-1-1 0,0 0 0,0 0 0,0-1 0,0 0 0,0 0 0,8-6 0,-12 6 0,0 0 0,0-1 0,-1 1 0,1 0 0,-1-1 0,0 1 0,0-1 0,0 0 0,-1 0 0,1 0 0,-1 0 0,0 0 0,0 0 0,0 0 0,-1 0 0,1-8 0,0-3 0,-1-1 0,-1 1 0,-3-20 0,-1 17 0,-1 0 0,-1 0 0,0 0 0,-2 1 0,0 0 0,-17-25 0,22 37 0,-17-25 0,-38-42 0,0 0 0,37 41 0,6 8 0,0 1 0,-2 1 0,0 1 0,-33-30 0,0 1 0,20 18 0,-1-6 0,27 30 0,0 1 0,-1-1 0,0 1 0,-1 0 0,-10-7 0,14 11 0,0 0 0,-1 0 0,1 1 0,-1 0 0,1 0 0,-1 0 0,0 0 0,0 0 0,1 1 0,-1-1 0,0 1 0,0 0 0,0 0 0,1 1 0,-1-1 0,-6 3 0,-7 1-51,1 2 0,-1 1-1,-20 10 1,16-6-1109,7-5-5666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4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0 128 24575,'36'-14'0,"-28"10"0,23-11 0,-22 10 0,0 1 0,0 0 0,0 0 0,1 1 0,15-4 0,44-5 44,4-1-244,1 2 1,86 0-1,-137 11 200,54 1 0,111-14 0,-120 7-156,104 3 0,-123 4-804,-28-1-5404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5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1083 24575,'-10'0'0,"1"1"0,-1 1 0,1-1 0,-1 2 0,1-1 0,0 1 0,0 1 0,0-1 0,0 2 0,-10 6 0,-10 8 0,-41 35 0,22-16 0,33-26 0,1 2 0,-24 26 0,23-22 0,-27 24 0,31-32 0,1 1 0,0 1 0,1 0 0,1 0 0,0 1 0,0 0 0,2 0 0,-11 27 0,16-38 0,0 0 0,0 0 0,1 0 0,-1 0 0,1 0 0,-1-1 0,1 1 0,0 0 0,0 0 0,0 0 0,0 0 0,0 0 0,0 0 0,0 0 0,1 0 0,-1 0 0,1 0 0,-1 0 0,1-1 0,0 1 0,2 3 0,-2-3 0,1-1 0,0 0 0,-1 0 0,1 1 0,0-1 0,0 0 0,0-1 0,-1 1 0,1 0 0,0-1 0,0 1 0,0-1 0,1 1 0,-1-1 0,0 0 0,0 0 0,2 0 0,11-1 0,-1-1 0,1 0 0,-1-1 0,20-6 0,-34 9 0,25-7 0,0 0 0,-1-1 0,0-2 0,-1 0 0,0-2 0,-1 0 0,26-19 0,-17 6 0,-14 12 0,-1-1 0,21-21 0,-19 15 0,-1 0 0,14-23 0,-25 32 0,0 1 0,-1-1 0,0 0 0,-1 0 0,0 0 0,4-24 0,-2-16 0,-3 0 0,-4-91 0,-2 40 0,3-268-602,-1 348 602,-2 1 0,0 0 0,-11-38 0,7 36 0,2-1 0,-5-45 0,12-114 602,3 159-602,1 21 0,2 12 0,-4 0 0,0-1 0,0 0 0,-1 1 0,-1 0 0,1-1 0,-1 1 0,-1 0 0,1 14 0,-2 80 0,-2-56 0,13 125 0,0-1 0,-10-156-113,1 0 0,0 0-1,1 0 1,1-1 0,6 16 0,6 26 129,11 110-16,10 37 0,-9-115 38,-15-51 275,10 50-1,-23-86-324,6 29-665,19 59 1,-19-74-6150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18:56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1 24575,'1'4'0,"0"0"0,0 0 0,0 0 0,1 0 0,-1 0 0,1-1 0,4 7 0,4 10 0,16 56 0,24 59 0,-34-94 3,-3 0 0,-1 1 0,9 61 0,4 14-704,18 15 701,-33-73 0,5 94 0,4 6 689,-11-136-689,-6-24 0,-6-13 0,-27-62 0,17 44 0,-20-67 0,22 59 0,6 26 0,2-1 0,-5-24 0,8 35 0,1 0 0,0 1 0,0-1 0,0 1 0,0-1 0,0 0 0,1 1 0,-1-1 0,1 1 0,0-1 0,0 1 0,1-1 0,-1 1 0,1 0 0,-1-1 0,3-2 0,3-2 0,0 0 0,0 1 0,1 0 0,0 0 0,0 1 0,0 0 0,1 1 0,0-1 0,0 2 0,0-1 0,1 1 0,-1 1 0,1-1 0,11-1 0,-2 2 0,0 0 0,1 1 0,-1 1 0,1 0 0,-1 2 0,31 4 0,-42-3 0,-1 0 0,0 0 0,0 1 0,0 0 0,0 1 0,-1-1 0,1 1 0,-1 0 0,0 1 0,0-1 0,-1 1 0,1 1 0,5 6 0,9 11 0,29 48 0,-47-69 0,1 2 0,-1 1 0,1-1 0,-1 0 0,0 1 0,0-1 0,-1 1 0,1-1 0,-1 1 0,0 0 0,0-1 0,-1 1 0,1 0 0,-1 0 0,0 0 0,0 0 0,-1 0 0,1-1 0,-1 1 0,0 0 0,-1 0 0,1-1 0,-3 5 0,1-2 0,-1-1 0,0 1 0,-1-1 0,1-1 0,-1 1 0,0 0 0,-1-1 0,1 0 0,-1 0 0,0-1 0,0 0 0,0 0 0,-12 5 0,-21 8 0,0-3 0,-66 16 0,49-15 0,-102 34 0,112-42-271,0-1 0,0-2 1,-71-4-1,107 0-11,-12 0-6544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02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24575,'0'7'0,"0"6"0,0 5 0,0 2 0,0 9 0,0 4 0,0-2 0,4-4 0,0-9-8191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04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6876 87 24575,'-1591'0'-2134,"1551"2"2134,-41 7 0,-37 2 0,-412-12-315,491-1 315,-42-7 0,-37-2 0,78 11 0,22 1 0,0 0 0,0-2 0,0 0 0,0-1 0,0-1 0,-28-8 0,24 4 0,0 0 0,-1 2 0,0 1 0,-42-2 0,-96 6 0,63 3 0,-1834-3 2449,1904-2-2449,-45-7 0,-11-1 0,-23-1 0,-24 0 0,-1163 12-1365,1273-1-5461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0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110 254 24575,'-5'-36'0,"3"26"0,0 0 0,1 0 0,0 0 0,1-20 0,0 29 0,0-1 0,1 0 0,-1 1 0,0-1 0,1 1 0,-1-1 0,1 1 0,-1-1 0,1 1 0,0-1 0,0 1 0,0 0 0,0-1 0,0 1 0,0 0 0,0 0 0,0 0 0,0 0 0,0 0 0,1 0 0,-1 0 0,0 0 0,1 0 0,-1 0 0,1 1 0,-1-1 0,1 1 0,-1-1 0,1 1 0,-1-1 0,1 1 0,0 0 0,-1 0 0,1 0 0,-1 0 0,3 0 0,-2 0 0,-1 1 0,1-1 0,0 1 0,-1-1 0,1 1 0,-1-1 0,1 1 0,-1 0 0,1 0 0,-1 0 0,1 0 0,-1 0 0,0 0 0,0 0 0,1 1 0,-1-1 0,0 0 0,0 1 0,0-1 0,0 1 0,-1-1 0,1 1 0,0-1 0,0 1 0,-1-1 0,1 1 0,-1 0 0,0-1 0,1 1 0,-1 0 0,0-1 0,0 1 0,0 0 0,0 0 0,-1 2 0,1 0 0,0-1 0,0 1 0,-1-1 0,1 1 0,-1-1 0,1 1 0,-1-1 0,-1 0 0,1 1 0,0-1 0,-1 0 0,1 0 0,-1 0 0,0 0 0,0 0 0,-5 5 0,5-7 0,1 0 0,-1 0 0,0-1 0,0 1 0,0 0 0,0-1 0,0 1 0,0-1 0,0 0 0,0 1 0,0-1 0,0 0 0,0 0 0,0 0 0,0-1 0,0 1 0,0 0 0,0-1 0,0 0 0,0 1 0,0-1 0,0 0 0,0 0 0,0 0 0,0 0 0,1 0 0,-1 0 0,0-1 0,-1-1 0,-2-2 0,0 1 0,1-1 0,-1 0 0,1 0 0,0-1 0,1 1 0,-6-12 0,5 9 0,0-1 0,1 1 0,1-1 0,-1 1 0,1-1 0,-1-13 0,3 19 0,0 0 0,0 0 0,0 1 0,1-1 0,-1 0 0,1 0 0,0 1 0,0-1 0,0 0 0,0 1 0,0-1 0,0 1 0,1-1 0,-1 1 0,1 0 0,0 0 0,0-1 0,0 1 0,0 0 0,0 1 0,0-1 0,0 0 0,0 1 0,5-3 0,-2 1 0,1 0 0,-1 0 0,1 0 0,0 1 0,0 0 0,1 0 0,-1 1 0,0-1 0,1 2 0,-1-1 0,0 0 0,12 2 0,-15-1 0,0 1 0,-1 0 0,1-1 0,0 1 0,0 0 0,-1 1 0,1-1 0,-1 0 0,1 1 0,-1-1 0,0 1 0,1 0 0,-1 0 0,0 0 0,0 0 0,0 0 0,0 0 0,-1 1 0,1-1 0,-1 1 0,1-1 0,-1 1 0,0-1 0,0 1 0,0 0 0,0 0 0,-1-1 0,1 1 0,-1 0 0,1 4 0,1 10 0,0 1 0,-1 0 0,-2 25 0,1-38 0,-1-1 0,1 1 0,-1 0 0,0-1 0,0 1 0,-1-1 0,1 0 0,-1 1 0,0-1 0,0 0 0,0 0 0,-1 0 0,0 0 0,0 0 0,0-1 0,0 1 0,0-1 0,-4 3 0,2-2 0,0-1 0,0 0 0,0 0 0,-1-1 0,1 1 0,-1-1 0,1 0 0,-1-1 0,0 1 0,1-1 0,-1-1 0,0 1 0,0-1 0,0 0 0,0 0 0,0 0 0,-8-3 0,10 2 0,0 0 0,1-1 0,-1 0 0,0 1 0,1-2 0,-1 1 0,1 0 0,0-1 0,0 1 0,0-1 0,0 0 0,0 0 0,1 0 0,-1 0 0,1-1 0,0 1 0,0-1 0,0 1 0,1-1 0,-1 0 0,1 1 0,0-1 0,0 0 0,0 0 0,0 0 0,0-5 0,-1-12 0,1 0 0,0 0 0,2 1 0,3-26 0,-3 43 0,0 0 0,-1 0 0,1 1 0,0-1 0,0 0 0,1 1 0,-1-1 0,0 1 0,1 0 0,0-1 0,-1 1 0,1 0 0,0 0 0,0 0 0,0 0 0,0 0 0,1 0 0,-1 1 0,0-1 0,1 1 0,-1 0 0,1-1 0,0 1 0,2 0 0,-1-1 0,0 2 0,-1-1 0,1 0 0,0 1 0,0 0 0,0 0 0,0 0 0,-1 0 0,1 0 0,0 1 0,0 0 0,-1 0 0,1 0 0,0 0 0,-1 0 0,1 1 0,3 2 0,-3-1 0,0 0 0,0 0 0,0 0 0,0 1 0,-1 0 0,0-1 0,0 1 0,0 1 0,0-1 0,-1 0 0,4 7 0,-5-9 0,0 1 0,0 0 0,0-1 0,0 1 0,-1 0 0,1 0 0,-1 0 0,1 0 0,-1 0 0,0 0 0,0-1 0,-1 1 0,1 0 0,0 0 0,-1 0 0,0 0 0,1 0 0,-1-1 0,-1 1 0,1 0 0,-2 3 0,3-6 0,0 1 0,-1-1 0,1 1 0,0-1 0,0 0 0,0 1 0,-1-1 0,1 1 0,0-1 0,0 0 0,-1 1 0,1-1 0,-1 0 0,1 1 0,0-1 0,-1 0 0,1 1 0,0-1 0,-1 0 0,1 0 0,-1 0 0,1 1 0,-1-1 0,1 0 0,-1 0 0,1 0 0,-1 0 0,1 0 0,0 0 0,-2 0 0,0-11 0,3 10 0,-1 1 0,0-1 0,0 1 0,0-1 0,0 0 0,1 1 0,-1-1 0,0 1 0,1-1 0,-1 0 0,0 1 0,1-1 0,-1 1 0,1-1 0,-1 1 0,1 0 0,-1-1 0,1 1 0,-1-1 0,1 1 0,-1 0 0,1-1 0,0 1 0,-1 0 0,1 0 0,-1 0 0,1-1 0,0 1 0,-1 0 0,1 0 0,0 0 0,-1 0 0,1 0 0,0 0 0,-1 0 0,1 0 0,0 0 0,-1 1 0,1-1 0,-1 0 0,1 0 0,0 1 0,-1-1 0,1 0 0,-1 0 0,1 1 0,-1-1 0,1 1 0,-1-1 0,1 1 0,-1-1 0,1 0 0,-1 1 0,1 0 0,0 0 0,-1 0 0,1-1 0,-1 0 0,1 1 0,-1-1 0,1 1 0,-1 0 0,1-1 0,-1 1 0,1-1 0,-1 1 0,0 0 0,1-1 0,-1 1 0,0 0 0,0 0 0,1-1 0,-1 1 0,0 0 0,0-1 0,0 1 0,0 0 0,0 0 0,0-1 0,0 1 0,0 0 0,0 0 0,0-1 0,-1 1 0,1 0 0,0 0 0,0-1 0,-1 1 0,1 0 0,-1-1 0,1 1 0,0-1 0,-1 1 0,1 0 0,-1-1 0,1 1 0,-1-1 0,1 1 0,-2 0 0,0 0 0,1 0 0,-1 0 0,1 0 0,-1 0 0,0 0 0,1 0 0,-1-1 0,0 1 0,0-1 0,0 1 0,1-1 0,-1 0 0,0 1 0,0-1 0,0 0 0,0 0 0,-3-1 0,-7-3 0,1 0 0,0-1 0,0-1 0,0 0 0,0 0 0,1-1 0,0 0 0,-10-10 0,20 16 0,-1 1 0,0-1 0,1 1 0,-1-1 0,1 1 0,-1-1 0,1 1 0,-1-1 0,1 1 0,-1-1 0,1 0 0,-1 1 0,1-1 0,0 1 0,-1-1 0,1 0 0,0 0 0,0 1 0,0-1 0,-1 0 0,1 0 0,0 1 0,0-1 0,0 0 0,0 0 0,0 1 0,0-1 0,1 0 0,-1 1 0,0-1 0,1-1 0,0 1 0,0 0 0,0 0 0,1 0 0,-1 0 0,0 0 0,1 0 0,-1 1 0,1-1 0,-1 0 0,1 1 0,-1 0 0,1-1 0,-1 1 0,2 0 0,8-2 0,-1 2 0,1-1 0,14 2 0,-14 1-82,-11-1 41,1-1 0,0 0-1,0 1 1,0-1-1,0 0 1,-1 0 0,1 1-1,0-1 1,0 0-1,0 0 1,0 0 0,0 0-1,0 0 1,0-1-1,-1 1 1,1 0 0,0 0-1,0 0 1,0-1-1,0 1 1,0 0 0,-1-1-1,1 1 1,0-1-1,0 1 1,-1-1 0,1 1-1,0-1 1,-1 0-1,2 0 1,3-9-6785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2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2 24575,'-27'-1'0,"13"1"0,-1 0 0,-25 3 0,35-2 0,0 1 0,0-1 0,-1 1 0,1 0 0,0 0 0,0 0 0,1 1 0,-1 0 0,0 0 0,-7 7 0,-2 3 0,0 0 0,1 1 0,0 1 0,2 0 0,0 1 0,0 0 0,-12 28 0,6-11 0,10-19 0,0 0 0,1 0 0,-7 22 0,12-32 0,0 0 0,0 1 0,1-1 0,-1 0 0,1 1 0,0-1 0,0 0 0,1 1 0,-1-1 0,1 0 0,0 1 0,0-1 0,1 0 0,-1 0 0,1 0 0,4 8 0,-2-7 0,0 1 0,0 0 0,1-1 0,0 0 0,0 0 0,0 0 0,1-1 0,0 0 0,0 0 0,0 0 0,0-1 0,0 0 0,1 0 0,-1-1 0,1 1 0,0-1 0,9 1 0,-6-1 0,0-1 0,0-1 0,0 1 0,0-2 0,0 1 0,0-1 0,0-1 0,0 0 0,-1 0 0,1-1 0,17-7 0,49-16-1365,-62 20-5461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4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 24575,'7'0'0,"0"0"0,0 0 0,0 1 0,0 0 0,0 0 0,0 0 0,0 1 0,0 0 0,-1 1 0,1-1 0,-1 1 0,0 1 0,0-1 0,0 1 0,0 0 0,0 0 0,-1 1 0,0 0 0,0 0 0,0 0 0,-1 0 0,1 1 0,-1 0 0,0 0 0,-1 0 0,0 0 0,0 1 0,0-1 0,-1 1 0,0-1 0,0 1 0,2 13 0,-3-3 0,0 0 0,0 0 0,-2 1 0,0-1 0,-1 0 0,-1 0 0,0 0 0,-2-1 0,-9 26 0,11-34 0,-1 0 0,0 0 0,-1 0 0,0-1 0,0 0 0,-1 0 0,1 0 0,-2-1 0,1 0 0,-1 0 0,0 0 0,0-1 0,0 0 0,-1-1 0,1 1 0,-1-1 0,0-1 0,-1 0 0,1 0 0,-13 3 0,14-5 0,-1 1 0,0-1 0,0-1 0,0 1 0,1-1 0,-1-1 0,0 1 0,0-1 0,1-1 0,-1 1 0,-12-6 0,16 6 0,0-1 0,0 0 0,0 0 0,1-1 0,-1 1 0,1-1 0,-1 0 0,1 0 0,0 0 0,0 0 0,0 0 0,1-1 0,-1 1 0,1-1 0,0 0 0,0 0 0,0 0 0,0 0 0,1 0 0,0 0 0,0 0 0,-1-7 0,-1-13-1365,2 2-5461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5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24575,'0'23'0,"0"0"0,2 1 0,1-1 0,0 0 0,2 0 0,0-1 0,13 31 0,0-7 0,-2 0 0,-2 2 0,8 53 0,-14-61 0,2 0 0,2-1 0,30 69 0,-40-104 8,-1-1 0,1 1 0,0 0 0,0-1 0,1 1 0,-1-1 0,1 0 0,0 0 0,0 0 0,0 0 0,0-1 0,0 1 0,0-1 0,7 4 0,-3-3-194,0-1 1,-1 0-1,1-1 0,0 1 1,0-1-1,0 0 1,12-1-1,2 0-6640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5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24575,'16'2'0,"0"0"0,0 1 0,0 1 0,-1 0 0,1 2 0,-1 0 0,17 9 0,2-1 0,16 7 0,58 33 0,-98-48 0,-1-1 0,1 1 0,-1 1 0,-1 0 0,9 8 0,-14-11 0,0 0 0,0 0 0,-1 0 0,1 0 0,-1 0 0,0 0 0,0 1 0,0 0 0,-1-1 0,0 1 0,1 0 0,-2-1 0,2 10 0,-2-9 0,0 1 0,0 0 0,-1 0 0,1 0 0,-1-1 0,0 1 0,-1-1 0,0 1 0,1-1 0,-2 1 0,1-1 0,-1 0 0,1 0 0,-6 7 0,-4 3 0,0-2 0,-1 1 0,-17 13 0,-6 6 0,9-6 0,15-17 0,0 1 0,2 1 0,-1-1 0,-16 27 0,15-20 0,9-14 0,-1 1 0,1-1 0,0 1 0,1 0 0,-1 0 0,-2 10 0,5-14 0,-1 0 0,1 0 0,0 0 0,0-1 0,0 1 0,0 0 0,0 0 0,0 0 0,1-1 0,-1 1 0,0 0 0,0 0 0,1 0 0,-1-1 0,0 1 0,1 0 0,-1 0 0,1-1 0,-1 1 0,1 1 0,1-1 0,-1 0 0,1 0 0,0 0 0,-1 0 0,1 0 0,0-1 0,-1 1 0,1 0 0,0-1 0,0 1 0,0-1 0,3 1 0,41 2 0,1-2 0,74-7 0,-108 5 0,1-2 0,-1 1 0,0-2 0,-1 0 0,1 0 0,0-2 0,18-10 0,0-2 0,47-37 0,57-50 0,-125 96-108,0-1 1,-1 1-1,0-2 0,-1 1 0,0-2 0,13-23 1,-15 26-504,6-12-6215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6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24575,'-1'40'0,"-9"42"0,-1 38 0,10-75 0,0-16 0,3 51 0,-1-72 0,0-1 0,0 0 0,1 0 0,-1 0 0,2 0 0,-1 0 0,1 0 0,0 0 0,1-1 0,-1 0 0,1 1 0,5 5 0,-3-7 0,0 0 0,-1-1 0,1 0 0,1 0 0,-1 0 0,1-1 0,-1 0 0,1-1 0,0 1 0,9 1 0,8 2 0,42 4 0,-57-9 0,7 2 0,-1-2 0,1 0 0,0-1 0,21-3 0,-34 3 0,1 0 0,-1-1 0,0 0 0,0 1 0,0-2 0,0 1 0,0 0 0,0 0 0,0-1 0,0 1 0,-1-1 0,1 0 0,0 0 0,-1 0 0,0 0 0,1-1 0,-1 1 0,0-1 0,0 1 0,0-1 0,-1 0 0,1 0 0,0 1 0,-1-1 0,0 0 0,0-1 0,1-3 0,1-14 0,-1 0 0,-1 0 0,0 0 0,-4-28 0,0-3 0,2 42 11,0-1 0,-1 1 0,0-1 0,0 1 0,-1-1 0,-1 1-1,0 0 1,0 1 0,-1-1 0,-8-13 0,9 17-98,0 0-1,0 1 1,-1-1 0,0 1-1,0 0 1,0 0 0,-1 0-1,1 1 1,-1-1-1,0 2 1,0-1 0,-1 1-1,1-1 1,-1 2 0,0-1-1,-9-2 1,-2 3-6739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6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2 24575,'-31'-1'0,"12"1"0,-36 2 0,49-1 0,-1 1 0,1-1 0,0 1 0,0 0 0,0 0 0,0 1 0,0 0 0,0 0 0,-8 6 0,4-2 0,0 0 0,1 0 0,-1 1 0,1 1 0,1-1 0,0 1 0,0 1 0,0 0 0,2 0 0,-1 0 0,1 1 0,-5 12 0,-11 20 0,17-35 0,1 1 0,0-1 0,0 1 0,0-1 0,1 1 0,-2 12 0,-1 14 0,-1-1 0,2-1 0,1 1 0,2 0 0,2 44 0,1-70 0,0 0 0,0 0 0,1 0 0,0 0 0,0 0 0,0 0 0,1-1 0,1 1 0,-1-1 0,1 1 0,0-1 0,1-1 0,0 1 0,0-1 0,0 1 0,1-1 0,0-1 0,0 1 0,1-1 0,-1 0 0,1-1 0,0 0 0,10 5 0,-7-5 0,0-1 0,0 0 0,0 0 0,1-1 0,-1 0 0,19 0 0,68-4 0,-38-1 0,-47 3 0,-1-1 0,0-1 0,1 0 0,-1-1 0,0 0 0,0 0 0,14-7 0,6-6 0,32-21 0,-56 33 0,-1-2 0,0 1 0,0-1 0,-1 1 0,1-2 0,5-8 0,16-18 0,-21 27 0,-1-1 0,0 0 0,0 0 0,0-1 0,-1 1 0,0-1 0,-1 0 0,1 0 0,-1 0 0,-1-1 0,0 1 0,0-1 0,1-17 0,-2-7 0,-1 0 0,-5-43 0,4 65 0,0 1 0,0 0 0,0 0 0,-1 1 0,-1-1 0,0 1 0,0-1 0,-1 1 0,0 0 0,0 0 0,-1 1 0,0-1 0,-1 1 0,0 0 0,0 1 0,-1-1 0,0 1 0,-8-6 0,-2-1 0,10 7 0,0 1 0,0 0 0,-1 0 0,0 1 0,0 0 0,0 0 0,0 1 0,-1 0 0,0 0 0,0 1 0,0 0 0,-18-3 0,2 4-1365,4 2-5461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7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2680 1 24575,'0'10'0,"-1"0"0,0 0 0,0 0 0,-1 0 0,-1 0 0,0-1 0,0 1 0,-1-1 0,0 0 0,0 0 0,-1 0 0,-1 0 0,-6 8 0,-15 20 0,-34 35 0,10-11 0,32-41 0,0 0 0,-1-1 0,-35 24 0,-19 18 0,-33 34 0,-51 32-637,78-57 898,-103 118 0,182-187-252,-48 53 18,3 2-1,2 3 1,-62 106-1,60-92-26,28-47 0,-18 37 0,25-45 0,-22 33 0,-7 10 0,22-31 0,-37 48 0,0 1 0,-27 29 0,-54 87 0,128-183 0,-1-1 0,-15 16 0,-14 19 0,20-22 0,-1-1 0,-35 34 0,0-2 0,-36 41 0,53-62 0,-13 15 0,-4 4 0,38-39 0,-23 28 0,21-22 0,-27 24 0,-15 18 0,25-26 0,25-27 0,0 1 0,1 0 0,-9 13 0,-32 47 0,-25 41 0,62-88 0,10-15 0,-1 0 0,-1 0 0,1-1 0,-8 9 0,1-1 0,1-1 0,0 2 0,2-1 0,0 1 0,-7 18 0,-22 42 0,25-56-1365,3-3-5461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19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170 234 24575,'-17'0'0,"1"1"0,-1-1 0,1-1 0,0 0 0,-22-6 0,36 7 0,-1 0 0,1-1 0,0 0 0,-1 1 0,1-1 0,0 0 0,0 0 0,-1 0 0,1-1 0,0 1 0,0 0 0,0-1 0,1 1 0,-1-1 0,0 0 0,0 0 0,1 0 0,-1 1 0,1-2 0,0 1 0,0 0 0,-1 0 0,1 0 0,1 0 0,-1-1 0,0 1 0,0 0 0,1-1 0,-1 1 0,1-1 0,0 1 0,0 0 0,0-1 0,0 1 0,0-1 0,1-3 0,1 2 0,-1-1 0,1 1 0,0-1 0,0 1 0,0 0 0,1 0 0,0 0 0,-1 0 0,1 0 0,1 0 0,-1 1 0,1-1 0,6-4 0,0 0 0,1 1 0,-1 0 0,1 1 0,13-6 0,-20 10 0,102-39 0,-93 37 0,0 1 0,0 1 0,0-1 0,1 2 0,-1 0 0,18 1 0,-27 1 0,-1 0 0,1 0 0,-1 0 0,0 0 0,1 0 0,-1 1 0,0 0 0,0-1 0,0 1 0,0 0 0,0 1 0,0-1 0,0 0 0,-1 1 0,1 0 0,-1 0 0,0-1 0,0 1 0,0 0 0,0 1 0,-1-1 0,1 0 0,-1 1 0,2 5 0,-1-3 0,0-1 0,0 1 0,-1 0 0,0 1 0,0-1 0,0 0 0,-1 0 0,0 0 0,0 0 0,-1 0 0,0 1 0,0-1 0,-3 11 0,2-14 0,0 0 0,-1 0 0,1 0 0,-1-1 0,1 1 0,-1 0 0,0-1 0,0 0 0,0 0 0,0 0 0,0 0 0,-1 0 0,1 0 0,0-1 0,-1 0 0,0 0 0,1 0 0,-1 0 0,0 0 0,1-1 0,-1 1 0,0-1 0,1 0 0,-5-1 0,-1 1 0,0 0 0,0-1 0,0 0 0,0 0 0,0-1 0,1-1 0,-1 1 0,1-1 0,-10-5 0,16 7-45,1 1-1,-1-1 1,1 0-1,-1 0 1,1 0-1,0 0 1,-1 0-1,1 0 1,0-1-1,0 1 1,-1 0-1,1-1 1,0 1-1,0-1 1,1 1-1,-1-1 1,0 1-1,0-1 1,1 0-1,-1 1 1,1-1-1,-1 0 1,1 1-1,0-1 0,0 0 1,0 0-1,0 1 1,0-1-1,0-2 1,7-8-6781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0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24575,'0'421'0,"2"-404"0,1 0 0,1 0 0,0 0 0,1-1 0,1 0 0,1 0 0,10 19 0,-1 1 0,-15-34 0,0 1 0,1 0 0,-1 0 0,1-1 0,-1 1 0,1 0 0,0-1 0,0 0 0,0 1 0,0-1 0,1 0 0,-1 0 0,1 0 0,-1-1 0,1 1 0,0 0 0,-1-1 0,1 0 0,0 0 0,0 0 0,0 0 0,0 0 0,3 0 0,-1-1 0,-1 0 0,1 0 0,-1 0 0,0-1 0,1 0 0,-1 0 0,0 0 0,0 0 0,0-1 0,0 1 0,0-1 0,0 0 0,0 0 0,0-1 0,6-5 0,4-3 0,0 0 0,0 0 0,0-2 0,-1 1 0,16-22 0,3-3 7,-26 30-178,0 1-1,0-1 0,0 0 1,-1 0-1,0-1 1,0 0-1,6-15 1,-6 5-6655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0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24575,'-1'56'0,"0"-25"0,4 58 0,2-72 0,0-1 0,0 0 0,2 0 0,0 0 0,13 21 0,-11-19 0,-2-6 0,0-1 0,0 0 0,1 0 0,1-1 0,0 0 0,0 0 0,1-1 0,10 8 0,6 2 0,1-2 0,34 16 0,-20-3 0,-4-1 0,-30-26 0,0 1 0,-1 0 0,0 0 0,0 1 0,0 0 0,9 10 0,-14-14 0,0 1 0,0-1 0,0 1 0,0 0 0,0-1 0,0 1 0,-1 0 0,1-1 0,-1 1 0,1 0 0,-1 0 0,0-1 0,1 1 0,-1 0 0,0 0 0,0 0 0,0-1 0,-1 1 0,1 0 0,0 0 0,-1 0 0,1-1 0,-1 1 0,1 0 0,-1-1 0,0 1 0,0 0 0,0-1 0,0 1 0,0-1 0,0 1 0,0-1 0,-3 2 0,0 2 0,-1-1 0,0 0 0,0 0 0,0-1 0,-1 0 0,1 1 0,-1-2 0,0 1 0,0-1 0,0 0 0,-8 2 0,-9 1 0,-38 3 0,45-8-1365,4-2-5461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144 261 24575,'111'1'0,"121"-3"0,-225 1 0,1 0 0,-1 0 0,1-1 0,-1 0 0,0 0 0,0-1 0,0 0 0,0 0 0,0 0 0,-1-1 0,12-8 0,-16 9 0,1 1 0,-1 0 0,1-1 0,-1 1 0,0-1 0,0 0 0,0 1 0,0-1 0,0 0 0,-1 0 0,1 0 0,-1-1 0,0 1 0,0 0 0,0 0 0,0-1 0,-1 1 0,1-1 0,-1 1 0,0 0 0,0-1 0,0 1 0,-1-1 0,1 1 0,-1-1 0,1 1 0,-1 0 0,-2-4 0,2 3 0,-1 1 0,0-1 0,0 1 0,0-1 0,-1 1 0,1 0 0,-1 0 0,1 0 0,-1 0 0,0 0 0,0 0 0,-1 1 0,1 0 0,-7-4 0,-3 0 0,-1 0 0,-26-7 0,29 10 0,1-1 0,-1 1 0,1-1 0,0-1 0,-14-9 0,21 12 0,0-1 0,0 1 0,0 0 0,-1 0 0,1 0 0,0 1 0,-1-1 0,1 1 0,-1-1 0,0 1 0,1 0 0,-1 1 0,-6-1 0,7 1 0,1 1 0,0-1 0,-1 1 0,1 0 0,0 0 0,0 0 0,0 0 0,0 1 0,0-1 0,0 0 0,0 1 0,1-1 0,-1 1 0,0 0 0,1 0 0,-1-1 0,1 1 0,0 0 0,0 0 0,-1 1 0,1-1 0,1 0 0,-2 3 0,-10 20 0,-2-1 0,0-1 0,-1-1 0,-1 0 0,-1 0 0,-1-2 0,-35 31 0,40-38 0,1 0 0,1 0 0,0 1 0,1 0 0,1 1 0,0 0 0,-12 28 0,-6 11 0,19-42 0,2 1 0,-1 0 0,2 0 0,-8 25 0,12-34 0,0 0 0,1 0 0,-1 0 0,1 0 0,0 0 0,0 1 0,1-1 0,-1 0 0,1 0 0,0 0 0,0 0 0,0 0 0,0-1 0,1 1 0,0 0 0,-1 0 0,1-1 0,1 1 0,-1-1 0,0 0 0,6 5 0,-5-5 0,1 0 0,-1 0 0,1-1 0,0 0 0,0 0 0,0 0 0,0 0 0,0 0 0,0-1 0,0 0 0,1 0 0,-1 0 0,9 0 0,7 1 0,37-4 0,-32 0 0,81 1-556,-28 0-252,98-12 0,-150 9-5211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1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0 271 24575,'70'-2'0,"-31"0"0,72 7 0,-109-5 0,0 0 0,0 1 0,1-1 0,-1 1 0,0-1 0,0 1 0,0 0 0,0 0 0,0 0 0,0 0 0,0 0 0,0 0 0,0 0 0,0 1 0,-1-1 0,1 1 0,-1-1 0,1 1 0,-1 0 0,1-1 0,1 4 0,-2-2 0,-1-1 0,1 0 0,-1 1 0,0-1 0,1 0 0,-1 1 0,0-1 0,0 1 0,0-1 0,-1 0 0,1 1 0,-1-1 0,1 0 0,-1 1 0,0-1 0,0 0 0,0 0 0,0 0 0,0 1 0,-2 1 0,-15 25 0,-36 44 0,29-38 0,1 2 0,2 0 0,-22 48 0,29-53 0,12-26 0,0 1 0,0-1 0,0 1 0,-2 13 0,5-19 0,0 0 0,-1 0 0,1 0 0,0 0 0,0 1 0,0-1 0,0 0 0,0 0 0,0 0 0,0 0 0,0 0 0,0 0 0,1 0 0,-1 0 0,0 0 0,1 0 0,-1 0 0,1 0 0,-1 0 0,1-1 0,-1 1 0,1 0 0,-1 0 0,1 0 0,0-1 0,0 1 0,-1 0 0,1 0 0,0-1 0,0 1 0,0-1 0,0 1 0,0-1 0,0 1 0,0-1 0,0 0 0,0 1 0,0-1 0,0 0 0,0 0 0,0 0 0,0 0 0,0 0 0,2 0 0,6 0 0,0-1 0,1-1 0,-1 1 0,0-1 0,0-1 0,0 0 0,0 0 0,0-1 0,-1 0 0,10-6 0,13-10 0,38-31 0,-12 8 0,22-11-855,-1-3-1,78-76 1,43-97 1750,-160 181-819,-30 37 120,-3 6-240,0 0-1,-1-1 0,-1 0 0,1 0 0,6-15 0,-5 5-6478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2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24575,'1'5'0,"0"1"0,0-1 0,0 0 0,0 0 0,1 0 0,0 0 0,0 0 0,0 0 0,4 5 0,28 40 0,-24-36 0,72 85 0,-13-8 0,-44-65 40,-1 1 0,22 32 0,-39-49-175,-1 0 0,1 0 0,-2 1 0,0 0 0,0 0 0,-1 1 0,0-1 0,-1 1 0,-1-1 0,2 14 0,-3-3-6691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24575,'6'1'0,"-1"1"0,0-1 0,0 1 0,1 0 0,-1 1 0,-1-1 0,1 1 0,0 0 0,-1 0 0,1 1 0,3 3 0,17 11 0,-6-8 0,0 0 0,1-2 0,0 0 0,1-1 0,30 6 0,3 5 0,-43-13 0,0-1 0,0 0 0,0-1 0,23 4 0,-29-7 12,-1 0 0,0 1 0,1-1 0,-1-1 0,1 1 0,-1-1 0,0 0 0,0 0 0,7-2 0,-10 2-80,1 0 1,0 0-1,0 0 1,0 0-1,-1-1 1,1 1-1,-1 0 1,1-1-1,-1 0 1,0 1-1,1-1 1,-1 0-1,0 1 1,0-1-1,0 0 1,0 0-1,-1 0 1,1 0-1,0 0 1,-1 0-1,1-3 1,2-16-6759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3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 24575,'-3'3'0,"1"0"0,-1 0 0,1 0 0,-1 1 0,1-1 0,0 1 0,0 0 0,1 0 0,-1-1 0,-1 8 0,1-6 0,-40 96 0,33-75 0,2 0 0,0 0 0,2 1 0,0-1 0,0 38 0,4-58 0,-8 68 0,4-40 0,-1 44 0,6-49-95,-1-19-64,0 1 0,1 0 0,0-1 1,1 1-1,0 0 0,1-1 1,5 16-1,2-9-6667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3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24575,'1'10'0,"1"0"0,0 0 0,1 0 0,-1 0 0,2 0 0,0 0 0,0-1 0,0 1 0,1-1 0,1-1 0,0 1 0,7 8 0,-3-3 0,-1 1 0,0-1 0,7 19 0,-6-12 0,0-1 0,2-1 0,26 37 0,15 21 0,-32-42 0,16 27 0,-35-58 0,0 1 0,0-1 0,-1 1 0,1 0 0,-1 0 0,0 0 0,-1 0 0,1 0 0,-1 0 0,0 0 0,-1 8 0,1-12 0,0 1 0,-1-1 0,1 1 0,0-1 0,-1 1 0,0-1 0,1 1 0,-1-1 0,0 1 0,0-1 0,1 0 0,-1 0 0,0 1 0,0-1 0,0 0 0,-1 0 0,1 0 0,0 0 0,0 0 0,-1 0 0,1 0 0,-2 0 0,0 0 0,0 0 0,0 0 0,0-1 0,0 1 0,0-1 0,0 0 0,0 0 0,0 0 0,0 0 0,-5-1 0,-2-1 0,0-1 0,1 0 0,0 0 0,0-1 0,0 0 0,-9-6 0,4 1-195,0 0 0,0-1 0,1-1 0,0 0 0,1 0 0,-20-26 0,21 20-6631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4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24575,'4'0'0,"4"0"0,2 0-8191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1:2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1337 24575,'1'-4'0,"-1"1"0,1 0 0,0-1 0,0 1 0,1 0 0,-1-1 0,1 1 0,-1 0 0,1 0 0,3-4 0,11-23 0,-9 4 0,2-1 0,0 1 0,2 0 0,1 1 0,29-45 0,-30 53 0,-2-1 0,15-34 0,11-21 0,-30 65 0,1 0 0,1 1 0,-1-1 0,1 2 0,11-9 0,24-27 0,76-107 0,-39 72 0,-61 62 0,0 0 0,1 1 0,1 1 0,0 1 0,34-15 0,-38 19 0,14-6 0,1 1 0,0 1 0,1 2 0,0 2 0,0 0 0,61-4 0,-79 10 0,0-1 0,0 0 0,0-1 0,0-1 0,21-10 0,-21 9 0,1 0 0,-1 1 0,1 0 0,-1 2 0,20-4 0,38 1 0,121-28 0,-78-5 0,-86 26 0,1 2 0,1 2 0,32-7 0,-32 11 0,-1-2 0,0-1 0,47-19 0,-59 21 0,0 1 0,0 0 0,1 2 0,21-2 0,3-1 0,144-15 0,-101 10-244,81-6-523,-146 15 767,0-1 0,0-1 0,22-7 0,-18 4 0,36-4 0,170-11 0,-44 5-428,-102 9 1011,155 6 0,-115 4-310,-110-3-273,1 1 0,-1 1 0,1 0 0,-1 2 0,0-1 0,25 9 0,5 2-126,1-2 0,0-1 0,0-3 0,54 2 0,8 1 97,140 11-1502,-108 3 1551,-96-14-175,0-3 0,68 4 0,39 2 70,-92-6 81,101 14 4,-30-2 0,-115-17-2,0 1 0,-1 0 0,1 2 0,15 5 0,-12-3 57,36 7-1,-28-9 471,-1 1 0,1 2 0,-1 1 0,43 20 0,-14 3-525,-38-22 0,0 0 0,0-1 0,1-1 0,24 8 0,-9-5 0,57 29 0,-59-26 0,0 0 0,42 12 0,-70-26 0,208 67-878,-174-55 878,0-2 0,1-1 0,60 6 0,11 4 0,55 30-866,-70-32 1110,-62-12 5,1 1 0,57 19-1,-80-20-183,0 0-1,-1 1 0,1 1 0,-1-1 0,0 1 1,-1 1-1,0-1 0,0 1 0,-1 1 0,10 14 1,8 10-18,-4-9-47,-2 1 0,0 0 0,-2 2 0,13 28 0,-26-48 0,0 1 0,-1-1 0,0 1 0,0 0 0,-1 0 0,0 0 0,-1 0 0,1 0 0,-1 0 0,-1 0 0,-1 11 0,-2-3 0,0 1 0,-1-1 0,-1 0 0,-11 21 0,10-24 0,-2 1 0,0-1 0,-18 19 0,0 2 0,-266 340 0,283-364 0,0 0 0,-1 0 0,0-1 0,-1-1 0,-17 10 0,-25 20 0,50-36 0,-4 6 0,-2 0 0,1 0 0,-1-1 0,0-1 0,0 0 0,-1 0 0,0-1 0,0 0 0,0-1 0,-14 3 0,-10-1 0,-51 1 0,-6 0 0,56-4 0,-38-1 0,-28 3 0,72-1 0,-33 11 0,40-8 0,-1-1 0,-48 4 0,29-9 14,-99 10-572,-43 10 558,149-16 0,3 0 0,1 0 0,0 2 0,-47 17 0,37-10 0,-1-2 0,1-1 0,-49 4 0,-62 16 0,73-3 203,58-19-118,0-1 0,0-1 1,-43 7-1,-61 7-85,77-12 0,0-1 0,-70 1 0,-517-10-461,621 2 442,0 1 0,1 0-1,0 1 1,0 0 0,-15 7 0,13-5 25,-1 0-1,0-1 1,-21 2 0,-143-2-6,111-5 0,-96 11 0,72-1 225,-159-7 0,121-4-122,107 1-103,-46-9 0,45 5 0,-37-1 0,-39 6 0,37 1 0,-112-14 0,134 8 0,-82 3 0,84 2 0,0-1 0,-52-7 0,40 1 0,-59 0 0,-41-5 0,102 6 0,31 4 0,0 0 0,1-2 0,-31-8 0,-1-3 0,-2 2 0,-69-8 0,33 6 0,65 9 0,1 0 0,1-2 0,-38-18 0,-23-9 0,53 25 0,0-1 0,1-2 0,1-1 0,-39-25 0,-8-1 0,51 29 0,-29-19 0,25 11 0,4 2 0,-39-20 0,50 29 0,2-1 0,-1 0 0,1 0 0,0-1 0,1-1 0,-15-19 0,20 25 0,1-2 0,-1 0 0,1 0 0,0 0 0,0-1 0,0 1 0,1-1 0,1 0 0,-1 0 0,1 0 0,1 0 0,-2-14 0,1-11 0,4-55 0,1 32 0,0 18 0,1 1 0,2 0 0,16-53 0,8-50 0,-11 32-1365,-18 89-5461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36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1455 3085 24575,'78'1'0,"-12"1"0,-1-3 0,0-3 0,95-17 0,-87 8 0,-50 10 0,-1-1 0,0-1 0,33-11 0,-23 6-166,0 1 0,1 2 0,0 1 0,60-2 0,-9 0-18,369-22-3010,3 31-1974,-185 1 3875,608 29-228,747 43-135,-1107-72 1867,408-5 1118,-507-42-1090,-215 16 544,138-25-783,-121 18 270,17-4 32,-108 17 1214,193-9-1,-140 18-500,-119 8-773,119-16-246,-133 14 721,0 3 0,0 2 0,79 6 0,65-4 1191,-193 1-1853,0-1-1,0 1 0,0-1 1,0 1-1,0-1 1,-1 1-1,1-1 0,0 0 1,0 0-1,-1 0 1,1 0-1,0-1 0,-1 1 1,1 0-1,-1-1 1,0 1-1,1 0 0,-1-1 1,0 0-1,0 1 1,0-1-1,0 0 0,0 0 1,0 1-1,0-1 1,-1 0-1,1 0 0,-1 0 1,1 0-1,-1 0 0,0-2 1,1-9-104,0-1 1,-1 1-1,-3-24 0,1 12 155,2-263-500,-2-54-119,-6 248 513,-1-43 0,7 110 0,0 0 0,-2 0 0,-8-30 0,5 25 0,-13-94-117,12 72 13,-19-75-1,-18 14 105,8 23 0,23 59 127,-1 0 1,-2 1-1,-1 0 0,-2 1 1,-1 2-1,-47-53 1,40 53-170,-1 1 0,-2 2 0,0 1 0,-68-41 0,61 42 42,19 12 0,0 0 0,-36-15 0,29 15 0,-31-17 0,33 15 0,-45-17 0,-117-24 0,134 38-492,-84-17 0,28 9-13,-61-6 505,91 19 0,-76-7-677,-35-6-936,-192-23-60,53 9 328,-184-11 343,275 35 672,75 8 241,-80-10 96,84 1-19,-233 7-1,27 3-239,-327-3 971,416 11-527,-837-2-1373,886 10 1181,94-2 0,-154 20 690,126-10-402,-20 16-288,45-7 0,34-13 261,41-7 107,-78 19 1,32-4-369,-179 16 0,214-31 0,36-4 0,14-2 0,1 2 0,-1 0 0,-25 8 0,17-4 305,0-2 1,-1 0 0,1-2-1,-41 0 1,-51 5 479,20 1-801,62-6 196,-61 11-1,66-8 1368,23-5-998,0 1-1,-1 0 1,-18 8-1,27-9-492,0 1-1,0-1 0,-1 1 0,1 0 0,1 0 0,-1 0 0,0 1 0,0-1 0,1 1 0,-1-1 0,1 1 0,0 0 0,0 0 0,0 0 0,0 0 0,-1 4 0,-19 52-55,15-37 0,-18 38 0,8-26 0,-2 3 0,-2 0 0,-33 45 0,19-32 0,23-32 0,0-1 0,-17 19 0,-117 141-624,53-59 601,37-44 23,-81 140 0,117-178 23,-17 48 1,8-17-870,17-40 803,2 1-1,1 1 1,1 0-1,1 0 0,-5 55 1,7 152 123,5-153-30,1-64-52,0 1 0,1 0 0,1-1 0,0 1 0,2-1 0,0 0 0,14 31 0,-13-36 2,18 42 0,51 90 0,-30-79 486,71 82 0,5 6 135,-83-102-621,-23-31 0,33 38 0,-41-53 0,-1-1 0,1 0 0,1 0 0,-1-1 0,1 0 0,0 0 0,0-1 0,0 0 0,12 4 0,32 7 0,-37-12 0,0 1 0,-1 0 0,1 2 0,-1-1 0,18 12 0,-21-12 0,-1-1 0,2 0 0,-1 0 0,0-1 0,1 0 0,-1-1 0,1 0 0,14 0 0,9 2 0,35 3-166,0-4 0,72-5 0,-28 0 39,146 2-1134,-238 0-5044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3:0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3298 24575,'20'1'0,"0"1"0,-1 2 0,0 0 0,35 11 0,-29-7 0,-1-1 0,35 4 0,249 7 0,-145-19-1080,302 3-400,-306 6 161,81 1 66,101-11-1440,296 4 2861,-389 15-3190,68 1 533,537 10 2174,-333-7 288,-88 10 27,-237-14 0,128-5 538,-102-6-147,625 3 1067,-506-11-1587,-127 4 129,239-5 0,-220-22-229,-43 3 62,705-67-171,-617 66 400,25-4-932,251-11-568,3 32 1094,58-1 224,-106 2 297,-53 2 1320,-142-14 50,-291 15-880,0 0 1,0-2-1,29-8 1,15-3 1196,-63 15-1542,0-1-1,0 1 1,1-1 0,-1 0-1,0 0 1,0 0 0,0 0-1,0-1 1,0 1 0,-1-1-1,1 0 1,0 1 0,-1-1-1,1-1 1,3-3 0,-4 3-190,0-1 1,0 1 0,-1-1 0,1 0 0,-1 1 0,0-1 0,0 0 0,-1 0 0,1 0 0,-1 0 0,0 0 0,0-5 0,0-3-129,0-1 1,1 1-1,0 0 1,1 0-1,0 0 1,1 0-1,0 1 0,1-1 1,1 1-1,-1 0 1,2 0-1,0 0 0,0 0 1,10-12-1,156-191-656,-68 86 628,-59 80 24,-30 33 0,-1 0 0,13-18 0,26-34 0,101-101 0,-139 153 0,34-34-103,-10 12 493,50-65-1,-86 98-389,0-1 0,-1 0 0,1 0 0,-1 0 0,0 0 0,0 0 0,-1 0 0,0 0 0,0-1 0,0 1 0,0 0 0,-1-1 0,0 1 0,0-1 0,0 1 0,-1 0 0,0-1 0,-2-8 0,-3-7 0,-2 1 0,0 0 0,-13-24 0,19 41 0,-5-9 0,-1-1 0,-15-17 0,-5-8 0,-2-1-208,-1 0-1,-2 3 1,-45-39-1,68 65 203,-451-366 6,330 279 0,86 60 0,-16-11 0,39 32 156,1-1 0,-28-30-1,27 25 32,-34-25-1,9 15-410,-2 2 0,-1 2 0,-1 3 0,-86-31 0,-20 12 232,87 25-331,-347-61-1633,304 63-443,-381-34 2399,-4 36-4479,171-3 3356,-4 0 551,4 9 565,-89 1 88,150-2 611,0 1-185,129 3-507,-229-39 0,155 19 1698,-75-14-663,-127-25-978,175 32-1936,-149-17 473,65 10 727,-234-11-121,224 26 336,-162 1 62,-2 25-107,168 2 367,-349 19 794,640-18-346,-39 2 1207,0 4 1,-85 22-1,92-14-1518,-63 19 2317,117-32-4126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3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13700 2861 24575,'-58'0'0,"-83"13"0,107-7 0,1 2 0,-34 12 0,43-14-15,0-2 0,0 0 0,0-2 0,0 0 0,-30-3 1,11 1-451,-787 1-4256,380-3 3217,-1378 2 476,1652-11 1028,2 0 0,-26-1-31,104 4 808,-205-36-626,277 40-153,-370-42-655,231 31 487,101 9 112,-169-23-386,-231-27-167,257 37 270,-55-18-215,103 12 406,-453-71 150,344 60 110,-62-12 39,-245-33 24,559 79-120,-66-4-60,42 5 201,1-3 1,-48-10-1,1-2 668,-127-10 0,122 21-862,-51-6 0,-96-10 6275,191 16-5669,31 4-567,1 0 0,-1-1 0,1-1 0,-1 0-1,-20-8 1,10 3-133,0 0 0,0 2 0,0 1 0,-43-4 0,-22-4-85,-50-8-393,77 13 83,-76-19 0,-102-31 489,65 27 0,53 1 0,21 4 0,-272-72-1917,279 75 2919,72 19-747,0-1 0,0-1 0,0-1 0,0 0-1,1-2 1,-26-15 0,19 8 198,-1 1 0,-37-13 0,-11-5-482,51 21 29,0 1 0,-1 2 0,-46-10 0,-87-7 0,100 18 0,28 4-94,14 2-59,-1-1 1,0 0-1,-26-10 1,0-1-142,0 3 1,-1 1-1,-74-5 1,-49-11-334,128 18 627,20 5 0,0-2 0,-26-9 0,15 4 397,0 1-1,-55-7 1,-15-4 384,61 11-280,23 5-495,1 0-1,0-1 1,0 0-1,0-1 1,-16-10-1,5 3-5,1 0 0,-59-16 0,60 22 0,1-1 0,1-2 0,-1 0 0,-33-20 0,42 21 0,0 0 0,-1 2 0,-34-12 0,34 14 0,1-1 0,0 0 0,0-2 0,-27-16 0,19 8 0,10 7 0,0-1 0,-16-16 0,26 22 0,0-1 0,0 1 0,0-1 0,1 0 0,0-1 0,0 1 0,0 0 0,0-1 0,1 0 0,-2-6 0,-3-13 0,1 0 0,1-1 0,-2-33 0,7 50 0,0 0 0,0 1 0,0-1 0,1 0 0,0 0 0,1 0 0,0 1 0,1-1 0,-1 1 0,2 0 0,-1-1 0,1 2 0,6-11 0,9-4 0,1 1 0,1 0 0,0 2 0,2 0 0,0 2 0,44-26 0,-24 15 0,-2 3-240,0 1-1,1 2 1,77-27 0,40-16 240,175-45-1502,-128 48 92,-103 32 906,157-34 504,-48 13 0,-107 28-602,127-12 1,-221 33 569,96-6 133,149 7 0,-114 3-106,120-4 1674,293 4-2499,-385 8-1705,58 2 2439,-215-12 161,86 0-1309,122 16-1,-58 0 1179,244-7 0,-111-8 133,-116 9-67,68 2 0,904-13 2996,-1113 3-1782,41 7 0,30 1 1893,-80-9-2953,32 0-109,68 10-1,-106-8-49,9 2-23,46 12 1,-32-6-65,-1-2 0,72 4 1,-55-6 65,44 5-318,231 21-1703,-283-30 2047,126 15 0,221 31 0,-89-15 0,-159-9-1253,181 21-1614,18-8 3715,-316-30 389,37 14-1,-47-13-267,0-1 0,0-1 0,43 5 0,-30-7-884,0 2 1,-1 2-1,0 1 0,0 2 1,-1 2-1,69 36 0,-91-44-85,1 1 0,33 6 0,-34-9 0,-1 0 0,0 1 0,0 0 0,18 9 0,-6-1 14,2-1-1,0-1 1,0-2-1,40 8 1,-31-8-394,67 25 1,-71-20 379,15 7 0,57 17 0,-88-32 0,-1 1 0,0 1 0,17 10 0,6 3 0,0-2 0,-1 2 0,-1 2 0,-1 1 0,38 33 0,-39-25 138,-2 0 0,-1 2 1,-2 2-1,34 48 0,20 54-508,13 20-82,-8-24 231,94 99 53,-132-165-412,94 93-1,-33-52 707,-98-95 34,0-1-1,1-1 0,20 13 0,11 8 15,133 104 901,-165-126-1080,-8-6 30,-1-1-1,1 1 0,-1 0 1,0 1-1,0-1 0,0 1 1,-1 1-1,0-1 0,0 1 1,-1 0-1,0 0 0,0 0 1,0 0-1,3 13 0,-2 4-24,-1 0 0,-1 0 0,-1 0 0,-1 1 0,-3 28 0,1-16 0,0-28-30,0 0 0,0-1-1,-1 1 1,0-1 0,-1 0-1,0 0 1,0 0 0,-1 0-1,-7 12 1,-6 7-145,-26 30 1,37-49 169,-52 68-143,-166 191-960,139-182 1108,-147 153 0,178-174-83,-52 83 0,41-55-25,-4 22 53,51-83 89,2 1 0,-13 37-1,27-64-106,0 0-1,0-1 1,-1 1-1,0-1 0,0 0 1,0 1-1,-6 5 1,-7 3-5389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37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24575,'2'32'19,"1"0"-1,14 59 1,-9-59-243,-2 2-1,2 51 1,-7-65 224,-1 40 0,11 72 0,-3-50 0,-6 160 0,-4-119 0,2 277-669,-1-386 669,0 0 0,-2 0 0,0 0 0,0 0 0,-7 15 0,5-12 0,0-1 0,1 1 0,-2 18 0,2 26-3,3-29 253,-9 47 0,-2 32 106,3-24 77,6-62-1798,0-4-5461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37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24575,'1'0'0,"0"1"0,0-1 0,0 1 0,0-1 0,0 1 0,0 0 0,0-1 0,0 1 0,-1 0 0,1 0 0,0 0 0,-1 0 0,1-1 0,0 1 0,-1 0 0,1 0 0,-1 0 0,1 0 0,-1 0 0,1 2 0,9 28 0,-9-26 0,16 59 0,12 107 0,-25-140 0,-1-16 0,1 0 0,1 0 0,0-1 0,13 27 0,-9-24 0,-2 0 0,11 34 0,-16-39 0,3 9 0,0 0 0,1-1 0,0 0 0,2 0 0,14 26 0,11 16 0,-20-36 0,23 35 0,-34-58 0,0 0 0,0 0 0,0 0 0,1 0 0,-1 0 0,1-1 0,-1 1 0,1-1 0,0 0 0,0 1 0,0-1 0,0 0 0,0-1 0,1 1 0,-1-1 0,0 1 0,1-1 0,-1 0 0,1 0 0,0-1 0,-1 1 0,1-1 0,0 1 0,-1-1 0,1 0 0,-1-1 0,1 1 0,0-1 0,-1 1 0,1-1 0,-1 0 0,1 0 0,-1-1 0,1 1 0,-1-1 0,0 0 0,0 0 0,5-3 0,28-20 0,39-36 0,26-18 0,-34 36-559,96-46-1,-87 49 560,-43 22 0,54-23 0,-13 10 0,-40 16 0,47-14 0,127-22-416,-198 48 406,0 0 0,1-1 1,-1 0-1,-1-1 0,18-10 1,-24 13-9,0 1 1,-1-1 0,1 0 0,-1 0 0,1-1 0,-1 1 0,0 0 0,0-1-1,0 0 1,0 1 0,-1-1 0,1 0 0,0 0 0,-1 0 0,0 0 0,0 0-1,0 0 1,0 0 0,-1 0 0,1-1 0,-1 1 0,1-6 0,-4-9-6187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1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6607 3324 24575,'-25'1'3,"-1"2"-1,1 1 1,-34 9-1,28-5-58,-47 5 0,-241-10-519,169-5 368,-451 2-579,448 0 1593,130-1-513,1-2-1,-26-4 1,23 2-303,-38-2 0,-610 6-2341,326 3 1709,-1309-2-1215,1641-2 1856,-1 0 0,1 0 0,-1-2 0,1 0 0,0-1 0,-21-9 0,13 5 0,-35-9 0,8 7 0,2 2 0,1-3 0,-74-28 0,74 21 0,-81-21 0,107 33 0,0-1 0,0-1 0,1 0 0,-22-15 0,-29-14 0,-544-249-1580,535 254 1179,-32-16-151,11 6 427,67 29 178,-55-28 0,-2-6 441,53 29-516,-47-31 0,29 16 2747,40 26-1857,0-2 0,1 0 0,-28-24-1,39 29-820,-1 1 0,1-1 0,0-1 1,1 1-1,-1-1 0,1 1 0,0-1 0,0 0 0,1 0 0,0 0 0,0 0 0,0-1 0,1 1 0,0-1 0,-1-6 0,2 1-43,0 1 0,0-1-1,1 1 1,1-1-1,0 1 1,0 0 0,1 0-1,0 0 1,7-14 0,5-4-135,35-53 0,-8 15-1259,-5 9 1390,3 3 0,54-61 0,18-22 0,-98 119 0,26-37 0,71-74 0,276-220 0,-134 177-2042,-150 114 2042,2 5 0,172-61 0,-123 71 0,-46 15 0,-25 8-2002,156-19 0,-108 22 999,5-6 1003,178-21 0,418-3-3353,-421 18 2633,58-4-284,213-6 688,-254-4 316,-105 12 0,111-30 1024,-64 18-547,-90 18-220,19-20 1753,-88 33-910,199 3-1,-268 10-1073,197 5 739,-178 0-453,114 23-1,-72-7-311,-50-12 0,79 26 0,713 290-94,-742-283 94,176 84 0,2 12-320,-74-40 121,-133-61 161,141 78-291,-147-72 940,73 60-1,-136-99-272,0 2 0,0-1 0,-1 0 0,1 1 0,-1 0 0,0 0 0,-1 0-1,0 1 1,0-1 0,0 1 0,-1 0 0,1 0 0,-2-1 0,1 1 0,-1 1 0,0-1-1,0 12 1,-1-7-302,-1 1-1,0 0 0,-1-1 0,0 1 1,-1-1-1,0 1 0,-1-1 1,-1 0-1,-5 11 0,-10 22-282,2 0-1,-20 77 1,27-89 81,-16 34-1,15-39 23,2-1 0,-10 40 0,-20 74-456,-5 24-132,28-80 732,-4-1 0,-40 104 0,52-166 0,-33 85 0,-98 180 0,109-234-15,8-11 12,-2-2 0,-1-1 1,-60 68-1,65-87 55,-68 65-161,77-75 219,-1-1 0,1 0-1,-1-1 1,-1-1-1,1 0 1,-16 5-1,-44 16 312,43-15-147,-1-2 0,0-1-1,-37 7 1,-50-4-274,-233-5 0,225-9 0,-15 12 0,4 0 0,106-11 0,11-1 0,0 1 0,0 1 0,0 1 0,0 0 0,-33 10 0,-15 7 0,-111 16 0,54-13 0,110-19 0,1 0 0,0 1 0,1 0 0,-26 12 0,32-12 81,0-1 0,-1 1 0,1-2 0,-1 1-1,-15 2 1,20-4-138,0-1-1,1 0 0,-1 0 1,0 0-1,0 0 0,1 0 0,-1-1 1,0 1-1,1-1 0,-1 0 1,0 1-1,1-1 0,-1 0 1,1-1-1,-1 1 0,1 0 1,0-1-1,0 1 0,-1-1 1,-2-3-1,-6-9-6768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2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49 24575,'-3'0'0,"-6"0"0,0-7 0,-3-3 0,1-3 0,-5 1 0,0 6 0,3 7 0,4 8 0,3 5 0,6 1 0,4 5 0,0 2 0,0-2-8191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3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24575,'3'1'0,"-1"1"0,1-1 0,-1 1 0,0-1 0,0 1 0,1 0 0,-1 0 0,0 0 0,-1 0 0,3 3 0,6 6 0,3 2 0,-2 0 0,1 1 0,-2 0 0,0 1 0,-1 0 0,9 18 0,21 34 0,-31-54 0,0 1 0,10 28 0,-14-31 0,1 1 0,1 0 0,0-1 0,0 0 0,10 11 0,-6-6 0,0-1 0,-1 2 0,0-1 0,-2 1 0,0 0 0,0 1 0,-2-1 0,6 29 0,12 39 0,-2-39 0,-17-37 0,1 0 0,-1 1 0,-1-1 0,1 1 0,-2 0 0,4 19 0,-5 41-1365,-1-56-5461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4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24575,'11'-10'0,"1"1"0,-1 0 0,2 1 0,-1 1 0,1 0 0,0 0 0,23-7 0,-10 5 0,0 2 0,1 0 0,31-3 0,2 6 0,84 4 0,-57 2 0,-64 1 0,-1 0 0,0 2 0,0 1 0,0 0 0,-1 2 0,32 15 0,-31-13 0,4 1 0,-11-6 0,0 1 0,0 1 0,-1 1 0,0 0 0,0 1 0,12 10 0,0 2 0,-16-13 0,0 0 0,-1 1 0,12 13 0,-18-17 0,0-1 0,0 1 0,0 0 0,-1-1 0,0 1 0,0 0 0,0 1 0,-1-1 0,1 0 0,-1 0 0,0 9 0,1 2 0,-1 0 0,-1 0 0,-1 0 0,0-1 0,-1 1 0,-1 0 0,0 0 0,-1-1 0,-1 0 0,0 0 0,-11 21 0,-21 42 0,23-46 0,-35 59 0,12-28 0,26-42 0,-1-1 0,-22 29 0,-123 127 0,148-169 0,-1 1 0,0-2 0,0 0 0,0 0 0,-1-1 0,1 0 0,-15 4 0,-6 4 0,24-10 24,-1 0 0,0 0 0,0 0 0,-11 1 0,16-3-117,0-1 0,0 0 1,0 0-1,0 0 0,0 0 0,0 0 0,0-1 0,0 1 1,0-1-1,0 0 0,0 0 0,0 0 0,0 0 1,0-1-1,-3-1 0,-4-5-6733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6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67 616 24575,'0'-3'0,"-1"-1"0,0 1 0,0 0 0,-1 0 0,1 0 0,0 0 0,-4-4 0,-3-9 0,0-8 0,2-1 0,0 0 0,2 0 0,-2-28 0,-1-2 0,3 27 0,1-1 0,1-34 0,2 56 0,0 0 0,1 0 0,-1 0 0,2 0 0,-1 0 0,1 0 0,0 0 0,0 1 0,1-1 0,0 1 0,0 0 0,1-1 0,-1 1 0,10-10 0,17-16 0,-23 23 0,0 0 0,1 1 0,0 0 0,1 0 0,0 1 0,0 0 0,1 0 0,0 1 0,0 0 0,0 1 0,1 0 0,12-4 0,-9 6-455,1 1 0,26 0 0,-20 1-6371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7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1 24575,'-2'1'0,"-1"0"0,1 1 0,-1-1 0,1 1 0,0 0 0,-1 0 0,1 0 0,0 0 0,-3 4 0,-3 2 0,2-3 0,-13 10 0,0 1 0,2 1 0,0 1 0,1 0 0,0 1 0,-16 27 0,28-37 0,1-1 0,0 1 0,0 0 0,1 0 0,0 1 0,0-1 0,1 0 0,1 1 0,-1-1 0,2 0 0,-1 1 0,1-1 0,0 0 0,1 0 0,0 1 0,1-1 0,4 10 0,4 7 0,1 0 0,1-1 0,1-1 0,24 32 0,-35-51 0,3 4 0,1 0 0,0 0 0,1-1 0,9 9 0,-16-16 0,0 0 0,0 0 0,0-1 0,0 1 0,0 0 0,0-1 0,0 1 0,0-1 0,0 1 0,0-1 0,1 0 0,-1 1 0,0-1 0,0 0 0,0 0 0,0 0 0,1 0 0,-1 0 0,0 0 0,2 0 0,-2-1 0,0 0 0,0 0 0,1 0 0,-1 0 0,0 0 0,0 0 0,0 0 0,0-1 0,0 1 0,0 0 0,-1 0 0,1-1 0,0 1 0,-1-1 0,1 1 0,-1-1 0,1 1 0,-1-1 0,0 1 0,1-3 0,5-55 0,-6 47 0,1 1 0,0-1 0,1 0 0,0 1 0,6-16 0,-1 5 0,-1-1 0,-1 1 0,3-44 0,-6 44 0,1 1 0,1-1 0,0 1 0,11-29 0,-15 49 0,1 0 0,-1 0 0,0 0 0,1 0 0,-1 0 0,1 0 0,-1 0 0,1 0 0,0 0 0,-1 0 0,1 0 0,0 1 0,0-1 0,-1 0 0,1 1 0,0-1 0,0 0 0,0 1 0,0-1 0,0 1 0,0-1 0,0 1 0,0 0 0,0-1 0,0 1 0,2 0 0,-2 0 0,1 0 0,0 0 0,0 1 0,0-1 0,-1 1 0,1 0 0,0 0 0,-1-1 0,1 1 0,-1 0 0,1 0 0,-1 1 0,1-1 0,1 2 0,2 3 0,1 0 0,-1 0 0,0 1 0,0 0 0,7 14 0,21 60 0,14 30 0,-27-67 32,-15-31-381,0-1 0,1 1-1,14 19 1,-12-22-6477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23:48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24575,'391'0'0,"-382"-1"0,0 0 0,0-1 0,0 1 0,0-2 0,0 1 0,15-9 0,32-7 0,185-24-1365,-224 39-5461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5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563 755 24575,'3'-1'0,"0"1"0,0-1 0,-1 0 0,1 0 0,0 0 0,-1 0 0,1 0 0,-1-1 0,1 1 0,2-3 0,20-9 0,1 8 0,1 1 0,-1 1 0,1 2 0,0 1 0,34 4 0,-33-3 0,270 40 0,-267-36 0,-3-1 0,-18-3 0,0 1 0,0 0 0,0 0 0,0 1 0,10 4 0,2 1 0,1-2 0,-1 0 0,1-1 0,0-1 0,34 1 0,-44-4 0,111 5-653,21 2 703,-18 0-50,132-8 0,-105-2 0,-140 3 0,0-1 0,-1-1 0,1-1 0,0 0 0,0 0 0,13-5 0,6-6 86,1 2 1,0 2-1,1 1 0,0 1 0,0 2 0,43 0 0,-30 5-101,-16-1-29,1 2 1,-1 0-1,62 13 0,197 35-864,-180-34 865,68 9-288,-73-6-863,173 5 1,112-23 470,-174-2 388,743 2 4671,-809 10-5160,-64-3 462,296 41-3313,-98-14 2710,16 2-82,-176-17 1083,136 2 0,-112-11-94,171 11 58,-288-19 163,-11-1 253,0 1 0,0 0 0,33 9 0,-15-2-145,0-2-1,1-2 0,0-1 1,0-3-1,46-3 0,-30 1 67,93 9 0,-89-2 283,73-3 0,51 5 824,-99 0-1295,124-7 1,56 4-2214,172 7 940,-301-13 1045,-94 3 84,77 14 0,-75-8-67,74 3 1,262-12-589,-139 0 4227,-225 0-3506,0-1 1,-1 0-1,1-2 1,-1 0 0,0 0-1,0-1 1,-1-1-1,1-1 1,-1 0 0,25-17-1,-26 16-71,1 0 0,1 1 0,-1 1 0,1 0 0,0 1 0,27-5 0,98-7 0,-50 8 0,-24-7 0,-51 11 0,0 1 0,0 1 0,27-3 0,16 4 0,75-6 0,-17 1 0,15-3 0,-71 5 0,-43 5 0,0-2 0,23-4 0,-34 5 0,0-1 0,-1 0 0,1 0 0,-1 0 0,1-1 0,-1 0 0,0 0 0,0 0 0,0-1 0,8-7 0,-1 0 0,1 1 0,1 0 0,0 1 0,25-13 0,19-11 0,-4 3 0,-41 24 0,0-1 0,0 0 0,15-13 0,-13 10 0,-1 0 0,1 1 0,22-10 0,-5 3 0,-29 14 0,17-9 0,1 0 0,1 1 0,0 1 0,31-8 0,-13 8 0,47-3 0,-25 5 0,-25 2 0,40 0 0,230 6 0,-293-2 0,0-1 0,0 0 0,0-1 0,19-6 0,-17 4 0,0 1 0,29-4 0,2 5 0,-23 3 0,46-9 0,-62 8 0,1-2 0,-1 1 0,0-1 0,0 0 0,0-1 0,-1 0 0,1 0 0,-1 0 0,8-8 0,24-14 0,-30 21 0,0-1 0,0 0 0,0-1 0,12-12 0,-19 15 0,1 1 0,-1 0 0,0-1 0,-1 1 0,1-1 0,-1 0 0,1 1 0,-1-1 0,0 0 0,0 0 0,-1 0 0,1 0 0,-1 0 0,0 0 0,0 0 0,0 0 0,-1 0 0,1 0 0,-1 0 0,0 0 0,0 1 0,0-1 0,-1 0 0,1 0 0,-1 1 0,-3-5 0,-2-5 0,-1 0 0,-1 0 0,0 1 0,-1 1 0,-17-17 0,3 3 0,15 16 0,0 0 0,0 0 0,-1 1 0,-20-14 0,-9-5 0,31 21 0,1 1 0,-1-1 0,0 1 0,0 1 0,-17-7 0,-39-8 0,40 13 0,1-1 0,0-1 0,-31-16 0,35 15 0,0 1 0,-1 0 0,0 2 0,0 0 0,-1 1 0,1 1 0,-26-1 0,-150 2 0,109 5 0,73-1 0,-1 0 0,1 2 0,0-1 0,0 2 0,1 0 0,-1 1 0,1 0 0,-17 9 0,9-7 0,1 0 0,-1-2 0,-1-1 0,1 0 0,0-2 0,-39 1 0,-99 9 0,102-7 0,-100-4 0,69-3 0,79 2 0,0-2 0,0 1 0,0-1 0,0 0 0,1-1 0,-11-4 0,9 3 0,0 1 0,-1-1 0,-19-2 0,-10 5 0,-1 1 0,0 2 0,1 1 0,0 3 0,-49 12 0,50-12 0,-1-3 0,1-1 0,-57-5 0,10 1 0,2 1 0,-94 3 0,143 2 0,-40 9 0,61-9 0,0 1 0,-20 9 0,21-8 0,0-1 0,0 0 0,-16 3 0,-171 33 0,127-20 0,45-12 0,-44 8 0,14-11 0,0-3 0,-75-4 0,31-2 0,-4 2 0,-115 3 0,155 6 0,42-4 0,-39 1 0,-618-5 0,673-1 0,-1 0 0,1 0 0,-1-1 0,1 0 0,0-1 0,-11-4 0,9 3 0,1 0 0,-1 1 0,0 1 0,-12-2 0,-228 1 0,130 5 0,12 0 0,-114-5 0,156-5 0,43 4 0,-41-2 0,-24 7 0,-66-2 0,95-7 0,-13-1 0,-11 0 0,54 5 0,-33-1 0,-838 6 0,892-2 0,-1 0 0,1 0 0,-1-1 0,1 0 0,0-1 0,-11-4 0,9 3 0,0 1 0,0 0 0,0 0 0,-11-1 0,-175-15 0,82 2 0,79 10 0,0 2 0,-45-2 0,62 7 0,1-1 0,-1 0 0,1-2 0,-1 0 0,-26-9 0,15 6 0,0 1 0,0 1 0,-1 1 0,1 2 0,-53 4 0,4 0 0,-886-3 0,931-2 0,-34-5 0,-25-2 0,-474 8 0,273 2 0,266 0 0,-36 7 0,-22 1 0,-18 0 0,-13 0 0,23-8 0,-98-4 0,113-5 0,-42-1 0,-362 10 0,457-3 0,-42-6 0,6-1 0,-92-8 0,85 9 0,-61-2 0,-177 11 0,295-2 0,1-1 0,-1 1 0,0-2 0,1 1 0,-15-7 0,13 5 0,1 0 0,-1 1 0,0 0 0,-17-1 0,-41 3 0,41 2 0,0-2 0,-49-8 0,45 5 0,0 2 0,-1 0 0,1 3 0,-1 0 0,-58 12 0,-41 2 0,-77 10 0,202-25 0,1 1 0,-1 0 0,1 0 0,-1 1 0,1 0 0,-1 0 0,1 1 0,-10 5 0,14-6 0,0 0 0,1 0 0,-1 0 0,1 0 0,0 1 0,-1-1 0,1 1 0,0 0 0,1 0 0,-1-1 0,0 1 0,1 0 0,0 0 0,0 1 0,-1-1 0,2 0 0,-1 0 0,0 1 0,1-1 0,0 0 0,-1 6 0,-6 64 0,3-54 0,2 1 0,0-1 0,2 1 0,0-1 0,4 29 0,-3-42 0,1-1 0,1 1 0,-1-1 0,1 0 0,-1 0 0,1 0 0,1 0 0,-1 0 0,5 4 0,-4-5 0,0 2 0,0-1 0,0 0 0,-1 1 0,0-1 0,0 1 0,0 0 0,2 7 0,1 34 0,-5-36 0,0-1 0,1 0 0,4 15 0,-5-21 0,1-1 0,-1 1 0,1-1 0,0 1 0,0-1 0,0 0 0,0 0 0,1 0 0,-1 0 0,1 0 0,0-1 0,0 1 0,4 2 0,-4-3 0,17 12 0,1-1 0,42 20 0,51 16 0,-103-44-195,2-1 0,-1 0 0,0-1 0,1 0 0,0-1 0,14 0 0,-7-1-6631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6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24575,'-2'0'0,"0"1"0,0-1 0,0 1 0,0 0 0,0 0 0,0 0 0,0 0 0,0 0 0,1 0 0,-1 1 0,0-1 0,1 1 0,-1-1 0,1 1 0,-1-1 0,1 1 0,0 0 0,-1 0 0,1 0 0,0-1 0,0 1 0,1 0 0,-1 0 0,0 1 0,0 2 0,-3 6 0,2-1 0,-1 1 0,-1 19 0,-5 43 0,4-46 0,2 0 0,1 0 0,1 0 0,3 35 0,-1-57 0,0 0 0,0-1 0,1 1 0,-1-1 0,1 1 0,0-1 0,0 1 0,0-1 0,1 0 0,-1 0 0,1 0 0,0 0 0,0 0 0,1-1 0,-1 0 0,1 1 0,0-1 0,0 0 0,0-1 0,0 1 0,0-1 0,0 0 0,1 0 0,-1 0 0,6 1 0,10 2 0,0-1 0,1 0 0,-1-2 0,33 0 0,-22-1 0,29 8 0,-48-6 0,-1-1 0,1-1 0,0 1 0,1-2 0,20-1 0,-31 1-39,-1 0 0,1-1 0,-1 1 0,1-1 0,-1 1 0,1-1 0,-1 1 0,1-1 0,-1 0 0,0 0 0,1 1 0,-1-1 0,0 0 0,0 0 0,1-1 0,-1 1 0,0 0 0,0 0 0,0 0 0,0-1 0,-1 1 0,1-1 0,0 1 0,-1 0 0,1-1 0,-1 1 0,1-1 0,-1 1 0,1-1 0,-1 0 0,0 1 0,0-1 0,0 1 0,0-3 0,-2-8-6787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6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24575,'-17'40'0,"12"-23"0,1 1 0,-4 34 0,6-33 0,-1-1 0,-8 31 0,4-27 0,2 0 0,0 0 0,2 0 0,0 0 0,2 0 0,0 1 0,3 22 0,-1-30 0,0 0 0,2 0 0,0-1 0,1 1 0,0 0 0,1-1 0,0 0 0,2 0 0,-1-1 0,2 0 0,11 17 0,-16-27-195,0 0 0,0 0 0,0 0 0,0 0 0,1 0 0,4 3 0,5 0-6631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7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0 24575,'-1'60'0,"-11"72"0,-3 3 0,10-90 0,2 0 0,3 69 0,2-40 0,-2-69 0,1 0 0,-1 0 0,1 0 0,1 0 0,-1 0 0,1 0 0,0-1 0,0 1 0,0 0 0,1-1 0,-1 0 0,1 1 0,0-1 0,1 0 0,-1-1 0,1 1 0,-1 0 0,1-1 0,0 0 0,0 0 0,1 0 0,-1 0 0,10 3 0,-2 0 0,0-1 0,0-1 0,0 0 0,1-1 0,0 0 0,0-1 0,-1 0 0,20 0 0,-22-2 0,-2 1 0,-1-1 0,1 0 0,0 0 0,0-1 0,0 1 0,0-2 0,0 1 0,0-1 0,-1-1 0,1 1 0,-1-1 0,1-1 0,-1 1 0,11-8 0,-14 8 0,0-1 0,-1 1 0,1-1 0,-1 1 0,0-1 0,0 0 0,0 0 0,0 0 0,-1-1 0,0 1 0,0-1 0,0 1 0,0-1 0,-1 0 0,0 0 0,0 1 0,0-1 0,0 0 0,-1 0 0,0 0 0,0 0 0,0 0 0,-1 0 0,1 0 0,-1 0 0,0 0 0,-1 1 0,1-1 0,-5-8 0,-2-7 0,-1 0 0,-1 1 0,-1 0 0,-23-30 0,-4-3 0,22 28 0,-1 1 0,-36-38 0,15 26 0,-2 2 0,-44-29 0,37 31-1365,31 24-5461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7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24575,'-1'83'0,"3"91"0,0-163 0,1 1 0,0-1 0,1 0 0,1-1 0,0 1 0,0-1 0,1 0 0,0 0 0,15 18 0,2 5 0,-18-26 0,0-1 0,0 0 0,0-1 0,1 1 0,11 7 0,19 20 0,-29-25 0,1 0 0,0-1 0,1 0 0,-1-1 0,11 6 0,20 16 0,-15-10 0,-12-10 0,0 1 0,-1 0 0,18 18 0,-27-25 0,-1 0 0,1 1 0,0-1 0,-1 0 0,1 0 0,-1 1 0,0-1 0,1 1 0,-1-1 0,0 1 0,-1-1 0,1 1 0,0 0 0,-1-1 0,0 1 0,1 0 0,-1 0 0,0-1 0,0 1 0,-1 0 0,1-1 0,-1 1 0,1 0 0,-1-1 0,-1 5 0,1-5 0,0 0 0,0 0 0,0 0 0,-1-1 0,1 1 0,0 0 0,-1-1 0,1 1 0,-1 0 0,0-1 0,1 0 0,-1 1 0,0-1 0,0 0 0,0 0 0,0 0 0,0 0 0,0 0 0,0-1 0,0 1 0,0-1 0,-1 1 0,1-1 0,0 0 0,0 0 0,0 0 0,-1 0 0,1 0 0,0 0 0,0-1 0,0 1 0,0-1 0,-1 1 0,-2-2 0,-3-1 0,0-1 0,0 1 0,1-1 0,-1-1 0,1 1 0,0-1 0,-10-9 0,11 8 3,0-1 1,1 0-1,0 0 0,0 0 0,-5-9 0,-3-6-1387,1 5-5442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7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0 272 24575,'481'0'0,"-441"-3"0,0-1 0,-1-2 0,72-22 0,-80 20 0,78-31 0,-34 10 0,-64 25 17,1-1 0,-1 0 1,-1 0-1,1-1 0,-1 0 0,18-16 0,-25 20-62,-1 1 0,0-1 0,1-1 0,-1 1 0,0 0 0,0 0 0,-1-1 0,1 1 0,0-1 0,-1 1 0,1-1 0,-1 0 0,0 0 0,0 1 0,0-1 0,0 0 0,-1 0 0,1 0 0,-1 0 0,0 0 0,0 0 0,0 0 0,0 0 0,0 0 0,-1 0 0,1 0 0,-1 0 0,0 0 0,0 0 0,0 0 0,0 1 0,-2-4 0,-4-5-6781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6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24575,'0'674'0,"9"-559"0,0 2 0,-10 452 0,2-558 0,1 1 0,-1 0 0,2-1 0,0 0 0,5 14 0,-3-11 0,-1 0 0,4 29 0,-4 15 0,-8 103 0,-3-112-3,5-41-134,0 1 1,0-1 0,1 1 0,1-1 0,0 1 0,0-1-1,0 0 1,1 1 0,2 8 0,0-5-6690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6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0 320 24575,'0'-1'0,"1"0"0,-1 1 0,0-1 0,0 0 0,1 1 0,-1-1 0,0 1 0,1-1 0,-1 1 0,0-1 0,1 0 0,-1 1 0,1 0 0,-1-1 0,1 1 0,-1-1 0,1 1 0,-1 0 0,1-1 0,0 1 0,-1 0 0,1-1 0,-1 1 0,2 0 0,20-6 0,-14 4 0,35-8 0,67-7 0,-43 9 0,65-25 0,-11 16 1,97-17-102,-127 9-452,-63 16 570,0 1-1,34-5 1,-22 8-17,1-2 0,-1-2 0,-1-2 0,0-1 0,67-32 0,-87 37 54,0 0 1,0 1 0,0 1 0,1 1 0,-1 0 0,1 2 0,0 0 0,0 2-1,0 0 1,25 3 0,-38-2-55,1 1 0,0 0 0,0 0 0,0 1 0,-1 0 0,1 0 0,8 6 0,50 34 0,-48-30 0,97 73-756,83 48 599,120 75-118,-170-114-1153,-18-10 508,94 62 907,-179-117-27,-27-18 431,0 0 1,0 2 0,-1 0-1,-1 0 1,0 2 0,-1 0-1,-1 1 1,20 30-1,-28-34-382,-1 0 0,-1 0 0,0 0 0,0 0 0,-1 1-1,-1-1 1,1 25 0,-2 5-12,-5 49 0,1-63 3,-2-1 0,-14 46 0,1-7 0,8-14 0,-3 74 0,0 0 0,8-80 0,2 60 0,2-60 0,-7 58 0,4-55 0,4-39 0,0-1 0,-1 1 0,-1 0 0,0-1 0,0 1 0,-1-1 0,-4 12 0,-18 35 0,20-42 0,0-1 0,-2 0 0,0 0 0,0 0 0,-1-1 0,0 0 0,-2-1 0,-17 20 0,14-20 0,-1-1 0,0 0 0,-1 0 0,0-2 0,0 0 0,-1 0 0,0-2 0,-1 0 0,-18 5 0,15-5 0,0 1 0,-21 10 0,-30 13 0,-61 4 0,23 2 0,-132 10 0,88-43 0,143-2 0,1 1 0,-1-1 0,-13 7 0,14-5 0,0-1 0,1 0 0,-1-1 0,-14 3 0,-142-3 0,89-3 0,28-2 0,1-2 0,-48-11 0,88 15 0,-136-35 0,106 24 0,0 3 0,-1 0 0,0 3 0,-64-4 0,-94 12-1365,177-2-5461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24575,'-9'155'0,"0"8"0,8-138 0,-7 39 0,-1 22 0,10 330 0,0-408 0,0-1 0,0 0 0,1 1 0,0-1 0,0 0 0,0 0 0,1 0 0,0 0 0,1-1 0,8 13 0,-4-7 0,1-1 0,0 0 0,1 0 0,20 16 0,-26-23 0,1 0 0,0 0 0,1-1 0,-1 0 0,0 0 0,1 0 0,0-1 0,0 0 0,0 0 0,0-1 0,0 1 0,0-1 0,0 0 0,0-1 0,0 0 0,0 0 0,1 0 0,-1 0 0,0-1 0,0 0 0,0-1 0,0 1 0,0-1 0,0 0 0,0-1 0,-1 1 0,1-1 0,-1 0 0,0-1 0,0 1 0,0-1 0,0 0 0,-1 0 0,1-1 0,-1 1 0,0-1 0,0 0 0,-1 0 0,1 0 0,-1-1 0,0 1 0,-1-1 0,1 1 0,-1-1 0,0 0 0,1-10 0,0-11 0,-1-1 0,-4-55 0,0 22 0,2 57 0,0 0 0,0 0 0,-1 0 0,1-1 0,-1 1 0,0 0 0,0 0 0,0 0 0,-1 0 0,1 0 0,-1 1 0,0-1 0,0 0 0,-1 1 0,1-1 0,-1 1 0,1 0 0,-1 0 0,0 0 0,0 0 0,-5-3 0,2 2 0,-1 1 0,0 0 0,0 0 0,0 0 0,0 1 0,-1 0 0,1 1 0,-1-1 0,1 1 0,-1 1 0,-8 0 0,2-1 0,0 1 0,0 0 0,0 1 0,1 1 0,-1 0 0,1 1 0,-15 5 0,4-5 120,23-3-144,1 0-1,-1 0 1,1 0 0,0 0-1,-1 0 1,1 0 0,0 0-1,-1-1 1,1 1 0,0 0-1,-1 0 1,1 0 0,0-1-1,0 1 1,-1 0-1,1 0 1,0-1 0,-1 1-1,1 0 1,0-1 0,0 1-1,0 0 1,0-1 0,-1 1-1,1 0 1,0-1 0,0 1-1,0 0 1,0-1 0,0 1-1,0 0 1,0-1 0,0 1-1,0 0 1,0-1 0,0 1-1,0-1 1,0 1 0,0 0-1,0-1 1,0 1 0,0 0-1,0-1 1,1 1-1,-1 0 1,0-1 0,0 1-1,0 0 1,1-1 0,-1 1-1,0 0 1,0 0 0,1-1-1,-1 1 1,0 0 0,0 0-1,1-1 1,-1 1 0,0 0-1,1 0 1,6-7-6802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8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 24575,'0'266'0,"1"-258"0,-1-1 0,1 1 0,1-1 0,-1 1 0,1-1 0,0 0 0,1 0 0,0 0 0,0 0 0,1-1 0,6 11 0,-1-5 0,0 0 0,1-1 0,0 0 0,23 18 0,-9-9 0,-9-8 0,0 0 0,0-1 0,21 11 0,-35-22 0,0 1 0,0-1 0,0 0 0,0 1 0,0-1 0,0 1 0,0-1 0,0 1 0,0 0 0,-1-1 0,1 1 0,0 0 0,0 0 0,-1-1 0,1 1 0,0 0 0,-1 0 0,1 0 0,-1 0 0,1 0 0,0 2 0,-1-3 0,-1 1 0,1 0 0,-1-1 0,1 1 0,-1-1 0,1 1 0,-1 0 0,1-1 0,-1 0 0,0 1 0,1-1 0,-1 1 0,0-1 0,0 0 0,1 1 0,-1-1 0,0 0 0,1 0 0,-1 1 0,0-1 0,-1 0 0,-52 4 0,41-3 0,-1-1 0,0 0 0,1-1 0,-19-3 0,28 3 0,0 0 0,-1-1 0,1 1 0,0-1 0,0 0 0,-1 0 0,2-1 0,-1 1 0,0-1 0,0 0 0,1 0 0,-1 0 0,-4-6 0,-84-88 0,61 58-1365,18 19-5461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8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24575,'359'0'0,"-355"0"-124,1 0 0,-1 0 0,1-1 0,-1 0 0,1 0 0,-1 0-1,0 0 1,1-1 0,-1 1 0,6-5 0,3-2-6702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8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24575,'-1'8'0,"0"0"0,-1 0 0,1 0 0,-1-1 0,-1 1 0,1-1 0,-1 1 0,-8 12 0,-37 55 0,46-72 0,-17 23 0,1 2 0,-25 53 0,36-64 0,-1-1 0,-1-1 0,0 0 0,0 0 0,-2-1 0,0 0 0,-21 21 0,29-32-76,-1-1 1,1 0-1,-1 0 0,0 0 0,0 0 0,0-1 0,0 1 0,0-1 1,0 0-1,0-1 0,0 1 0,0 0 0,0-1 0,-1 0 1,1 0-1,0-1 0,-5 0 0,-3-2-6750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19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24575,'1'1'0,"-1"-1"0,1 1 0,0-1 0,0 1 0,0-1 0,-1 1 0,1-1 0,0 1 0,-1 0 0,1-1 0,0 1 0,-1 0 0,1 0 0,-1-1 0,1 1 0,-1 0 0,0 0 0,1 0 0,-1 0 0,1 1 0,7 23 0,-6-20 0,2 11 0,-1 1 0,-1 0 0,0 0 0,0 26 0,-2-27 0,0 0 0,2 1 0,0-1 0,7 30 0,-2-24 3,-2 1 0,0 1 1,-1-1-1,0 29 0,-6 98-69,0-56-590,4 37 656,-4 138 0,-6-182-264,-2 67-90,10-96 940,1 58 152,-1-115-738,0-1 0,0 1 0,0 0 0,0 0 0,0 0 0,0 0 0,0 0 0,0 0 0,0 0 0,0 0 0,1 0 0,-1 0 0,0 0 0,1 0 0,-1 0 0,1 0 0,-1 0 0,1-1 0,-1 1 0,1 0 0,-1 0 0,1 0 0,1 0 0,-1-1 0,0-1 0,0 1 0,0-1 0,-1 1 0,1-1 0,0 0 0,0 1 0,-1-1 0,1 0 0,0 0 0,-1 0 0,1 0 0,-1 1 0,1-1 0,-1 0 0,1 0 0,0-1 0,18-52 0,4-40-1365,-19 73-5461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0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0 24575,'-1'3'0,"-1"-1"0,0 1 0,1-1 0,-1 0 0,-1 1 0,1-1 0,0 0 0,0 0 0,-1-1 0,-4 4 0,-5 4 0,-13 15 0,-1-2 0,-38 25 0,50-37 0,-1 1 0,1 1 0,1 0 0,0 1 0,-17 21 0,24-26 0,1-1 0,0 1 0,0 0 0,1 1 0,0-1 0,0 1 0,1 0 0,0 0 0,1 0 0,0 0 0,0 0 0,0 13 0,2-13 0,0 0 0,1 0 0,0 0 0,0 0 0,1 0 0,0 0 0,1 0 0,0 0 0,0-1 0,1 0 0,0 0 0,0 0 0,1 0 0,0 0 0,0-1 0,1 0 0,0 0 0,0 0 0,1-1 0,-1 0 0,13 8 0,6 2 0,0-1 0,1-1 0,53 20 0,-72-31 0,23 7 0,1-2 0,0-1 0,0-1 0,1-1 0,-1-2 0,1-2 0,36-2 0,-66 1-68,1 0 0,-1 0-1,1 0 1,-1 0 0,1 0 0,-1-1-1,1 1 1,-1-1 0,1 0 0,-1 1-1,1-1 1,-1 0 0,0-1 0,0 1-1,0 0 1,0-1 0,0 1 0,0-1-1,2-1 1,4-9-6758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0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24575,'1'1'0,"-1"-1"0,1 1 0,0-1 0,0 1 0,-1-1 0,1 1 0,0 0 0,-1-1 0,1 1 0,-1 0 0,1-1 0,-1 1 0,1 0 0,-1 0 0,1 0 0,-1-1 0,0 1 0,1 0 0,-1 0 0,0 0 0,0 0 0,0 0 0,0 1 0,4 27 0,-4-28 0,4 286 0,-6-155 0,3-55 0,2-93 0,1 0 0,1 0 0,0 0 0,14-27 0,8-25 0,-11 27 0,2 1 0,2 0 0,33-49 0,-47 79 0,7-8 0,2-1 0,-1 1 0,18-15 0,-15 16 0,-13 13 0,0 1 0,0 0 0,0 0 0,0 0 0,0 1 0,1-1 0,-1 1 0,1 0 0,-1 1 0,1-1 0,0 1 0,0 0 0,0 0 0,0 0 0,0 1 0,0-1 0,0 1 0,0 0 0,0 1 0,0 0 0,0-1 0,5 3 0,-6-2 0,0 0 0,0 0 0,0 1 0,0-1 0,0 1 0,0 0 0,-1 0 0,1 0 0,-1 1 0,1 0 0,-1-1 0,0 1 0,0 0 0,0 0 0,0 1 0,-1-1 0,1 0 0,-1 1 0,0 0 0,0 0 0,0-1 0,-1 1 0,1 0 0,-1 0 0,2 8 0,0 51 0,-5 77 0,0-91 0,3-57 0,0 0 0,1 0 0,-1 0 0,2 1 0,-1-1 0,1 1 0,7-13 0,-3 5 0,2 1 0,18-25 0,35-33 0,-55 64 0,0 1 0,0 1 0,1-1 0,0 1 0,0 1 0,0-1 0,1 1 0,0 1 0,0-1 0,16-4 0,1-2 0,-25 10 0,1 1 0,-1-1 0,1 0 0,-1 1 0,1-1 0,-1 1 0,1-1 0,0 1 0,-1 0 0,1 0 0,-1-1 0,1 1 0,0 0 0,-1 1 0,1-1 0,0 0 0,-1 0 0,1 1 0,-1-1 0,1 1 0,0-1 0,-1 1 0,1 0 0,-1-1 0,0 1 0,1 0 0,-1 0 0,0 0 0,1 0 0,-1 0 0,0 1 0,0-1 0,0 0 0,0 1 0,0-1 0,0 0 0,-1 1 0,1-1 0,0 1 0,0 2 0,3 7 0,-1 0 0,0 1 0,-1-1 0,1 21 0,-2-23 0,-1 41 0,1 13 0,0-58 0,-1-1 0,1 0 0,0 1 0,0-1 0,0 0 0,0 0 0,1 0 0,0 0 0,0 0 0,4 6 0,-6-9 0,1 0 0,-1-1 0,1 1 0,-1-1 0,1 1 0,-1-1 0,1 1 0,-1-1 0,1 1 0,-1-1 0,1 1 0,0-1 0,-1 0 0,1 1 0,0-1 0,0 0 0,-1 0 0,1 1 0,0-1 0,-1 0 0,1 0 0,0 0 0,0 0 0,0 0 0,-1 0 0,1 0 0,0 0 0,-1 0 0,1 0 0,1-1 0,0 0 0,-1 0 0,1 0 0,0 0 0,-1-1 0,1 1 0,-1 0 0,1-1 0,-1 1 0,1-1 0,-1 0 0,1-1 0,3-4 0,-1-1 0,0 0 0,-1 1 0,4-14 0,-1-7 39,3-43-1,-7 50-326,0-1-1,2 1 1,0 1-1,9-24 1,-6 26-6538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1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 24575,'3'0'0,"0"0"0,0 0 0,0 0 0,0 0 0,0 1 0,0-1 0,0 1 0,0 0 0,0 0 0,0 0 0,-1 0 0,1 1 0,0-1 0,-1 1 0,1-1 0,3 4 0,-4-2 0,0 0 0,0 0 0,0 0 0,0 1 0,0-1 0,-1 0 0,1 1 0,-1-1 0,0 1 0,0-1 0,0 1 0,-1-1 0,1 7 0,0-1 0,-1 1 0,0-1 0,-1 1 0,1 0 0,-2-1 0,0 0 0,0 1 0,0-1 0,-1 0 0,0 0 0,-1 0 0,0 0 0,-1-1 0,0 0 0,0 0 0,0 0 0,-1 0 0,-1-1 0,1 0 0,-14 12 0,12-12 0,1 0 0,-1 0 0,-1 0 0,1-1 0,-1 0 0,0-1 0,0 1 0,-1-2 0,1 0 0,-15 5 0,-67 11 0,134-21 0,0-3 0,61-11 0,-56-1 0,-39 12 0,0 1 0,0 0 0,1 0 0,17-2 0,33 0 0,142-8 0,-175 12 0,38-7 0,18 0 0,-75 8 0,-4 0 0,0 0 0,0 0 0,0 0 0,-1-1 0,1 1 0,0-1 0,0 0 0,-1 0 0,6-2 0,-9 2-38,0 0 1,1 0-1,-1 1 0,0-1 0,0 0 1,0 0-1,0 0 0,0 1 0,0-1 1,0 0-1,0 0 0,0 0 0,0 1 1,-1-1-1,1 0 0,0 0 0,0 1 1,-1-1-1,1 0 0,-1 1 0,1-1 1,0 0-1,-1 1 0,1-1 0,-1 0 1,0 1-1,1-1 0,-1 1 0,0-1 0,0 0-194,-7-8-6594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2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1 24575,'-2'0'0,"-1"0"0,1 1 0,-1 0 0,1-1 0,0 1 0,-1 0 0,1 0 0,0 1 0,-1-1 0,1 0 0,0 1 0,0-1 0,0 1 0,0 0 0,1 0 0,-1-1 0,0 1 0,1 0 0,-1 1 0,-1 2 0,-3 4 0,1 1 0,0 0 0,-4 12 0,-5 20 0,10-29 0,0 1 0,-1-1 0,-1 0 0,-9 16 0,6-12 0,0 1 0,1 0 0,1 0 0,0 1 0,2 0 0,0 0 0,1 1 0,1-1 0,1 1 0,1-1 0,0 1 0,2 0 0,3 26 0,-4-45 0,0 1 0,0-1 0,0 1 0,0-1 0,1 1 0,-1-1 0,0 1 0,1-1 0,-1 0 0,1 1 0,0-1 0,-1 1 0,1-1 0,0 0 0,0 0 0,0 1 0,0-1 0,0 0 0,0 0 0,0 0 0,0 0 0,0 0 0,1 0 0,-1 0 0,0-1 0,1 1 0,-1 0 0,0-1 0,1 1 0,-1-1 0,1 1 0,-1-1 0,1 0 0,-1 0 0,1 1 0,-1-1 0,1 0 0,-1-1 0,1 1 0,2 0 0,-2-1 0,1 0 0,-1 0 0,0 0 0,1 0 0,-1-1 0,0 1 0,0-1 0,0 1 0,0-1 0,0 0 0,0 0 0,0 0 0,0 0 0,-1 0 0,1 0 0,-1-1 0,1 1 0,-1 0 0,0-1 0,0 1 0,0-1 0,-1 1 0,2-4 0,1-20 1,-1-1-1,-1 0 1,-3-34-1,0 5-1367,2 37-5459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2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37 24575,'-2'0'0,"1"1"0,-1-1 0,0 1 0,0-1 0,1 1 0,-1 0 0,0 0 0,1-1 0,-1 1 0,1 0 0,-1 0 0,1 1 0,0-1 0,-1 0 0,1 0 0,0 1 0,0-1 0,0 1 0,0-1 0,0 1 0,0-1 0,0 1 0,-1 2 0,-16 48 0,11-30 0,0-8 0,0 1 0,-1-1 0,-15 19 0,17-25 0,0 1 0,0-1 0,0 1 0,1 0 0,1 0 0,0 1 0,0-1 0,1 1 0,0 0 0,0 0 0,0 11 0,1-9 0,2 0 0,-1 0 0,2 0 0,0 0 0,0 0 0,4 14 0,-5-23 0,2 0 0,-1 0 0,0 0 0,1 1 0,-1-1 0,1 0 0,0-1 0,0 1 0,0 0 0,0 0 0,1-1 0,-1 0 0,1 1 0,-1-1 0,1 0 0,0 0 0,0 0 0,0-1 0,0 1 0,0-1 0,0 1 0,1-1 0,-1 0 0,0 0 0,1-1 0,3 1 0,6 1 0,0 0 0,0-2 0,0 0 0,0 0 0,0-1 0,15-3 0,-22 2 0,1 1 0,0-1 0,-1-1 0,1 1 0,-1-1 0,0 0 0,0-1 0,0 1 0,-1-1 0,1 0 0,-1-1 0,0 1 0,6-8 0,-6 6 0,0 0 0,0-1 0,-1 0 0,0 0 0,0 0 0,-1 0 0,1-1 0,-2 1 0,4-13 0,-3 2 0,-1 1 0,-1-1 0,-1-24 0,0 30 0,-1-18 0,-6-48 0,5 69 0,0 0 0,0 1 0,0-1 0,-1 1 0,-1 0 0,1 0 0,-1 0 0,-1 0 0,1 0 0,-8-7 0,9 11 7,-1 0-1,0 0 0,0 1 0,-1-1 1,1 1-1,-1 0 0,0 0 1,1 0-1,-1 1 0,0 0 1,-1 0-1,1 0 0,0 1 0,0-1 1,-1 1-1,1 1 0,-1-1 1,-7 1-1,4 0-141,0 1 0,0 0 0,1 0 0,-1 1 0,0 1 0,1-1 0,-1 1 0,1 1 0,0-1 0,-12 8 0,7-2-6691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3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24575,'3'0'0,"6"0"0,6 0 0,-1-3 0,1 0 0,1-1 0,-2-5 0,1-1 0,3 1 0,0 2 0,0 2 0,4 2 0,0 2 0,-3-2 0,-2-1 0,-4 0-8191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4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4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24575,'6'0'0,"2"0"-8191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4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24575,'0'6'0,"3"2"0,1 0-8191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5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24575,'0'-3'0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5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532 1 24575,'-36'40'0,"29"-31"0,0 0 0,-1-1 0,0 1 0,-1-1 0,0-1 0,0 0 0,-15 9 0,-1-1 0,0 2 0,1 0 0,1 1 0,-21 23 0,-39 42 0,8-5 0,48-42-34,-8 8 155,33-42-212,0 0 1,0 0-1,0 0 0,-1 0 0,1-1 1,0 1-1,-1-1 0,1 1 0,-1-1 1,0 0-1,0 0 0,1 0 0,-1 0 0,0-1 1,-3 1-1,-5-1-6735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6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24575,'5'2'0,"-1"-1"0,0 1 0,0-1 0,0 1 0,0 0 0,0 1 0,0-1 0,0 1 0,-1 0 0,6 5 0,7 5 0,42 21 0,-34-22 0,39 30 0,-44-28 0,35 19 0,-34-23 0,-2 1 0,26 20 0,63 45 0,-95-66 0,8 6 0,0 0 0,1-1 0,28 14 0,-37-25 0,1 0 0,0-1 0,0-1 0,1 0 0,-1 0 0,0-2 0,0 1 0,1-2 0,-1 0 0,0 0 0,1-2 0,-1 1 0,15-6 0,-14 2-1365,-4-1-5461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29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30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32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615 825 24575,'-25'1'0,"-37"7"0,-19 1 0,59-8 0,7 0 0,1 0 0,-1-1 0,1-1 0,-1 0 0,1-1 0,-1 0 0,1-1 0,0-1 0,-21-8 0,14 1 0,0 0 0,1-2 0,0 0 0,1-1 0,0-1 0,-18-20 0,27 25 0,1 1 0,0-1 0,0 0 0,1-1 0,1 0 0,0 0 0,0-1 0,1 0 0,1 0 0,0 0 0,0-1 0,1 1 0,1-1 0,0 0 0,1 0 0,-1-26 0,2 16 0,2 0 0,1 1 0,5-27 0,-5 41 0,0 0 0,1 0 0,0 0 0,0 0 0,1 1 0,0 0 0,0-1 0,0 2 0,1-1 0,0 0 0,1 1 0,6-6 0,21-25 0,-27 29 0,0 1 0,1 0 0,0 0 0,0 0 0,12-8 0,-9 8 0,109-64 0,-102 63 0,1 0 0,0 1 0,0 1 0,1 1 0,23-4 0,-22 5 0,35-12 0,-36 9 0,40-7 0,21 4 0,125 3 0,-155 6 0,-16 0 0,1 2 0,45 6 0,-70-6 0,0 1 0,0 1 0,0 0 0,0 0 0,-1 1 0,1 0 0,-1 1 0,0 0 0,0 1 0,0 0 0,-1 0 0,9 9 0,9 9 0,-15-15 0,0 1 0,-1 1 0,0 0 0,-1 1 0,10 15 0,9 19 0,-18-31 0,0 0 0,-2 1 0,0 0 0,12 33 0,-1 3 0,-14-41 0,-1 1 0,0 0 0,0 1 0,-1-1 0,2 16 0,-4-15 0,-1 1 0,0-1 0,-1 0 0,-1 0 0,0 0 0,-3 13 0,3-19 0,-1 0 0,1 0 0,-1 0 0,0 0 0,-1-1 0,1 1 0,-1-1 0,-1 0 0,1 0 0,-1 0 0,0-1 0,-7 6 0,-27 26 0,32-29 0,0-1 0,-1 1 0,0-2 0,0 1 0,-1-1 0,-10 6 0,-78 51 0,-83 18 0,157-72 0,-45 10 0,47-14 0,1 0 0,1 2 0,-25 10 0,30-10-97,0-1-1,0 0 1,-1-1-1,1-1 1,-1 0-1,0-1 1,-1 0-1,1-1 1,0-1-1,-1-1 1,1 0-1,0-1 0,-18-3 1,18 0-6729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2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2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24575,'17'1'0,"0"1"0,0 1 0,0 1 0,0 0 0,17 8 0,37 8 0,32 4 0,-72-10-1365,-18-6-5461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2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24575,'0'6'0,"3"2"0,1 3 0,3-1 0,0 1 0,-1-1-8191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3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24575,'-6'0'0,"-2"0"-8191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3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24575,'5'1'0,"-1"1"0,0-1 0,0 1 0,0-1 0,0 1 0,0 0 0,0 1 0,5 3 0,8 4 0,6 0 13,0-1-1,0-1 1,1-1-1,34 5 1,101 6-455,-102-13-421,356 3-868,-251-9-798,163 1 1007,779-11-5420,-800 5 6890,174-9-262,167-6-422,-541 20 708,200-7 223,115-1 118,620 10 2014,-795 11 1704,-161-6-2958,3 2-255,80 1 458,-129-7 6,35 5 0,36 2 1217,288-10-2499,-393 1-151,1 0-1,-1 0 0,1 0 0,-1-1 1,1 1-1,-1-1 0,1 0 1,4-2-1,5-5-6674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6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 0 24575,'-16'10'0,"0"0"0,1 1 0,1 0 0,-17 17 0,14-12 0,-1-1 0,-21 14 0,-63 45 0,90-65 0,1 0 0,0 1 0,0 0 0,-10 13 0,-8 8 0,19-20 0,2 1 0,-1 0 0,1 0 0,1 1 0,1-1 0,-1 1 0,-7 26 0,10-16 0,1-1 0,0 2 0,2-1 0,1 0 0,3 30 0,-1 9 0,-3-15 0,1-17 0,4 50 0,-3-70 0,1 0 0,0-1 0,1 1 0,0-1 0,1 1 0,-1-1 0,2 0 0,-1 0 0,7 8 0,14 22 0,-18-27 0,1 1 0,0-2 0,1 1 0,10 10 0,-11-16 0,0 1 0,0-2 0,1 1 0,0-1 0,0 0 0,0-1 0,0 0 0,1 0 0,0-1 0,0-1 0,0 1 0,0-2 0,0 1 0,0-1 0,0-1 0,1 0 0,13-2 0,-1 0 0,0-1 0,0-2 0,-1 0 0,0-1 0,0-1 0,38-19 0,-53 22 0,1 0 0,0-1 0,-1 0 0,0 0 0,0 0 0,-1-1 0,1 0 0,-1-1 0,-1 1 0,8-11 0,-10 12 0,0 0 0,0 0 0,-1-1 0,0 1 0,0-1 0,0 1 0,-1-1 0,0 0 0,0 0 0,0 1 0,-1-1 0,0 0 0,0 0 0,0 0 0,-1 0 0,-2-8 0,1 4 0,-1 0 0,0 1 0,-1-1 0,0 1 0,-1 0 0,1 0 0,-2 0 0,1 1 0,-1 0 0,-1 0 0,0 0 0,0 1 0,0 0 0,-1 0 0,0 1 0,0 0 0,0 0 0,-1 1 0,0 0 0,0 1 0,0 0 0,-1 0 0,1 1 0,-1 0 0,0 1 0,0 0 0,0 0 0,0 1 0,-12 0 0,-42 2-1365,46-1-5461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6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1 24575,'0'296'0,"1"-286"0,0 0 0,1-1 0,1 1 0,-1-1 0,1 0 0,1 0 0,0 0 0,0 0 0,7 10 0,7 15 0,-13-25 0,0 0 0,1-1 0,0 1 0,1-1 0,0-1 0,0 1 0,1-1 0,0 0 0,0-1 0,1 0 0,-1 0 0,1-1 0,1 0 0,-1-1 0,1 0 0,-1 0 0,1-1 0,0 0 0,20 2 0,-21-3 0,1-2 0,-1 1 0,1-2 0,-1 1 0,0-1 0,1 0 0,14-5 0,64-24 0,-58 18 0,-25 10 0,0 0 0,0 0 0,0-1 0,-1 0 0,1 0 0,-1-1 0,1 1 0,-1-1 0,0 0 0,0 0 0,-1 0 0,1 0 0,-1-1 0,0 1 0,0-1 0,-1 0 0,1 0 0,3-10 0,-4 6 0,1-1 0,-2 1 0,1-1 0,-1 1 0,0-1 0,-1 0 0,0 1 0,-1-1 0,0 0 0,-3-9 0,3 14 0,-1 0 0,0 0 0,0 0 0,-1 0 0,1 1 0,-1-1 0,0 1 0,0 0 0,-1 0 0,1 0 0,-8-7 0,-53-37 0,39 30 0,7 6 14,0 1-1,0 1 0,-1 1 0,0 0 1,-1 1-1,0 1 0,0 1 1,-30-5-1,1 4-508,-1 2 0,-70 2 0,101 3-6331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7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0 24575,'-1'3'0,"0"0"0,1 0 0,-1 0 0,0-1 0,-1 1 0,1 0 0,0-1 0,-4 5 0,-3 9 0,3 1 0,1 0 0,0 0 0,2 1 0,0-1 0,1 34 0,1-29 0,-1 0 0,-6 36 0,5-50 0,0 0 0,-1 0 0,0 0 0,0-1 0,-1 1 0,1-1 0,-2 0 0,1 0 0,-1 0 0,0-1 0,-6 7 0,-5 3 0,-1-1 0,0 0 0,-1-2 0,-1 0 0,-21 11 0,31-19 0,-1 0 0,0 0 0,0-1 0,0-1 0,0 0 0,-1 0 0,1-1 0,-1-1 0,0 1 0,0-2 0,1 1 0,-20-3 0,27 1-105,0 1 0,0-1 0,0 0 0,0 0 0,0 0 0,0-1 0,0 1 0,0-1 0,0 1 0,1-1 0,-1 0 0,-3-4 0,-4-4-6721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7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24575,'58'51'-202,"2"-2"0,3-2-1,115 63 1,-140-87 202,261 140 0,-271-151 0,15 9 0,2-2 0,0-2 0,56 13 0,-84-27 40,0 1 0,-1 1 0,1 0 0,17 10-1,-33-15-89,0 1 0,0-1-1,0 1 1,0-1-1,0 1 1,1-1-1,-1 1 1,0-1 0,0 0-1,0 0 1,0 0-1,0 0 1,1 0 0,-1 0-1,0 0 1,1 0-1,4-3-6673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7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0 24575,'-9'19'0,"-11"41"0,16-44 0,-1 1 0,-1-1 0,-1 0 0,-8 15 0,7-17 0,2 1 0,-1 0 0,2 0 0,0 1 0,-4 19 0,2 3 0,-2 42 0,5-33 0,3 0 0,6 77 0,-4-118 0,1-1 0,-1 0 0,1 1 0,0-1 0,1 0 0,-1 0 0,1 0 0,0 0 0,0-1 0,1 1 0,-1-1 0,1 0 0,0 0 0,0 0 0,1 0 0,-1-1 0,1 0 0,-1 0 0,1 0 0,0 0 0,0-1 0,9 3 0,-5-1 0,1-1 0,0 0 0,-1-1 0,1 0 0,0-1 0,0 0 0,1 0 0,-1-1 0,0-1 0,0 0 0,17-3 0,60-27-1283,-86 31 1201,16-7-6744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8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24575,'0'30'0,"-1"30"0,13 99 0,-9-142 0,2 0 0,0 0 0,1 0 0,0-1 0,1 0 0,16 26 0,48 77 0,-67-113 0,1 1 0,-1-1 0,1 0 0,1 0 0,-1-1 0,1 0 0,0 0 0,0 0 0,1 0 0,-1-1 0,1 0 0,0-1 0,0 1 0,0-1 0,0-1 0,1 1 0,-1-1 0,15 2 0,-18-4 0,-1 1 0,1 0 0,-1-1 0,0 0 0,1 0 0,-1 0 0,1 0 0,-1-1 0,1 1 0,-1-1 0,0 0 0,1 0 0,-1 0 0,0 0 0,0-1 0,0 1 0,0-1 0,0 0 0,0 0 0,0 0 0,0 0 0,-1 0 0,1-1 0,-1 1 0,0-1 0,0 1 0,0-1 0,0 0 0,0 0 0,0 0 0,-1 0 0,1 0 0,-1-1 0,0 1 0,0 0 0,0-1 0,-1 1 0,1-6 0,2-20 0,-2 1 0,0-1 0,-2 1 0,-6-33 0,4 50 0,-1-1 0,0 1 0,-1-1 0,0 1 0,0 1 0,-2-1 0,-10-14 0,-1-3 0,12 18 0,-1 1 0,-1 0 0,0 1 0,0 0 0,0 0 0,-1 0 0,-1 1 0,1 1 0,-1 0 0,0 0 0,0 0 0,-1 2 0,1-1 0,-21-5 0,26 10 0,0-1 0,0 1 0,0-1 0,-1 1 0,1 1 0,0-1 0,0 1 0,-1 0 0,1 0 0,0 0 0,0 1 0,0 0 0,0 0 0,1 0 0,-1 1 0,1-1 0,-1 1 0,1 0 0,0 1 0,0-1 0,0 1 0,0-1 0,1 1 0,-1 0 0,1 1 0,0-1 0,0 0 0,-2 6 0,5-9-52,-1 0-1,1 0 1,0 0-1,0 0 1,-1 0-1,1-1 1,0 1-1,0 0 1,0 0-1,0 0 1,0 0-1,0 0 1,0 0-1,0 0 1,1-1-1,-1 1 1,0 0-1,0 0 1,1 0-1,-1 0 0,1 0 1,-1-1-1,1 1 1,-1 0-1,2 1 1,7 6-6774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8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24575,'520'0'0,"-491"-1"31,0-2 0,0-2-1,46-12 1,29-6-1519,-88 21-5338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48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24575,'13'0'0,"0"0"0,0 1 0,1 0 0,-1 1 0,-1 1 0,1 0 0,21 8 0,-21-6 0,0-2 0,0 1 0,1-2 0,-1 0 0,21 1 0,72-5 0,-36-1 0,6 4-81,-10 0-166,123-13 0,-144 7 247,63 1 0,-63 4 0,63-9 0,-31 1-1269,-69 8-5078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2:50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7624 5292 24575,'-10'1'0,"1"0"0,-1 1 0,1 0 0,0 0 0,0 1 0,0 1 0,0-1 0,-10 7 0,-37 12 0,-78 8 0,75-18 0,-69 23 0,-71 17 0,197-52 0,-98 25-147,43-10-76,-94 12 1,-50-9 222,105-11-251,-129 3-667,-145-9-373,-255-3-1557,287-27 1064,191 13 1274,-378-5 38,273 16 399,86-3 807,-90-1 488,124 1-1222,24 0 0,70 4 287,0-1-1,-48-12 1,-32-5 249,74 17-520,0-1 0,0-2 0,1-2 1,-71-26-1,-15-8 1077,86 31-1142,-66-29 1,-111-49 48,-3-4-108,-118-56 113,-112-67-104,296 131 99,112 62 494,2-2 1,-72-56-1,89 61 675,13 12-704,0-1 0,1 0 0,-18-24 0,22 25-465,-4-5 0,1 0 0,1 0 0,0-2 0,1 1 0,-14-35 0,11 19 0,-20-37 0,-9-24 0,25 55 0,-2 0 0,-38-59 0,32 57 0,-35-75 0,35 61-157,-46-73 0,37 72-345,-25-61-1,29 44 157,3-2-1,-18-86 1,30 108 346,8 36 0,2 0 0,0-1 0,1 1 0,-1-19 0,2-13 0,2 1 0,2 0 0,2 0 0,2 0 0,2 0 0,17-54 0,26-20-11,-17 45 153,-23 54-136,0 1 1,2 0 0,29-36 0,-22 30-8,20-33 1,95-152 212,-17 29-41,-94 141-171,1-2 0,2 0 0,53-63 0,-19 28 0,-40 50 0,34-38 0,35-24 0,-63 63-169,47-38 0,-13 13 17,6-4-28,113-72 1,-173 124 178,157-90-960,-34 23 298,40-20 663,-137 76 0,94-43 0,24-13 0,-55 27 0,133-43 0,-197 76 0,346-131 0,-29 35 0,-278 92-80,1 4 1,76-4 0,-31 4 21,-30-4 58,-59 9 0,0 2 0,38-2 0,215 6 0,-125 3 0,1 8 0,-58-2 0,232 24-39,-140 3-159,-48-17 41,-37-7-184,154 38 1,28 17-519,-133-32 521,138 45-128,-238-63 432,551 186-97,-232-34 184,-237-87 74,-127-74-54,36 24 262,-2 3-1,45 44 0,-61-48-334,-1 1 0,-1 1 0,-2 1 0,-2 1 0,24 46 0,-21-22 0,-2 0 0,27 107 0,-37-107 0,10 118 0,-14-87 0,-4-9 0,-4-53 0,1-1 0,1 1 0,7 26 0,4 18-50,-2 0 0,2 111 0,-5-54 178,16 171 751,-9-187-944,-8-57 62,3 64 0,-10 212-110,-3-145 117,-1-125-4,-20 110 0,19-150 0,0-2 4,-1-1 0,-1 0 0,-1 0 0,-10 18 0,-13 35 1385,19-40-1389,-2 0 0,-1-2 0,-20 33 0,-60 78 0,72-109 0,-10 10 76,-69 69 1,-6 4 26,-17 18-103,81-91 0,-56 72 0,-41 51 0,17-22 0,102-115 226,-38 46 792,-22 25-263,66-81-68,-20 32 0,11-14-167,-4 8-1885,21-31-5461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3:17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13928 8199 24575,'-11'0'0,"-6"-1"0,0 1 0,0 0 0,0 2 0,-1 0 0,1 0 0,0 2 0,1 0 0,-1 1 0,-16 7 0,22-7 0,0 0 0,1 1 0,0 0 0,0 1 0,1 0 0,-1 0 0,1 1 0,1 1 0,-12 13 0,9-10-15,0-1-1,-1 0 0,-1-1 0,0 0 1,0 0-1,0-2 0,-1 0 0,-1 0 1,1-1-1,-1-1 0,-1-1 1,1 0-1,-1-1 0,-24 4 0,-20-1-92,-1-2-1,-94-6 0,73 0 79,-815 1-1121,865 2 1587,-35 5-1,-31 2 437,84-8-872,0 1 0,0 0 0,0 1 0,-20 7 0,19-5 0,0-1 0,0-1 0,-25 3 0,5-5 0,-83 8 0,40-2-310,-140-6 0,103-3 116,-384-31-907,359 19 413,-193-31-3317,189 23 4195,-169-4 1,225 25-19,-22 0-154,37-8 2860,42 5-1421,-35-2-1,-82 7-1279,52 1-108,-1181-2-3351,1161 9 3413,-3 0 419,-64-7 2193,-180-5-3063,63-35-2090,165 21 1113,-174 1 0,88 7-114,-221 4 501,62 3 708,257-6 257,-52-2 39,-281 11 7369,445-2-7450,1-1 1,-1 0-1,0 0 1,1-1-1,-1-1 1,-9-4-1,-27-8-14,-144-16-8,132 24-86,38 4-90,1-1 0,-24-8 0,-28-8 218,-277-31-33,256 32-730,43 9 454,-1 1-1,-94-5 1,103 13 245,-68-13 1,21 2 861,70 9-543,1 0 0,-1-1 0,1-1-1,-27-13 1,-26-8-312,38 16 24,-31-15 0,37 13 0,-57-17 0,-150-40-624,-4 7 624,178 46 0,-87-11 0,84 17 0,-76-22 0,46 11 164,75 19-113,0 0 1,1-2-1,-1 0 0,1 0 0,0-2 0,0 0 0,1-1 0,-19-12 0,-148-100-51,-88-60 0,264 176 0,-123-87 0,107 73 0,1-1 0,1-1 0,-27-33 0,44 47 0,0 0 0,0 0 0,1 0 0,-4-14 0,-6-9 0,3 7 0,-13-41 0,16 40 0,-19-40 0,-54-82 0,-7 12 0,68 103-153,-47-56 0,41 56 15,-31-49-1,-13-17-75,17 25-61,-75-143 743,111 180-279,2 0-1,-10-37 1,18 52-151,0-3-38,2 1 0,1 0 0,-2-42 0,-1-9 0,-1-10 0,6-134 0,3 99 0,0-72-39,-5-197-647,-14 131-925,9 159 1304,-2-70-401,9 140 708,-2 0 0,-11-47 0,8 46 0,1-1 0,-1-32 0,7-272-119,6 272 877,20-84 0,-19 105-639,-1 14-119,1 0 0,14-30 0,-11 27 0,11-35 0,-14 33 414,1 1 1,24-51-1,-13 36-181,19-67 0,-34 94-107,-2 9-126,1 0 0,0 0 0,0 1 0,0-1 0,7-6 0,-5 7 0,-1-1 0,0 0 0,-1 0 0,6-14 0,8-22 0,2 1 0,2 2 0,29-44 0,-35 58 0,15-23 0,38-48 0,-60 86 0,0-1 0,11-24 0,15-23 0,92-107-544,-100 132 497,49-49 0,-29 35-1141,33-41 847,153-156-132,-213 229 473,40-25 0,12-10 0,-37 24-435,1 1-1,42-21 1,35-26 9,98-60 1265,-179 116-765,114-84 1847,-49 32-437,14-22-1430,-66 54-54,5-2 0,-6 11 0,53-30 0,-39 25 0,-41 23 0,1 1 0,0 0 0,33-11 0,26-10 30,-50 20-335,52-16-1,184-46 190,-206 59-506,85-11-1,-87 18 656,100-28-1,-96 19-32,100-13 0,5-1 0,153-36-2276,-290 61 2263,50-17 0,14-3 568,190-16 2176,-251 39-2377,36 2-1,-39 1-260,47-4 0,-7-14-93,-52 13 0,0 0 0,0 0 0,26-2 0,256 8-592,-74 17-1555,-69-5 896,52 19 28,-40-4 1295,125-4-747,-52-6 175,-129-4 500,52 4 0,3-10-45,135 1-65,986-10 2122,-1160 11-2030,-62-4 343,66 9 1213,-115-14-1056,-1 1 0,0 0-1,0 1 1,25 10 0,-6-2-310,40 9-136,-37-11-37,49 20-1,-51-17 2,41 10 0,-3-1 0,67 23-613,-81-25 537,64 14 0,20 5 106,53 9-30,-164-42 0,75 25-20,-1 1 0,-30-21 20,-56-10 20,1 2 1,-1 0-1,0 1 1,0 1-1,22 9 0,-22-7 205,1 0 0,31 7 0,10 2-247,58 13 22,-109-25 0,0-1 0,-1 1 0,18 10 0,-17-8 0,0-1 0,22 8 0,122 26 0,-137-34 0,-1 1 0,0 0 0,19 11 0,35 13 0,25 3-207,-53-17 37,48 12-1,-53-18 171,59 26 0,-59-21 0,55 15 0,-60-22 0,0 2 0,0 1 0,46 22 0,-28-13 118,-44-19-93,1 1 1,-1 0-1,1 0 0,-1 1 1,0 0-1,0 0 0,0 0 1,0 1-1,-1 0 0,1 0 0,-1 0 1,0 1-1,0-1 0,-1 1 1,1 0-1,4 8 0,7 18-25,-1-2 0,33 48 0,-30-53 0,155 198 0,31 50-596,-167-226 596,-23-29 0,21 32 0,39 60 0,-36-56-28,-27-38 28,0 0 0,0 1 0,13 28 0,3 13 489,-18-42-472,-1 0 0,-1 1 0,-1 0 0,0 0 0,-1 1 0,-1 0-1,3 20 1,11 160-17,-1-65 0,-12-114 0,0 0 0,11 26 0,8 29 0,-5 5-350,46 121-1,8 6 105,-48-135 246,-15-40 0,21 45 0,-8-25-21,23 74-1,-6-15-606,-30-77 628,0 1 0,-2 1 0,6 47 0,0 3 0,1-30-55,-10-40 32,0 0 0,-2 0 0,4 22 0,45 314 23,-14-218 0,-13-53 0,-7-26-37,26 55 0,-5-16 5,-20-50-27,2 0 0,36 51 0,-11-18 8,67 96 51,-27-46-22,-47-74-7,-22-29 108,23 36 0,-14-16 495,-19-32-456,0 0 0,0 1 0,-1 0 1,-1 0-1,0 0 0,0 0 0,-1 1 0,-1 0 1,0 0-1,0 0 0,0 16 0,-3-19-118,2 33 0,-7 82 0,-12-58 0,12-52 0,1 1 0,1 0 0,-4 28 0,7 141 0,1-83 0,0-80 0,2 0 0,0-1 0,10 36 0,4 21 0,-9-21 0,1 86 0,-8 12 0,-3 130 0,-7-218 0,5-42 0,-1 39 0,6 682-1365,-1-725-5461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7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8689 2204 24575,'-2'2'0,"-1"0"0,1-1 0,-1 1 0,0 0 0,0-1 0,0 0 0,0 1 0,0-1 0,0 0 0,0-1 0,-1 1 0,1-1 0,-4 1 0,-48 0 0,37-1 0,-620-1-708,510-8 725,7 0-218,-309-11-2713,147 8 2025,208 10 1034,-101-5-2211,-125-2 2093,225 10-27,17 1 0,0-3 0,-103-14 0,98 5 38,-109-4 0,-68 15 89,86 2-90,-109-5-217,-278 4-1757,396 6 1944,-58 1-8,9 0 1,-7-1 0,-124 4 947,-64-6-947,223-8 0,105-2 384,1-2 0,0-3-1,-65-18 1,-62-9 346,123 23-743,-80-24 1,22 3 1,-4-1 11,-33-8 0,103 29 0,-53-21 0,-26-7 0,14 5-110,-22-5-32,26 11 603,-141-57 1,252 85-504,-90-29 42,54 19 0,0-2 0,-43-22 0,16 6 134,-12-6 537,6-3-613,39 21 765,-51-33-1,35 18 766,30 20-1309,-31-25 1,-69-73-280,118 106 0,0 0 0,0-1 0,1 1 0,-1-1 0,2-1 0,-1 1 0,1 0 0,0-1 0,1 1 0,-1-1 0,2 0 0,-1 0 0,0-14 0,1 16 0,1 0 0,0 0 0,0-1 0,1 1 0,0 0 0,0 0 0,1 0 0,-1 0 0,1 0 0,0 0 0,1 1 0,-1-1 0,1 1 0,1-1 0,-1 1 0,1 0 0,-1 0 0,6-4 0,146-124 0,-98 83 0,-26 22 0,57-39 0,-36 33-412,172-101 34,-23 18 326,-99 55 33,-70 43 19,-10 4 0,1 2 0,0 1 0,32-11 0,43-18 301,-67 27-135,0 1 0,42-11 0,12-3-98,-58 18-70,0 0 0,47-7 0,-66 14 2,104-13 0,148-2 0,-248 16 0,1 0 0,-1-1 0,0 0 0,22-8 0,-19 5 0,0 1 0,28-3 0,264 4-421,-157 5 280,686-2-1243,-700 8 1384,-11 1 0,41 1 0,-64-3 0,116 10 0,-68 7 0,-99-14 0,100 7 0,178 12 0,-290-25 0,110 19-802,30 3-240,139-6 1042,-27 16 0,-285-35 0,138 15-1729,240-2 1,-320-14 1728,278 10 2,-1-4 562,-64-5 1058,-236 2-1198,-1 2 1,0 1-1,61 18 1,108 22 1225,-186-39-1650,9 2 0,0 2 0,30 14 0,-49-19 35,6 3 256,-1 0 1,0 2-1,25 18 1,100 84 218,-80-58-510,68 55 0,-77-69 0,74 61 0,-47-39 0,-7-8 0,-59-42 0,44 43 0,-54-51 0,-1 1 0,0-1 0,0 1 0,0 0 0,-1 1 0,1-1 0,-2 0 0,1 1 0,2 8 0,0 5 0,16 35 0,-13-38 0,-2-1 0,0 1 0,4 21 0,-2 21 0,-2 0 0,-3 78 0,-4-129 0,0 1 0,-1 0 0,0 0 0,0-1 0,-1 1 0,0-1 0,0 1 0,-1-1 0,0 0 0,0-1 0,-8 11 0,-9 10 0,-38 39 0,50-57 0,-14 12 0,-39 30 0,-2 1 0,53-44 0,-1 0 0,1-1 0,-1-1 0,0 0 0,-17 7 0,0 1 0,12-7 0,0 2 0,1-2 0,-2 0 0,1-1 0,-22 5 0,-168 51 0,152-53 3,0-2-1,-58 0 1,0 0-148,38 1-550,-100 6 706,145-13-11,1 1 0,-38 9 0,38-6 0,-1-1 0,-39 1 0,-51 2 0,-10 1 0,-87 3 0,-114-6 836,190-8-851,124 2 15,0-1 0,-1-1 0,1-1 0,1 0 0,-27-9 0,7 3 0,-1 2 0,0 1 0,-43-1 0,-5 1 0,-148-6 0,116 3 0,2 1 0,-308 8 0,409-1 0,1 0 0,0-1 0,0-1 0,-21-7 0,19 6 0,1 0 0,-1 0 0,-24-1 0,-157-11 0,-74-2 0,145 9 0,3 1 0,-520 8 0,629 0 0,0-2 0,0 0 0,0-1 0,-21-7 0,19 6 0,1 0 0,-1 1 0,-24-3 0,31 6 0,-38-2 0,0-1 0,-66-14 0,28 2 0,57 11 0,-1-1 0,-41-13 0,15 2 0,-1 2 0,-84-10 0,67 13 0,43 7 0,11 2 0,1-1 0,-26-8 0,6 0 0,-2 2 0,-73-7 0,71 11 0,0-1 0,-53-15 0,76 14 0,0-1 0,-33-20 0,8 4 0,8 4 0,1-2 0,-48-41 0,35 25 0,-170-130 0,170 137 0,18 12 0,1 0 0,-35-33 0,60 48 0,0 1 0,1-1 0,-1 0 0,1 0 0,0 0 0,0 0 0,0-1 0,1 1 0,-1 0 0,1-1 0,0 1 0,0-1 0,1 1 0,-1-6 0,1-13 0,2-37 0,0 23 0,-1-323 0,-1 354 0,1 0 0,0 1 0,0-1 0,0 1 0,0-1 0,1 1 0,0-1 0,0 1 0,1 0 0,0 0 0,0 0 0,0 1 0,5-7 0,6-6 0,1 1 0,21-16 0,8-9 0,-25 22 0,1 1 0,42-28 0,-35 27 0,30-27 0,-43 35 0,0 1 0,0 0 0,18-8 0,1-1 0,-10 7 0,0 1 0,1 1 0,0 1 0,1 1 0,0 1 0,46-6 0,-34 6 0,18-9 0,-38 10 0,1 1 0,20-3 0,186-8-832,-179 14 789,73-5 43,75-2 0,1835 10-2139,-2002 0 2139,0 2 0,44 10 0,-42-7 0,56 5 0,124 6 0,139 18 0,-238-15 0,21 4 0,302 16-1279,-238-9 289,429 18 997,-563-46-7,-22-2 0,73 13 0,-34-2 0,120 5 0,-116-12 0,149 11-118,-24 1 1078,-162-10 508,-1 3-1,76 26 0,-71-20-1435,-19-4-32,-1 1 0,0 1 0,-1 2 0,46 33 0,25 15 0,45 30 0,-35-19 0,-104-72 0,-1 0 0,0 0 0,0 0 0,0 0 0,0 0 0,0 1 0,0-1 0,-1 1 0,0 0 0,0 0 0,0 0 0,3 7 0,-2 3 0,0-1 0,3 25 0,-5-26 0,1-1 0,0 1 0,7 23 0,5 6 0,-3 0 0,-1 1 0,-2 0 0,3 50 0,0 0 0,-6-27 0,-5-49 0,1 0 0,1 0 0,0 0 0,8 24 0,-6-29 0,-1 1 0,0-1 0,0 1 0,-1-1 0,0 1 0,-1 0 0,-1 13 0,0-21 0,-1 0 0,1-1 0,-1 1 0,0 0 0,0 0 0,0-1 0,-1 1 0,1-1 0,-1 1 0,0-1 0,0 0 0,0 1 0,-1-1 0,1 0 0,-1 0 0,1-1 0,-1 1 0,0 0 0,0-1 0,0 0 0,0 0 0,-1 0 0,1 0 0,-1 0 0,-5 1 0,-65 23 0,46-17 0,1 1 0,0 1 0,-44 25 0,57-29 0,0 0 0,0-1 0,0-1 0,-28 7 0,24-7 0,0 1 0,-29 13 0,29-11 0,1-1 0,-1 0 0,0-2 0,-34 7 0,-78 4 0,33-6 0,23-3 0,-139-6 0,98-3 0,-392 2-800,487-1 769,-37-6 1,-14-2 758,56 8-693,-1-1 0,1-1-1,-27-9 1,-19-3-41,16 8 6,-80-4 0,105 10 0,-36-6 0,-15-2 0,-21 1 0,-7-1 0,85 8 0,0-1 0,0 0 0,0-1 0,-18-6 0,18 5 0,-1 0 0,0 0 0,-23-1 0,-99 5 0,77 1 0,-104-11 0,90 3 0,-146 5 0,102 4 0,5 0 0,-123-4 0,88-15 0,88 9 0,-45-2 0,87 9 3,-1-1-1,1-1 1,-23-7-1,20 5-40,1 0-1,-23-1 0,-274-13-494,219 12 533,-53-2 0,14 1 0,-1-1 0,128 9 0,-4 1 0,0-1 0,0 0 0,0-2 0,0 1 0,0-2 0,-18-5 0,1 0 108,-1 0-1,0 2 1,-55-3-1,-27-5 102,46 4-209,37 6 0,-1-2 0,-48-14 0,32 5 0,-87-14 0,81 20 0,-63-21 0,37 8-387,-147-22-1,184 37 315,-119-26 73,72 20-107,-97-10 1043,153 20-926,-37-10-1,58 8-9,0 0 0,0 0 0,1-2 0,0 1 0,-20-16 0,18 12 0,-81-65 0,70 54 0,10 6 0,0 0 0,-24-34 0,-13-14 0,-69-63 0,69 60 0,19 23 0,31 40 0,-1 0 0,1 0 0,0 0 0,0-1 0,0 1 0,0-1 0,1 1 0,0-1 0,-1 0 0,1 0 0,0 0 0,1 0 0,-1 1 0,1-1 0,0 0 0,0 0 0,0 0 0,0 0 0,1 0 0,-1 0 0,1 0 0,0 0 0,1 1 0,-1-1 0,0 0 0,1 1 0,0-1 0,3-3 0,5-9 0,2 1 0,0 0 0,1 1 0,24-21 0,-4 4 0,-21 20 0,0 0 0,1 1 0,1 0 0,-1 1 0,17-7 0,75-33 0,-104 49 0,30-11 0,0 1 0,0 1 0,51-6 0,-66 13 0,43-13 0,-43 10 0,0 1 0,-1 1 0,31-3 0,206-6-1869,210 6 448,-262 8 1021,-14-3 394,206 3-332,-222 6-585,75 1 128,-100-9 583,429-11-1580,-233-10 1967,-254 15-175,261-9 0,-306 13 0,68-12 0,19-2 0,16 12 0,55-3 0,371-2-411,-340 11 307,-20-3 104,229 3 0,-88 15-161,-62 2-56,-81-5 86,166 33 1242,-107-10-441,-231-32-51,0 1-1,68 22 1,-85-23 272,1-1-1,26 3 1,-34-6-636,1 0 0,-1 1 1,0 1-1,0 0 0,0 1 0,0 0 0,0 1 0,15 9 0,-23-10-255,-1 1 0,0-1 0,0 1 0,0 0 0,-1 1 0,0-1 0,0 1 0,0-1 0,-1 1 0,0 0 0,0 0 0,0 0 0,1 6 0,10 28 0,-2-15 0,9 38 0,-13-40 0,1 0 0,12 25 0,-7-24 0,-9-17 0,0 0 0,0 0 0,0 0 0,4 16 0,0 21 0,-1 0 0,-3 1 0,-1-1 0,-2 1 0,-6 50 0,3-81 0,0-1 0,0 1 0,-2-1 0,1 0 0,-2 0 0,1-1 0,-2 1 0,0-1 0,0 0 0,-1-1 0,-14 18 0,3-7 0,-2-1 0,0 0 0,-1-2 0,-34 24 0,-21 4 0,66-40 0,0-2 0,0 1 0,-1-1 0,0-1 0,1 0 0,-20 4 0,-71 8 0,33-7 0,44-5 0,14-2 0,-1-1 0,0 2 0,1-1 0,0 1 0,-12 6 0,-1 0 0,0-1 0,-1 0 0,-37 5 0,38-8 0,1 0 0,0 1 0,0 1 0,-32 15 0,22-2 42,24-14-394,-1 0 1,0-1-1,-15 6 0,10-6-6474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8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1 300 24575,'2'-1'0,"-1"0"0,1-1 0,0 1 0,-1 0 0,1-1 0,0 1 0,-1-1 0,0 1 0,1-1 0,1-3 0,10-9 0,12-1 0,2 1 0,37-14 0,-6 3 0,-27 12 0,0 2 0,38-9 0,-36 11 0,59-23 0,-71 23 0,1 2 0,32-7 0,-37 10 0,-1 0 0,1-1 0,-1 0 0,0-2 0,26-14 0,-15 4-1365,-14 11-5461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9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 24575,'7'1'0,"0"1"0,0 0 0,0 1 0,-1 0 0,1 0 0,7 5 0,-13-7 0,5 2 0,-1 0 0,0 0 0,0 1 0,0 0 0,0 0 0,-1 0 0,1 0 0,-1 1 0,0 0 0,0 0 0,-1 0 0,0 0 0,0 1 0,0-1 0,0 1 0,3 10 0,-6-12 0,1 0 0,0 0 0,-1 0 0,0 0 0,0 0 0,0 0 0,-1 0 0,1 0 0,-1 0 0,0 0 0,0 0 0,0 0 0,-1 0 0,1-1 0,-1 1 0,0-1 0,0 1 0,0-1 0,0 1 0,-1-1 0,1 0 0,-1 0 0,0-1 0,0 1 0,0 0 0,-6 3 0,-23 18 0,17-13 0,0 0 0,0 0 0,-1-2 0,-21 10 0,26-14 26,1 1 0,-1 0 0,1 1 0,-10 7 0,-22 15-1521,32-23-5331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09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24575,'6'1'0,"-1"0"0,1 1 0,-1 0 0,0 0 0,0 0 0,0 0 0,0 1 0,0-1 0,0 1 0,-1 1 0,0-1 0,1 1 0,4 5 0,30 20 0,-24-21 0,-1 2 0,16 12 0,-20-13 0,1-1 0,0-1 0,0 0 0,0 0 0,16 6 0,-9-5 45,0 0-1,18 13 1,20 9-1544,-44-25-5327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12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0 508 24575,'38'-13'0,"25"6"0,-37 5 0,0-1 0,-1-1 0,44-14 0,-23 4 0,1 2 0,76-10 0,-93 18-64,21-4-398,60-16 0,-33 6 462,83-10 0,-86 17 0,103-28 0,-124 25 0,103-12 0,-95 18 0,63-17 0,-56 10 0,106-9 0,-112 17 0,0-2 0,80-22 0,-75 13-41,0 3 0,82-6 0,-122 17 232,40-9 0,-59 10-270,0 0-1,1 0 1,-1-1-1,0 0 1,0 0-1,-1-1 1,14-10-1,-12 5-6746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2377 2254 24575,'-656'0'0,"641"-1"0,-1-1 0,1-1 0,0 0 0,-27-10 0,-3-1 0,-109-14 0,68 13 0,54 10 0,1-2 0,-46-16 0,50 14 0,-51-10 0,55 15 0,0-1 0,1-2 0,-38-15 0,21 5 0,-57-16 0,82 28 0,0 0 0,1-2 0,-1 1 0,-16-12 0,-26-13 0,-176-76 0,202 90 0,2-2 0,-51-44 0,9 7 0,63 51 0,-14-10 0,1-1 0,0 0 0,-30-34 0,28 23 0,2-1 0,0-1 0,-24-51 0,39 69 0,2 0 0,-1-1 0,2 0 0,-1 1 0,2-1 0,-1 0 0,2-23 0,1 13 0,1 0 0,0 0 0,9-30 0,-3 25 0,1 1 0,2 0 0,1 1 0,0 0 0,30-42 0,-18 28 0,12-18 0,-24 40 0,19-34 0,-20 31 0,21-29 0,154-181 0,-5 34 0,-82 115 0,-34 28 0,-44 38 0,0 1 0,0 1 0,28-12 0,-14 7 0,-6 5 0,1 1 0,0 2 0,0 1 0,35-6 0,-43 10 0,28-9 0,25-5 0,61 6-325,237 7-1,-206 8 208,190 11 118,-354-12 0,70 4-6,-1 4-1,103 26 1,-34 19-77,-71-25 67,-54-21 89,0 0 1,0 1 0,0 1 0,-1 0 0,25 24 0,-12-8 148,43 53 0,-56-55-222,0 0 0,-1 0 0,-2 2 0,17 44 0,-12-28 0,-12-26 0,-1 1 0,0-1 0,-1 1 0,0 0 0,-2 0 0,0 0 0,-2 19 0,1-10 0,6 50 0,3-3 0,-4 1 0,-7 104 0,0-59 0,3-83 0,0-24 0,0 0 0,-1 0 0,0 0 0,-1 0 0,-1-1 0,0 1 0,0 0 0,-7 18 0,-24 59 0,26-67 0,0 0 0,-2-1 0,0 0 0,-22 35 0,-75 112 0,103-163 0,-119 151 0,104-136 0,0-1 0,-2-1 0,0-1 0,-1-1 0,-34 20 0,11-9 0,27-16 0,-1-1 0,0 0 0,-1-1 0,0-1 0,-19 6 0,-42 13 0,59-18 0,0-1 0,-1-2 0,-23 5 0,-146 23 0,66-1 0,-46 9 0,147-35 0,-35 16-1365,40-17-5461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30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4104 1676 24575,'-64'3'-962,"1"3"-1,-110 23 1,115-20 905,-90 2-1,38-4 13,-244-1 516,202-9-457,38 5-14,-124-4 0,12-20-505,154 13 193,-345-57-139,242 37 81,-43-8-693,-148-22 1063,127 23 0,-4 3-1209,17 3 1580,66-5-371,124 31-685,-4-1 2555,-40-10 0,70 12-1565,0 1 0,1-1-1,-1-1 1,1 0-1,0 0 1,0-1-1,0 0 1,1-1 0,-12-9-1,17 12-304,0-1 0,1 1 0,-1-1 0,1 0 0,-1 0 0,1-1 0,0 1 0,1 0 0,-1 0 0,1-1 0,0 1 0,0-1 0,0 0 0,0-6 0,0-11 0,4-41 0,-1 23 0,-1 11 0,-2 7 0,2 0 0,0 0 0,1 0 0,2 0 0,0 0 0,7-21 0,-5 28 0,3-12 0,1 1 0,22-39 0,-12 31 0,0 0 0,3 2 0,0 1 0,41-42 0,-28 38 0,-6 6 0,1 0 0,41-28 0,-6 12-283,1 2 0,93-42-1,-95 56 284,85-34 0,-102 45 0,-8 2 0,2 2 0,76-15 0,32 1 0,-75 12 0,114-9 0,-121 22 0,360-11 0,120 14 0,-526 2 0,1 1 0,-1 0 0,43 14 0,-21-6-11,51 10-54,100 28-441,-141-31 420,153 62 69,-107-27 17,39 17 0,-101-51 0,0 3 0,-2 1 0,-1 1 0,57 52 0,-21-18 0,-43-34 46,-1 1 0,27 33-1,-40-39 76,0 1 1,-2 0-1,-1 0 0,0 1 1,14 42-1,2 3 549,-13-39-670,-10-21 0,-1 0 0,0 1 0,0-1 0,0 0 0,-1 1 0,0 0 0,-1-1 0,2 11 0,0 13 0,-2 0 0,-4 47 0,2-66 0,0-1 0,-1 0 0,-1 1 0,0-1 0,0-1 0,-1 1 0,0 0 0,0-1 0,-1 0 0,-1 0 0,-6 9 0,0-3 0,-1-1 0,-1-1 0,0 0 0,-1-1 0,0-1 0,-22 12 0,-4 4 0,26-16 0,-1-1 0,0-1 0,-1 0 0,-23 8 0,18-8 0,-33 17 0,37-16 0,-1-1 0,-37 12 0,24-11 0,-34 16 0,36-13 0,-43 12 0,21-9 0,-88 39 0,119-47 0,0-1 0,-24 5 0,26-8 0,1 1 0,-1 0 0,-27 14 0,29-11-1365,2-2-5461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17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1 24575,'5'1'0,"-1"1"0,0-1 0,0 1 0,0 0 0,0 0 0,0 1 0,0-1 0,-1 1 0,1 0 0,-1 0 0,0 0 0,0 0 0,0 1 0,4 5 0,10 8 0,-9-9 0,52 52 0,-55-54 0,0 0 0,-1 0 0,0 1 0,0-1 0,0 1 0,-1 0 0,0 0 0,4 15 0,18 56 0,-18-59 0,0 0 0,-2 0 0,0 0 0,2 21 0,-7-33 0,1-1 0,-1 1 0,-1-1 0,1 0 0,-1 1 0,0-1 0,-1 0 0,0 0 0,1 0 0,-2 0 0,1 0 0,-1 0 0,0-1 0,0 1 0,-1-1 0,-7 10 0,4-7 0,0 0 0,0-1 0,-1 1 0,1-2 0,-2 1 0,1-1 0,-1-1 0,0 1 0,0-1 0,0-1 0,-1 0 0,1 0 0,-11 2 0,4-1 0,0 0 0,1 1 0,-18 9 0,20-8 0,-1-1 0,0 0 0,-1-1 0,-15 3 0,-91 24 0,129-35 0,-1 0 0,0-1 0,0 1 0,-1-1 0,8-5 0,-7 3 0,0 2 0,1-1 0,0 1 0,10-4 0,67-14 0,-65 19 0,-1-1 0,1-2 0,-1 0 0,0-1 0,20-10 0,-17 5 0,0 1 0,42-13 0,-39 13 0,-1-1 0,-1-1 0,0-1 0,36-28 0,-44 30-119,-4 5-59,0-1 0,-1 0 0,0-1 0,0 0 0,-1 0 0,10-15 0,-11 11-6648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18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24575,'0'25'0,"1"10"0,-2 0 0,-1 0 0,-12 61 0,-2-53 0,12-35 0,1 0 0,0 0 0,1 0 0,-1 0 0,0 13 0,0 176 0,5-98 0,-2-94 0,0 1 0,1 0 0,-1 0 0,1-1 0,0 1 0,1 0 0,-1-1 0,1 1 0,0-1 0,1 0 0,-1 0 0,1 1 0,6 7 0,-2-5 0,0-1 0,1 0 0,-1 0 0,2-1 0,-1 0 0,17 9 0,-14-9 0,0-1 0,0-1 0,0 0 0,0 0 0,1-1 0,0-1 0,-1 0 0,14 1 0,-4-2 0,1-1 0,-1-1 0,36-5 0,-52 5 0,0 0 0,0 0 0,0 0 0,0 0 0,0-1 0,0 0 0,0 0 0,-1 0 0,1-1 0,-1 0 0,1 1 0,-1-2 0,0 1 0,0 0 0,-1-1 0,1 0 0,-1 0 0,1 0 0,-1 0 0,0 0 0,-1-1 0,1 1 0,-1-1 0,0 0 0,0 1 0,0-1 0,-1 0 0,0 0 0,0 0 0,1-11 0,8-99 0,-5-124 0,-5 189 0,0 43 0,-1 1 0,0-1 0,0 0 0,0 1 0,-1-1 0,0 1 0,-1 0 0,1 0 0,-1 0 0,0 0 0,-1 0 0,1 0 0,-1 1 0,0-1 0,-1 1 0,1 0 0,-1 1 0,0-1 0,0 1 0,0 0 0,-1 0 0,0 0 0,-10-4 0,5 3 0,-24-11 0,-45-13 0,41 19-34,27 8-188,0-1 0,0 0 1,0-1-1,1-1 0,-16-7 0,12 1-6604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1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1 510 24575,'-1'-17'0,"1"1"0,1-1 0,1 1 0,0 0 0,1 0 0,0 0 0,2 0 0,0 0 0,1 1 0,0 0 0,1 0 0,1 1 0,0-1 0,11-12 0,-2 2 0,18-32 0,-2 4 0,-24 38 0,0 1 0,2 1 0,-1-1 0,2 2 0,20-19 0,-27 27 0,0 1 0,0 0 0,0 0 0,0 0 0,1 1 0,-1 0 0,1 0 0,-1 0 0,1 1 0,0 0 0,0 0 0,0 0 0,-1 1 0,1 0 0,0 0 0,0 0 0,0 1 0,0 0 0,11 3 0,48 14 0,92 40 0,-21-10 0,-119-42 0,-11-4 0,1 1 0,0 0 0,-1 1 0,0-1 0,6 6 0,-8-6 0,1 0 0,0 0 0,-1 0 0,1 0 0,1-1 0,-1 1 0,0-1 0,0-1 0,9 3 0,18 0 0,-19-1 0,0-1 0,0-1 0,0 0 0,21-2 0,-29 0 0,0 0 0,0 0 0,0 0 0,0-1 0,-1 0 0,1 0 0,0 0 0,-1-1 0,0 1 0,1-1 0,-1 0 0,0 0 0,0-1 0,-1 1 0,6-7 0,1-3-92,-1-1 0,0 0 0,9-21 0,-10 20-905,-2 3-5829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1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24575,'11'0'0,"0"1"0,-1 0 0,1 1 0,-1 0 0,0 0 0,1 1 0,-1 1 0,0-1 0,-1 2 0,1-1 0,-1 2 0,0-1 0,0 1 0,0 0 0,-1 1 0,10 10 0,-12-12 0,-1 0 0,1 1 0,-1 0 0,0 0 0,0 1 0,-1 0 0,0-1 0,0 1 0,-1 1 0,1-1 0,-2 0 0,1 1 0,-1 0 0,0-1 0,-1 1 0,2 14 0,-2 5 0,0 1 0,-2-1 0,-5 40 0,4-56 0,-1 0 0,1 0 0,-2 0 0,1-1 0,-2 0 0,1 0 0,-1 0 0,-1 0 0,0-1 0,0 0 0,-11 12 0,16-20 0,0 0 0,-1 0 0,1 0 0,0 0 0,0 1 0,0-1 0,0 0 0,1 0 0,-1 1 0,0-1 0,0 0 0,1 1 0,-1-1 0,1 1 0,-1-1 0,1 1 0,0-1 0,0 1 0,-1-1 0,1 1 0,0-1 0,0 1 0,0-1 0,1 3 0,0-2 0,0-1 0,1 0 0,-1 1 0,0-1 0,1 0 0,-1 0 0,1 1 0,-1-1 0,1 0 0,-1-1 0,1 1 0,0 0 0,0 0 0,-1-1 0,1 1 0,0-1 0,0 1 0,0-1 0,0 0 0,2 0 0,34 3 15,72-3-1,-46-2-1408,-47 2-5432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2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219 113 24575,'-6'7'0,"1"-1"0,0 1 0,1 0 0,0 1 0,0-1 0,1 1 0,-5 14 0,4-11 0,0-1 0,-1 0 0,-10 18 0,2-8 0,1 1 0,1 0 0,0 1 0,2 0 0,-7 24 0,-13 17 0,21-47 0,1-1 0,-8 21 0,10-21 0,1-1 0,0 1 0,1 1 0,-1 25 0,4-35 0,0 1 0,1-1 0,0 0 0,0 0 0,0 1 0,1-1 0,0 0 0,0 0 0,1 0 0,0-1 0,0 1 0,0-1 0,0 1 0,5 4 0,13 18 0,-12-15 0,0-1 0,0 0 0,1-1 0,1 0 0,0 0 0,25 17 0,-33-26 0,1 0 0,0 0 0,0 0 0,0-1 0,0 0 0,0 0 0,0 0 0,1 0 0,-1 0 0,0-1 0,0 0 0,1 0 0,-1 0 0,0-1 0,6 0 0,-2-1 0,-1-1 0,1 0 0,-1 0 0,0 0 0,0-1 0,0 1 0,11-10 0,3-5 0,-2 0 0,0-2 0,29-37 0,-31 36 0,-3 4 0,22-36 0,-32 46 0,0-1 0,0 0 0,-1 0 0,-1 0 0,1 0 0,-1 0 0,-1 0 0,2-13 0,-1-233 0,-4 127 0,2 122 0,-1 1 0,1-1 0,-1 1 0,0 0 0,0-1 0,0 1 0,-1 0 0,1 0 0,-1-1 0,0 2 0,0-1 0,0 0 0,-1 0 0,0 1 0,1-1 0,-1 1 0,0 0 0,-1-1 0,1 2 0,0-1 0,-1 0 0,0 1 0,0-1 0,1 1 0,-1 0 0,-6-2 0,-12-3 0,0 0 0,0 1 0,0 1 0,-25-2 0,-10-3 0,34 2 15,19 7-187,0-1-1,0 1 1,-1-1-1,1 1 1,0 1-1,-1-1 1,-4 0-1,0 3-6653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23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24575,'15'15'0,"-6"-6"0,7 2 0,1 0 0,0-1 0,0-1 0,29 10 0,-30-13 0,0 0 0,-1 1 0,0 1 0,0 0 0,-1 2 0,25 19 0,-36-25 0,-1-1 0,1 0 0,-1 1 0,0 0 0,0 0 0,0-1 0,0 1 0,-1 0 0,0 1 0,0-1 0,0 0 0,0 0 0,0 8 0,-2 62 0,-1-44 0,2 2 0,1-20 0,-1 0 0,0 0 0,-1 0 0,0 0 0,-5 15 0,5-24 0,0 1 0,-1-1 0,1 1 0,-1-1 0,0 0 0,0 0 0,0 0 0,-1 0 0,1 0 0,-1-1 0,1 1 0,-1 0 0,0-1 0,0 0 0,0 0 0,0 0 0,0 0 0,-1 0 0,1-1 0,0 0 0,-6 2 0,-187 74-1365,184-71-5461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34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6828 2679 24575,'0'-2'0,"0"1"0,0-1 0,-1 1 0,1-1 0,-1 1 0,1 0 0,-1-1 0,0 1 0,1 0 0,-1-1 0,0 1 0,0 0 0,0 0 0,0-1 0,0 1 0,0 0 0,0 0 0,-1 0 0,1 1 0,0-1 0,0 0 0,-1 0 0,1 1 0,-1-1 0,1 0 0,0 1 0,-1 0 0,1-1 0,-1 1 0,-2 0 0,-6-2 0,-1 0 0,0 1 0,-13 1 0,17 0 0,-42-1 0,-355 4 0,309 5 0,-39 1 0,-12 0 0,-2-1 0,91-8 133,-36-1-519,-106 12-1,97-3 387,-143-7 0,107-3 0,-332 2-2938,420 2 3021,-67 12 1,-27 3-2148,-427-15-756,295-4 2465,-121 15 222,-217-7-73,350-8 200,153-3 228,-1-4 0,-169-38 0,145 11-222,37 8 0,40 10 815,-74-33 1,36 13-220,66 25-596,0-2 0,-42-28 0,-20-10 0,-133-71 1971,192 101-628,-51-44 0,-2-3 102,54 48-1445,1-1 0,1-2 0,2-1 0,0-2 0,-40-50 0,55 56 0,1-1 0,1 0 0,1-1 0,1 0 0,1-1 0,1 0 0,2-1 0,-6-34 0,6 7 0,2 1 0,2 0 0,6-63 0,-4 106 0,1 1 0,0-1 0,1 1 0,0 0 0,0 0 0,1 0 0,0 0 0,0 0 0,1 1 0,0 0 0,0-1 0,1 1 0,0 1 0,6-8 0,27-38 0,-27 36 0,0 1 0,0 0 0,1 1 0,24-21 0,14-7-2,55-41-166,-90 72-85,44-30-59,2 2-1,111-54 1,57-3-1382,-96 48 1694,149-32 0,-223 65-162,279-63-2392,-132 42 2554,94-14 0,-122 22-52,190-24-1505,-146 17 702,35-3 275,84-5 1389,33-3 123,-94 7-932,270-8 0,-327 30 0,-130 1 0,-62 10 0,1 0 0,34 0 0,50 5 364,114-7 662,-128 0-1026,136 7 0,-104 3 0,-108-1 389,36 6 0,20 2 304,-36-5 166,-1 2 0,0 1 1,78 25-1,-4 13-106,-99-37-731,14 8-22,-1 1 0,0 2 0,-2 1 0,0 1 0,36 34 0,128 138 0,-142-117 0,-38-57 0,-1 0 0,-1 1 0,17 34 0,-8-14 0,50 111 0,-57-118 0,13 38 0,6 14 0,-18-53 0,-8-17 0,0 1 0,-2-1 0,0 1 0,0 0 0,3 22 0,3 19 0,26 77 0,-33-117 0,0 1 0,-1 0 0,-1-1 0,0 1 0,-2 1 0,0-1 0,-1 0 0,-1 0 0,0 0 0,-2 0 0,0 0 0,-1 0 0,-1 0 0,0-1 0,-1 0 0,-1 0 0,-13 22 0,6-18 0,-1 0 0,0-1 0,-29 27 0,14-14 0,-223 228 0,213-223 0,18-15 0,-1-2 0,-45 32 0,21-19 0,35-24 0,-1 0 0,0-1 0,0-1 0,-19 9 0,23-13 0,-229 87 0,227-87 0,1 1 0,-1 0 0,1 1 0,-15 10 0,-20 12 0,36-23 0,0 1 0,1 0 0,0 0 0,0 1 0,-13 13 0,13-11 0,0-1 0,-1 0 0,-19 12 0,16-12-195,0 0 0,0 0 0,1 1 0,1 1 0,-1-1 0,-11 16 0,14-14-6631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3:37:44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3034 2391 24575,'-211'-16'-1250,"196"14"1359,-24-4-109,-50-15 0,-5-1 0,-96 2 279,153 16-380,-1-2-1,-66-19 0,-26-5-262,82 23 364,-16-2 0,-108-31 0,121 26 264,-87-11-1,83 16-566,-71-19 0,56 10 303,-72-9 0,48 10 0,-81-27 0,158 40 0,-70-16 5,60 15-25,2-1 1,-1 0-1,1-2 1,-39-18 0,-11-5 271,58 25 21,0 0 1,0-1-1,1-1 1,-26-17-1,14 6-192,22 16-80,-1-1-1,1 0 0,0-1 0,0 1 0,0-1 1,1-1-1,0 1 0,-8-11 0,-18-28 0,21 33 0,2-2 0,-1 1 0,-6-15 0,-24-44 0,24 44 0,-17-37 0,21 33 0,7 20 0,0 0 0,-1 0 0,-10-17 0,-81-140 0,82 144 0,2-1 0,-11-31 0,-2-7 0,17 44 0,1 0 0,1 0 0,1 0 0,0-1 0,2 0 0,-2-20 0,3-6 0,6-70 0,-2 102 0,0 0 0,1 1 0,1 0 0,0-1 0,1 1 0,0 1 0,1-1 0,1 1 0,0 0 0,0 0 0,17-18 0,11-10 0,69-60 0,-76 74 0,8-3 0,1 2 0,1 1 0,65-32 0,-20 11 0,-43 26-352,74-27-1,-63 28 339,3 1 14,108-21 0,-48 13 0,-43 13-517,0 3 0,1 3-1,83 1 1,18-1 695,307 0-178,-286 10 0,893-2-1686,-1054 2 1981,0 2 0,-1 1 0,0 1 0,38 13 0,-25-6 93,50 6 0,-53-11 96,1 2 0,-1 2 0,72 30 0,-76-28-374,-24-10-110,0 1 0,0 1 0,-1 0-1,19 13 1,48 29 0,-55-35 0,0 2 0,30 24 0,-35-23 0,63 56 0,3 18 0,-38-34 0,46 68 0,-76-95 0,27 36 0,-39-55 0,0-1 0,-1 1 0,1-1 0,-2 1 0,0 1 0,0-1 0,-1 1 0,3 13 0,0 10 0,3 46 0,-5-38 0,-2 0 0,-2 1 0,-2-1 0,-15 83 0,-23 2 0,28-77 0,-22 73 0,12-70 0,15-38 0,0 1 0,-8 27 0,11-23 0,-2 1 0,-1-1 0,0 0 0,-1 0 0,-19 31 0,4-11 0,18-29 0,-1 0 0,0-1 0,-1 0 0,0 0 0,-11 12 0,-26 19-49,10-8-609,-34 40 0,62-64-6168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11.60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0 1 24575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24.8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248 77 24575,'-1'-2'0,"1"-1"0,-1 0 0,0 1 0,0-1 0,0 0 0,-1 1 0,1-1 0,-1 1 0,1 0 0,-1 0 0,0-1 0,0 1 0,0 0 0,0 0 0,0 1 0,-4-4 0,0 1 0,1 0 0,0 0 0,-1 1 0,0 0 0,0 0 0,-8-2 0,6 3 0,0 0 0,-1 0 0,1 1 0,-1 0 0,1 1 0,-1 0 0,1 0 0,-1 1 0,1 0 0,-10 3 0,14-3 0,1 0 0,-1 0 0,1 1 0,0-1 0,-1 1 0,1 0 0,0 0 0,0 0 0,0 1 0,0-1 0,1 1 0,-1-1 0,1 1 0,-1 0 0,1 0 0,0 0 0,0 0 0,0 1 0,1-1 0,-1 0 0,1 1 0,0-1 0,0 1 0,0 0 0,-1 4 0,-1 26 0,1 0 0,4 63 0,1-21 0,-4-72 0,1 0 0,1 0 0,-1 0 0,0 0 0,1-1 0,0 1 0,0 0 0,0 0 0,0-1 0,1 1 0,-1-1 0,1 1 0,0-1 0,0 0 0,0 1 0,0-1 0,1 0 0,-1-1 0,1 1 0,0 0 0,0-1 0,0 1 0,0-1 0,0 0 0,1 0 0,-1 0 0,1-1 0,-1 1 0,1-1 0,-1 0 0,1 0 0,7 2 0,-3-2 0,1-1 0,-1 0 0,0 0 0,0 0 0,1-1 0,-1 0 0,0 0 0,0-1 0,0 0 0,0-1 0,-1 0 0,1 0 0,0-1 0,12-8 0,-16 9 9,0-1 1,0 1-1,-1-1 0,1-1 0,-1 1 1,0 0-1,0-1 0,-1 1 0,1-1 0,-1 0 1,0 0-1,2-7 0,0-2-380,0-1-1,-2 0 1,3-17 0,-4 13-6455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29.54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27 24575,'13'0'0,"-1"-2"0,1 0 0,23-7 0,-29 6 0,1 1 0,0-1 0,0 2 0,0-1 0,0 1 0,0 0 0,1 1 0,-1 0 0,0 0 0,0 1 0,0 0 0,10 3 0,-15-3 3,-1 0 0,0 1 0,1 0 0,-1-1-1,0 1 1,0 0 0,0 0 0,0 0 0,0 1 0,0-1 0,-1 0-1,1 1 1,-1-1 0,0 1 0,0-1 0,0 1 0,0 0 0,0 0-1,0-1 1,-1 1 0,1 0 0,-1 0 0,0 3 0,1 12-160,0 0 1,-4 28 0,1-22-809,1-2-5861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09:36:40.48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293 53 24575,'0'-1'0,"-1"-1"0,0 1 0,0-1 0,1 1 0,-1-1 0,0 1 0,0-1 0,-1 1 0,1 0 0,0 0 0,0 0 0,0 0 0,-1 0 0,1 0 0,-1 0 0,1 0 0,-4-1 0,-27-13 0,20 11 0,0 1 0,0 1 0,0 0 0,-1 0 0,1 1 0,-1 0 0,1 1 0,0 1 0,-24 4 0,32-5 0,-1 1 0,1 1 0,-1-1 0,1 0 0,0 1 0,-1 0 0,1 0 0,0 0 0,0 1 0,0-1 0,1 1 0,-1 0 0,1 0 0,-1 1 0,1-1 0,0 0 0,0 1 0,1 0 0,-1 0 0,1 0 0,0 0 0,0 0 0,0 0 0,0 0 0,1 1 0,0-1 0,-1 1 0,1 8 0,0-7 0,0-1 0,1 0 0,0 0 0,0 1 0,1-1 0,0 0 0,-1 0 0,2 0 0,-1 1 0,1-1 0,-1 0 0,1-1 0,1 1 0,4 9 0,-4-11 0,0 0 0,1 0 0,-1 0 0,1 0 0,-1 0 0,1 0 0,0-1 0,0 0 0,0 0 0,0 0 0,0 0 0,0-1 0,1 0 0,-1 1 0,0-2 0,1 1 0,-1 0 0,5-1 0,66-1 0,-54 0 0,0 1 0,31 3 0,-45-3 0,-1 2 0,0-1 0,0 1 0,0 0 0,0 0 0,-1 0 0,1 1 0,0 0 0,-1 0 0,0 0 0,0 1 0,8 7 0,-9-8 0,0 1 0,-1 0 0,0 0 0,0 0 0,0 0 0,0 1 0,-1-1 0,0 1 0,0-1 0,0 1 0,0 0 0,-1 0 0,0 0 0,0 0 0,1 9 0,-2-11 0,0 0 0,-1 0 0,1 0 0,-1 0 0,0 0 0,1 0 0,-1-1 0,0 1 0,-1 0 0,1 0 0,0-1 0,-1 1 0,0-1 0,1 1 0,-1-1 0,0 0 0,0 0 0,-1 0 0,1 0 0,0 0 0,-1 0 0,1 0 0,-1-1 0,1 1 0,-1-1 0,0 0 0,1 0 0,-5 1 0,-11 5 0,-1-1 0,1-1 0,-1-1 0,-21 3 0,34-7 0,0 0 0,0 0 0,0 0 0,1-1 0,-1 0 0,0 0 0,1 0 0,-1-1 0,1 1 0,-1-1 0,1-1 0,0 1 0,-1-1 0,1 0 0,1 0 0,-1-1 0,0 1 0,-3-5 0,-24-24-1365,26 22-5461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1:32.62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24575,'3'0'0,"4"0"0,4 0 0,6 0 0,0 0-8191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5.12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24575,'0'730'-1365,"0"-711"-5461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5.41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24575,'3'0'0,"1"3"0,0 5 0,5-1 0,1 6 0,2 3 0,-1 2 0,1 1 0,-3 3 0,1-2 0,-1-1 0,3-5 0,1-1 0,0-3 0,-2 0 0,-3-2-8191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6.09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20 19 24575,'-1'0'0,"0"0"0,0 0 0,1 1 0,-1-1 0,0 1 0,0-1 0,1 1 0,-1-1 0,0 1 0,1-1 0,-1 1 0,1-1 0,-1 1 0,0 0 0,1-1 0,-1 1 0,1 0 0,0 0 0,-1-1 0,1 1 0,0 0 0,-1 0 0,1 0 0,0 0 0,0-1 0,0 1 0,-1 0 0,1 1 0,-3 28 0,3-26 0,-1 204 0,2-107 0,-1-92 0,0-1 0,1 1 0,0 0 0,1-1 0,0 1 0,0-1 0,1 0 0,0 0 0,8 15 0,-10-21 0,0 0 0,1 0 0,-1 1 0,1-1 0,0 0 0,-1 0 0,1-1 0,0 1 0,0 0 0,1-1 0,-1 1 0,0-1 0,0 1 0,1-1 0,-1 0 0,1 0 0,-1 0 0,1-1 0,-1 1 0,1 0 0,-1-1 0,1 0 0,0 0 0,-1 0 0,1 0 0,0 0 0,-1 0 0,1 0 0,-1-1 0,1 0 0,0 1 0,-1-1 0,1 0 0,-1 0 0,4-3 0,7-4 0,-1-1 0,0 0 0,0-1 0,-1 0 0,0-1 0,10-14 0,-18 21 0,5-6 0,-1-2 0,0 1 0,-1-1 0,-1 0 0,0 0 0,5-19 0,5-8 0,-11 27 0,-1-1 0,0 1 0,0 0 0,-1-1 0,-1 1 0,0-1 0,-1 0 0,0 1 0,-1-1 0,0 1 0,-1-1 0,-6-17 0,6 25 0,-1 0 0,0 0 0,-1 0 0,1 0 0,-1 0 0,0 1 0,0 0 0,-1 0 0,1 0 0,-1 0 0,-5-2 0,0-1 0,1 1 0,-2 1 0,1 0 0,-20-7 0,12 8-1365,1 1-5461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6.53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 1 24575,'-2'72'0,"1"-33"0,5 76 0,0-97 0,1 1 0,1-1 0,15 34 0,3 9 0,-16-43 0,0 0 0,1-1 0,2 0 0,-1-1 0,2 0 0,14 15 0,-16-18 0,87 85 0,-59-60 0,-25-27 0,-2 0 0,14 17 0,-10-10 0,-2-2 0,0 1 0,14 26 0,-25-40 0,1 1 0,-2 0 0,1 0 0,0 0 0,-1 0 0,0 0 0,0 0 0,0 1 0,0-1 0,-1 0 0,1 1 0,-1-1 0,0 0 0,0 0 0,-1 1 0,0-1 0,-1 8 0,0-9 0,0-1 0,1 0 0,-1 0 0,0 1 0,0-1 0,0 0 0,-1 0 0,1-1 0,0 1 0,-1 0 0,1-1 0,-1 0 0,1 1 0,-1-1 0,0 0 0,1 0 0,-1-1 0,0 1 0,0 0 0,0-1 0,0 0 0,0 1 0,1-1 0,-1-1 0,-4 1 0,0 0 0,0-1 0,-1 0 0,1 0 0,-1 0 0,1-1 0,0 0 0,0 0 0,-13-6 0,4-2 0,0 0 0,1 0 0,0-2 0,1 0 0,0 0 0,-18-22 0,7 8 0,19 21 0,1-1 0,-1 0 0,1 0 0,0-1 0,-7-11 0,-16-33-15,16 33-323,1-1 1,2-1-1,-12-29 1,17 32-6489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6.78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0 120 24575,'22'-19'0,"-9"8"0,-3 6 0,0 0 0,0 1 0,0 0 0,1 1 0,0 0 0,0 1 0,0 0 0,0 1 0,13 0 0,12-3 0,102-16 0,-113 18 0,-16 1 0,1 0 0,-1 0 0,1-1 0,-1 0 0,16-7 0,9-4-1365,-20 8-5461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4:17.41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 1 24575,'0'39'0,"-1"-1"0,2-1 0,9 67 0,1-28 0,-8-50 0,1-1 0,1 1 0,10 31 0,-7-32 0,-2 1 0,0 0 0,2 38 0,-4-31 0,10 46 0,-10-60 0,-1 0 0,1 29 0,-4-37 0,0 1 0,1-1 0,0 1 0,1-1 0,0 0 0,1 1 0,1-1 0,-1 0 0,2-1 0,5 12 0,-9-20 0,0 0 0,0-1 0,1 1 0,-1-1 0,0 0 0,0 1 0,1-1 0,-1 0 0,1 0 0,-1 0 0,1 0 0,-1 0 0,1 0 0,0 0 0,-1 0 0,1-1 0,0 1 0,0-1 0,0 1 0,0-1 0,-1 0 0,4 1 0,-2-2 0,0 1 0,0-1 0,0 0 0,0 0 0,0 0 0,0 0 0,0 0 0,-1-1 0,1 1 0,0-1 0,-1 0 0,4-3 0,1-1 0,0 0 0,-1-1 0,0 0 0,-1 0 0,1-1 0,-1 1 0,-1-1 0,7-14 0,23-64 0,-19 53 0,-2-1 0,-1 0 0,11-56 0,-22 85 0,0-1 0,0 0 0,0 1 0,1-1 0,0 1 0,0 0 0,1-1 0,5-8 0,-6 12 0,-1 1 0,0-1 0,1 1 0,-1 0 0,1-1 0,-1 1 0,1 0 0,-1 0 0,1 0 0,0 0 0,-1 0 0,1 0 0,0 1 0,0-1 0,0 1 0,0-1 0,0 1 0,0 0 0,0-1 0,0 1 0,0 0 0,-1 0 0,1 1 0,0-1 0,0 0 0,0 1 0,0-1 0,0 1 0,3 1 0,-2-1 0,0 1 0,0 0 0,1 1 0,-2-1 0,1 1 0,0-1 0,0 1 0,-1 0 0,1 0 0,2 5 0,23 37 0,-25-39 0,103 211 0,-85-173 0,67 113 0,-83-149 0,-2-2 0,1-1 0,-1 0 0,1 0 0,0 0 0,0-1 0,1 1 0,-1-1 0,1 0 0,0 0 0,0-1 0,7 4 0,-10-6 0,1 0 0,-1 0 0,1 0 0,-1-1 0,1 0 0,-1 1 0,1-1 0,-1 0 0,1 0 0,0 0 0,-1-1 0,1 1 0,-1 0 0,1-1 0,-1 0 0,1 0 0,-1 0 0,0 0 0,1 0 0,-1 0 0,0 0 0,0-1 0,0 1 0,1-1 0,-2 0 0,1 1 0,0-1 0,0 0 0,1-3 0,7-7 0,0-2 0,14-26 0,-4 5 0,47-95 0,-27 47 0,-29 60 0,-1-1 0,8-32 0,-12 36 0,1-1 0,0 2 0,2-1 0,10-18 0,-14 30 0,-2-1 0,1 0 0,-1 0 0,0 0 0,-1 0 0,0 0 0,1-13 0,-3 14 0,1 0 0,1 0 0,-1 0 0,1 1 0,1-1 0,-1 0 0,1 1 0,1 0 0,-1-1 0,7-9 0,-2 9 0,-1 0 0,0-1 0,-1 1 0,0-2 0,0 1 0,-1-1 0,0 0 0,-1 0 0,0 0 0,0-1 0,-1 1 0,-1-1 0,0 0 0,0 0 0,0-14 0,-3 3-1365,1 2-5461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2:32.57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72 24575,'1072'0'0,"-1047"-1"0,38-7 0,-38 4 0,37-1 0,814 5 0,-867 0 0,0-1 0,0-1 0,0 0 0,0 0 0,-1-1 0,11-4 0,-9 3 0,0 1 0,1 0 0,19-4 0,29 1 0,89-6 0,-171 11 0,0 0 0,-1 1 0,0 1 0,0 1 0,0 1 0,-27 7 0,28-3 0,1-2 0,-1 0 0,-1-2 0,-30 2 0,-97-7 0,55 0 0,-102 16 0,94-4 0,-121 19 0,167-13 0,-15 3 0,-35 4 0,72-14 0,1-2 0,-1-1 0,-46 2 0,451-9-1365,-350 1-5461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2:49.9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0 246 24575,'64'0'0,"-3"-1"0,-1 2 0,65 10 0,-33-3 5,-71-8-29,0 1 0,1 1-1,35 9 1,-14-2-72,1-2 0,-1-2 0,1-1 0,78-5 0,-57 0 106,74 9-1,-32 0-809,141-7 1,-107-3 857,-106 2-58,0-2 0,0-1 0,64-14 0,-69 9 0,85-16 0,53-8 2094,-74-3-2094,146-20 0,-224 50 0,0 0 0,17-9 0,-19 7 0,1 1 0,24-7 0,-3 5 0,-10 3 0,-1-1 0,-1-1 0,39-17 0,-46 17 10,1 0-1,-1 1 0,1 1 0,1 1 1,-1 0-1,25-1 0,116 2-438,-99 4-572,-43-1-5825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11:52:50.67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3:23.43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24575,'1'11'0,"1"1"0,0-1 0,1 1 0,0-1 0,1 0 0,0-1 0,1 1 0,6 10 0,16 46 0,21 104 0,-30-71 0,-13-68 0,13 48 0,-14-63 0,0 1 0,1 32 0,3 9 0,-6-48 0,-1-14 0,-4-19 0,-12-18-1365,11 28-5461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3:23.76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40 0 24575,'1'53'0,"0"-31"0,0 1 0,-1-1 0,-2 0 0,0 1 0,-1-1 0,-9 30 0,12-52 2,0 1 0,0-1 0,0 0-1,0 0 1,0 1 0,-1-1 0,1 0 0,0 0 0,0 0-1,0 0 1,0 1 0,-1-1 0,1 0 0,0 0-1,0 0 1,-1 0 0,1 0 0,0 0 0,0 0-1,-1 0 1,1 0 0,0 0 0,0 0 0,-1 0 0,1 1-1,0-2 1,0 1 0,-1 0 0,1 0 0,0 0-1,0 0 1,0 0 0,-1 0 0,1 0 0,0 0-1,0 0 1,-1 0 0,1 0 0,0-1 0,0 1-1,0 0 1,-1 0 0,1 0 0,0 0 0,0-1 0,0 1-1,0 0 1,-1 0 0,1 0 0,0-1 0,0 1-1,0 0 1,0 0 0,0-1 0,0 1 0,0 0-1,0 0 1,0-1 0,0 1 0,0 0 0,0 0-1,0-1 1,0 1 0,-9-18-1483,5 8-5345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3:24.01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0 24575,'18'2'0,"1"1"0,0 0 0,-1 1 0,29 11 0,-35-11 0,86 34-1365,-89-36-5461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3:55.64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65 24575,'44'9'0,"-6"-1"0,287-4 6,-175-6-172,1517 2-2205,-1631-1 2371,39-8 0,36-1 0,-77 10 0,-17 1 0,-1-1 0,1 0 0,0-2 0,-1 0 0,1-1 0,21-6 0,-16 2 0,0 2 0,0 0 0,1 1 0,35-1 0,95 5 0,-59 3 0,-85-3 44,27 0 224,0-1 0,67-11 0,-60 6-227,1 2 1,0 1-1,66 6 1,-18-1 245,374-2-422,-447 0-6691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4:02.51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1 113 24575,'28'-1'0,"38"-7"0,20-1 0,13 1 0,14-1 0,-96 9 0,-1-1 0,1 0 0,0-1 0,-1-1 0,28-9 0,-14 5 0,-1 2 0,1 1 0,0 2 0,0 0 0,57 6 0,-4-1 0,582-4-1083,-535 10 950,-3 0 160,876-10 1162,-972 3-1189,34 5 0,30 2 0,114 3 0,-108-5-312,104-8-1,-72-1 139,552 2 973,-663-1-799,36-6 0,10-2 0,-57 8 0,1-1 0,0 0 0,-1-1 0,15-6 0,-14 5 0,-1 1 0,1-1 0,0 2 0,17-2 0,62-4 0,30-1 0,1107 10-559,-1204-2 726,37-7-1,22-1 60,-81 9-252,12 0-309,0 0 0,0-1 1,20-4-1,-19 1-6491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4:17.58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9735 0 24575,'-25'1'0,"-36"7"0,36-4 0,-35 1 0,-84-7 0,-102 3 0,145 7-267,-82 1-1584,-21-10 828,-224 2-1260,271 7 1965,-106 1-373,-1615-10-1082,1819 4 1823,-70 12-1,-42 2 97,67-16 14,-128 8 78,-65 11-238,261-18 58,-22 1 365,1 3-1,-78 17 0,45-5 293,-143 11-1,191-25-660,-192 18 2140,151-8-1354,51-7-824,-63 4-1,-413-9-484,241-4-950,-31-11 1419,-96 7 875,226 8 1828,132 0-2703,-1 1 0,-40 11 0,-26 2 0,-24 0 0,68-8 0,-30 1 0,72-7 0,1 0 0,-1 1 0,-23 7 0,20-5 0,-39 6 0,-133 7 0,116-10 0,-60 1 0,-984-10-1365,1104 1-5461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4:23.16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64 24575,'167'11'18,"4"0"-1098,-156-10 1062,-1 1 0,1 0 1,-1 1-1,1 0 0,13 7 0,-10-5-6,0 0 0,31 5 0,222-7-1189,-142-5 1303,-87 2 138,374-13-1970,-246 4 1852,35-4 35,-40 4-522,-102 8 143,64-10 0,-96 8 234,48 0 0,-45 3 0,33-4 0,-49 1-7,0-1 1,20-8 0,-22 7 71,0 0 1,1 1-1,18-2 1,45-2 1118,130-7 1857,161 16-4406,-347-1-5461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4:27.09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24575,'0'0'-8191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3:21.88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797 3483 24575,'-8'0'0,"1"0"0,-1 0 0,0-1 0,1 0 0,-1 0 0,1-1 0,-1 0 0,1-1 0,0 1 0,-1-1 0,2-1 0,-1 1 0,-12-10 0,-6-5 0,2-2 0,-32-33 0,47 44 0,-3-1 0,6 5 0,1 1 0,-1-1 0,1 0 0,0 0 0,-6-11 0,-2-3 0,-24-31 0,-4-5 0,-5-16 0,-2-3 0,-47-98 0,50 90 0,28 55 0,2 0 0,-14-36 0,9 16 0,12 30 0,0-1 0,-8-33 0,-7-30 0,14 57 0,2-1 0,-7-43 0,-7-56 0,12 81 0,-6-69 0,6-23 0,4 66 0,6-123 0,40-98 0,-22 218 0,-12 48 0,7-39 0,-9 34 0,2 1 0,17-45 0,-7 22 0,-6 23 0,1 0 0,2 0 0,32-45 0,-30 47 0,106-141 0,-80 115 0,80-87 0,-69 82 0,-33 33 0,2 1 0,37-30 0,-44 41 0,1 1 0,0 0 0,1 1 0,0 1 0,19-6 0,94-36 0,-112 43 0,0-1 0,24-16 0,-25 14 0,1 0 0,21-8 0,69-26 0,-85 36 0,-1 1 0,28-6 0,7-2 0,-24 7 0,-1 2 0,1 1 0,0 2 0,56 1 0,360 3 0,-440 1 0,0 0 0,-1 0 0,1 1 0,9 4 0,-8-3 0,-1-1 0,1 0 0,13 1 0,80-2 0,75 6 0,126 52 0,-124-5 0,28 6 0,2 0 0,-140-38 0,23 6 0,-75-23 0,1 2 0,-2 0 0,1 1 0,-1 1 0,0 0 0,-1 2 0,32 24 0,204 138 0,211 99 0,-415-244 0,159 90 0,-191-110 0,0 1 0,-1 1 0,0 1 0,-1 0 0,0 1 0,14 14 0,-18-9 0,1 1 0,-2 0 0,0 0 0,-2 1 0,12 36 0,12 23 0,-8-28 0,37 60 0,-54-99 0,-1 0 0,-1 1 0,6 15 0,13 28 0,-5-21 0,25 64 0,-37-76 0,-2-1 0,0 1 0,3 35 0,-3-21 0,5 3 0,-8-32 0,0 1 0,0 0 0,0-1 0,0 16 0,-2 14 0,-2-1 0,-2 1 0,-2-1 0,-1 0 0,-19 60 0,3-9 0,19-66 0,0 0 0,-2-1 0,-1 1 0,-10 21 0,-4 2 0,12-23 0,-1-1 0,-15 21 0,11-19 0,-2 0 0,0-1 0,-1-1 0,-1-1 0,-1 0 0,-22 16 0,5-12 0,0-1 0,-2-2 0,-51 20 0,47-21 0,-129 49 0,91-38 0,64-24 0,-17 7 0,-49 12 0,-3 3 0,53-16 0,-28 5 0,-14 6 0,-113 43 0,-40 35 0,194-87 0,-1-1 0,-42 9 0,18-10 0,-1-2 0,-91 4 0,-122-13 0,133-3 0,-837 2 0,946-1 0,-44-9 0,-7-12 0,-131-9 0,178 21 0,28 8 0,0 0 0,0 0 0,-1 0 0,1 1 0,-8-1 0,-21-2-1365,26 2-5461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3:22.57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1 834 24575,'1'-2'0,"1"0"0,0 0 0,-1-1 0,0 1 0,1 0 0,-1-1 0,0 1 0,0-1 0,0 1 0,0-1 0,-1 1 0,1-1 0,-1 0 0,1-3 0,0-1 0,7-17 0,1 1 0,0 1 0,2 0 0,16-26 0,62-81 0,-60 90 0,-17 22 0,4-6 0,29-32 0,12-12 0,13-13 0,129-96 0,-150 135 0,-36 28-1365,-9 5-5461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3:22.88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31 1 24575,'10'45'0,"-9"-29"0,0 0 0,0 0 0,-2 1 0,0-1 0,-1 0 0,0-1 0,-2 1 0,1 0 0,-2-1 0,-9 22 0,3-8-1365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2:05:05.25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311DE-C8FA-419D-BDE7-AB926A18D90C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D30A3-94CF-4F19-8EB5-8FFE47AA30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077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這個方法來自衛星天線的「仰角限制」和「最大覆蓋緯度」。方法二就是用幾何方式找出「</a:t>
            </a:r>
            <a:r>
              <a:rPr lang="en-US" altLang="zh-TW" dirty="0"/>
              <a:t>beam </a:t>
            </a:r>
            <a:r>
              <a:rPr lang="zh-TW" altLang="en-US" dirty="0"/>
              <a:t>最北可以照到哪裡、最南可以照到哪裡」</a:t>
            </a:r>
            <a:br>
              <a:rPr lang="zh-TW" altLang="en-US" dirty="0"/>
            </a:br>
            <a:r>
              <a:rPr lang="zh-TW" altLang="en-US" dirty="0"/>
              <a:t>然後取中間那段的一半，就是南北方向的 </a:t>
            </a:r>
            <a:r>
              <a:rPr lang="en-US" altLang="zh-TW" dirty="0"/>
              <a:t>beam </a:t>
            </a:r>
            <a:r>
              <a:rPr lang="zh-TW" altLang="en-US" dirty="0"/>
              <a:t>半徑。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方法三把衛星高度、地球半徑、天線 </a:t>
            </a:r>
            <a:r>
              <a:rPr lang="en-US" altLang="zh-TW" dirty="0"/>
              <a:t>FOV </a:t>
            </a:r>
            <a:r>
              <a:rPr lang="zh-TW" altLang="en-US" dirty="0"/>
              <a:t>放進幾何模型</a:t>
            </a:r>
            <a:br>
              <a:rPr lang="zh-TW" altLang="en-US" dirty="0"/>
            </a:br>
            <a:r>
              <a:rPr lang="zh-TW" altLang="en-US" dirty="0"/>
              <a:t>然後用正弦定理算出 </a:t>
            </a:r>
            <a:r>
              <a:rPr lang="en-US" altLang="zh-TW" dirty="0"/>
              <a:t>beam </a:t>
            </a:r>
            <a:r>
              <a:rPr lang="zh-TW" altLang="en-US" dirty="0"/>
              <a:t>在地球表面的投影半徑。</a:t>
            </a:r>
            <a:endParaRPr lang="vi-VN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D30A3-94CF-4F19-8EB5-8FFE47AA30DD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4832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DEF422-714C-66C0-9469-DF66EA307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EE08EF-02BA-CFA6-9DD7-0EC8A6C98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7B41B7-4E4A-0813-D783-C6DF8235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0D2D9-5A52-3630-1782-81F1D91E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1DB894-FC39-A201-2BC3-678D737B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598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366B2C-982E-DF5C-9C15-5C35157C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44709A-6B46-8ECF-B4FE-9D5876712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4D21B8-AD2B-2D46-6EBD-F94E9DB8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9A2BD6-EA4A-0282-C8A5-58252BBD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083D66-C33A-7842-244D-81E88BAC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271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CFF91-98F2-E896-6CFE-5F737FB7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1DBC2A-9D08-2609-6B73-D6EE9A046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26988C-B266-A832-7270-6C0448BF2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FEBDE1-7E28-603C-7026-A7678362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9C1162-A9C4-185A-35D9-4588E801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088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E43B8E-1A8E-56C5-8A3E-AB847B9E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192EC1-E31B-029A-0403-6BC01D663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38E5AD-0F2B-ACB0-2EF8-3D66CAA8E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6E6513-2397-32E3-D21D-31CF91BE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9EE78FD-571A-408D-D5FD-3A267058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6853F1-7A04-C03D-1A44-294E2630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49741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ED8B46-FDC1-BD4B-5E2E-945F8A66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C02313-0100-1930-4301-DAB7F822B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541BDE-605C-E716-A86B-EE354FA33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92C3C3-34BB-1794-4FD2-F8FECFD19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3C0949-A413-181C-3813-F809934DD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27CEC83-FDD0-C500-0562-EB8BEFB5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C51005-327B-E5A9-21D3-C70924C0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345F95E-4D19-78BD-60B1-2C6FE828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495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A3618-2626-9BAF-2B4D-642ABC6E2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5A765E-4389-218F-5531-5F0B5B03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C90F98-4D38-6504-5A45-3EEAC8733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A8DACE-5D0A-2D6E-880F-B851E37A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14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7A6776-6213-02FC-6DFF-BCA02B41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4A29F-A4D8-9179-420A-1F2ADECA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B6A737-0382-B9FA-CE06-40921BEA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853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09F28D-78B2-9823-7192-5B931AB1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956DF4-52F0-4DB7-CBF2-6E951E8C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BC8149-7DC9-65F2-D440-C1E011ED1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4C248B-D1F8-54C4-0885-B59CF373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B89568-43C4-E016-A0FE-F922285F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143A60-C2DF-F3B9-5012-1CA1EF2E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723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35CC16-4AFD-45DC-AB67-EC2D5F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617D80-5278-B0B3-7A5E-5CFA369D9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DB7B9C-60E8-7EE4-44C8-DD4E17305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CFFCA5-767D-902E-C825-43BBBEA7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406293-6085-1DD5-FAEC-9FC39238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2FDC6A-FDC5-161C-EF0F-8AEB8F6A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328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35614-7327-C846-0C59-DA02A6E9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C773DA-E455-A925-0EC6-44B7AD1B5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CF9A22-ACAF-5413-8A90-022947CA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31E070-98A4-6876-7FDC-93C8C5FE4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4F2BCE-9859-6C1F-67C1-1AA34BFC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197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2374A37-1329-24AC-614F-19BF582C9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1B8F8A-8C43-B3B8-B99E-4AB8A7551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2EE7B8-DDED-0E4B-D846-CDE57786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13433-2EE8-C288-DACC-A8BF63BF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D4F8AD-F26C-FC01-4B1D-0583D047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516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B38009-FFE7-45D4-FED1-79E87676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8D5BF7-31AD-3217-8C48-5BA0D9887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742055-434E-21AF-DD59-6CAC6E840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DFF7B-F4A4-4913-B675-014CA2272DFA}" type="datetimeFigureOut">
              <a:rPr lang="vi-VN" smtClean="0"/>
              <a:t>27/07/2026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36C6D5-30B0-1CA4-4A3A-D15FA4744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74A831-A200-DBF5-2108-C38A048F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26A8E-0819-4A5A-9123-C79E65B9BA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160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.png"/><Relationship Id="rId21" Type="http://schemas.openxmlformats.org/officeDocument/2006/relationships/image" Target="../media/image34.png"/><Relationship Id="rId42" Type="http://schemas.openxmlformats.org/officeDocument/2006/relationships/customXml" Target="../ink/ink23.xml"/><Relationship Id="rId63" Type="http://schemas.openxmlformats.org/officeDocument/2006/relationships/image" Target="../media/image55.png"/><Relationship Id="rId84" Type="http://schemas.openxmlformats.org/officeDocument/2006/relationships/customXml" Target="../ink/ink44.xml"/><Relationship Id="rId138" Type="http://schemas.openxmlformats.org/officeDocument/2006/relationships/customXml" Target="../ink/ink74.xml"/><Relationship Id="rId159" Type="http://schemas.openxmlformats.org/officeDocument/2006/relationships/image" Target="../media/image98.png"/><Relationship Id="rId170" Type="http://schemas.openxmlformats.org/officeDocument/2006/relationships/image" Target="../media/image103.png"/><Relationship Id="rId191" Type="http://schemas.openxmlformats.org/officeDocument/2006/relationships/customXml" Target="../ink/ink101.xml"/><Relationship Id="rId205" Type="http://schemas.openxmlformats.org/officeDocument/2006/relationships/customXml" Target="../ink/ink108.xml"/><Relationship Id="rId226" Type="http://schemas.openxmlformats.org/officeDocument/2006/relationships/image" Target="../media/image130.png"/><Relationship Id="rId107" Type="http://schemas.openxmlformats.org/officeDocument/2006/relationships/image" Target="../media/image75.png"/><Relationship Id="rId11" Type="http://schemas.openxmlformats.org/officeDocument/2006/relationships/image" Target="../media/image29.png"/><Relationship Id="rId32" Type="http://schemas.openxmlformats.org/officeDocument/2006/relationships/customXml" Target="../ink/ink18.xml"/><Relationship Id="rId53" Type="http://schemas.openxmlformats.org/officeDocument/2006/relationships/image" Target="../media/image50.png"/><Relationship Id="rId74" Type="http://schemas.openxmlformats.org/officeDocument/2006/relationships/customXml" Target="../ink/ink39.xml"/><Relationship Id="rId128" Type="http://schemas.openxmlformats.org/officeDocument/2006/relationships/customXml" Target="../ink/ink69.xml"/><Relationship Id="rId149" Type="http://schemas.openxmlformats.org/officeDocument/2006/relationships/image" Target="../media/image93.png"/><Relationship Id="rId5" Type="http://schemas.openxmlformats.org/officeDocument/2006/relationships/image" Target="../media/image26.png"/><Relationship Id="rId95" Type="http://schemas.openxmlformats.org/officeDocument/2006/relationships/customXml" Target="../ink/ink50.xml"/><Relationship Id="rId160" Type="http://schemas.openxmlformats.org/officeDocument/2006/relationships/customXml" Target="../ink/ink85.xml"/><Relationship Id="rId181" Type="http://schemas.openxmlformats.org/officeDocument/2006/relationships/customXml" Target="../ink/ink96.xml"/><Relationship Id="rId216" Type="http://schemas.openxmlformats.org/officeDocument/2006/relationships/customXml" Target="../ink/ink114.xml"/><Relationship Id="rId22" Type="http://schemas.openxmlformats.org/officeDocument/2006/relationships/customXml" Target="../ink/ink13.xml"/><Relationship Id="rId43" Type="http://schemas.openxmlformats.org/officeDocument/2006/relationships/image" Target="../media/image45.png"/><Relationship Id="rId64" Type="http://schemas.openxmlformats.org/officeDocument/2006/relationships/customXml" Target="../ink/ink34.xml"/><Relationship Id="rId118" Type="http://schemas.openxmlformats.org/officeDocument/2006/relationships/customXml" Target="../ink/ink62.xml"/><Relationship Id="rId139" Type="http://schemas.openxmlformats.org/officeDocument/2006/relationships/image" Target="../media/image88.png"/><Relationship Id="rId85" Type="http://schemas.openxmlformats.org/officeDocument/2006/relationships/image" Target="../media/image66.png"/><Relationship Id="rId150" Type="http://schemas.openxmlformats.org/officeDocument/2006/relationships/customXml" Target="../ink/ink80.xml"/><Relationship Id="rId171" Type="http://schemas.openxmlformats.org/officeDocument/2006/relationships/customXml" Target="../ink/ink91.xml"/><Relationship Id="rId192" Type="http://schemas.openxmlformats.org/officeDocument/2006/relationships/image" Target="../media/image114.png"/><Relationship Id="rId206" Type="http://schemas.openxmlformats.org/officeDocument/2006/relationships/customXml" Target="../ink/ink109.xml"/><Relationship Id="rId227" Type="http://schemas.openxmlformats.org/officeDocument/2006/relationships/customXml" Target="../ink/ink120.xml"/><Relationship Id="rId12" Type="http://schemas.openxmlformats.org/officeDocument/2006/relationships/customXml" Target="../ink/ink8.xml"/><Relationship Id="rId33" Type="http://schemas.openxmlformats.org/officeDocument/2006/relationships/image" Target="../media/image40.png"/><Relationship Id="rId108" Type="http://schemas.openxmlformats.org/officeDocument/2006/relationships/customXml" Target="../ink/ink57.xml"/><Relationship Id="rId129" Type="http://schemas.openxmlformats.org/officeDocument/2006/relationships/image" Target="../media/image83.png"/><Relationship Id="rId54" Type="http://schemas.openxmlformats.org/officeDocument/2006/relationships/customXml" Target="../ink/ink29.xml"/><Relationship Id="rId75" Type="http://schemas.openxmlformats.org/officeDocument/2006/relationships/image" Target="../media/image61.png"/><Relationship Id="rId96" Type="http://schemas.openxmlformats.org/officeDocument/2006/relationships/image" Target="../media/image70.png"/><Relationship Id="rId140" Type="http://schemas.openxmlformats.org/officeDocument/2006/relationships/customXml" Target="../ink/ink75.xml"/><Relationship Id="rId161" Type="http://schemas.openxmlformats.org/officeDocument/2006/relationships/image" Target="../media/image99.png"/><Relationship Id="rId182" Type="http://schemas.openxmlformats.org/officeDocument/2006/relationships/image" Target="../media/image109.png"/><Relationship Id="rId217" Type="http://schemas.openxmlformats.org/officeDocument/2006/relationships/image" Target="../media/image126.png"/><Relationship Id="rId6" Type="http://schemas.openxmlformats.org/officeDocument/2006/relationships/customXml" Target="../ink/ink5.xml"/><Relationship Id="rId23" Type="http://schemas.openxmlformats.org/officeDocument/2006/relationships/image" Target="../media/image35.png"/><Relationship Id="rId119" Type="http://schemas.openxmlformats.org/officeDocument/2006/relationships/image" Target="../media/image81.png"/><Relationship Id="rId44" Type="http://schemas.openxmlformats.org/officeDocument/2006/relationships/customXml" Target="../ink/ink24.xml"/><Relationship Id="rId65" Type="http://schemas.openxmlformats.org/officeDocument/2006/relationships/image" Target="../media/image56.png"/><Relationship Id="rId86" Type="http://schemas.openxmlformats.org/officeDocument/2006/relationships/customXml" Target="../ink/ink45.xml"/><Relationship Id="rId130" Type="http://schemas.openxmlformats.org/officeDocument/2006/relationships/customXml" Target="../ink/ink70.xml"/><Relationship Id="rId151" Type="http://schemas.openxmlformats.org/officeDocument/2006/relationships/image" Target="../media/image94.png"/><Relationship Id="rId172" Type="http://schemas.openxmlformats.org/officeDocument/2006/relationships/image" Target="../media/image104.png"/><Relationship Id="rId193" Type="http://schemas.openxmlformats.org/officeDocument/2006/relationships/customXml" Target="../ink/ink102.xml"/><Relationship Id="rId207" Type="http://schemas.openxmlformats.org/officeDocument/2006/relationships/image" Target="../media/image121.png"/><Relationship Id="rId13" Type="http://schemas.openxmlformats.org/officeDocument/2006/relationships/image" Target="../media/image30.png"/><Relationship Id="rId109" Type="http://schemas.openxmlformats.org/officeDocument/2006/relationships/image" Target="../media/image76.png"/><Relationship Id="rId34" Type="http://schemas.openxmlformats.org/officeDocument/2006/relationships/customXml" Target="../ink/ink19.xml"/><Relationship Id="rId55" Type="http://schemas.openxmlformats.org/officeDocument/2006/relationships/image" Target="../media/image51.png"/><Relationship Id="rId76" Type="http://schemas.openxmlformats.org/officeDocument/2006/relationships/customXml" Target="../ink/ink40.xml"/><Relationship Id="rId97" Type="http://schemas.openxmlformats.org/officeDocument/2006/relationships/customXml" Target="../ink/ink51.xml"/><Relationship Id="rId120" Type="http://schemas.openxmlformats.org/officeDocument/2006/relationships/customXml" Target="../ink/ink63.xml"/><Relationship Id="rId141" Type="http://schemas.openxmlformats.org/officeDocument/2006/relationships/image" Target="../media/image89.png"/><Relationship Id="rId7" Type="http://schemas.openxmlformats.org/officeDocument/2006/relationships/image" Target="../media/image27.png"/><Relationship Id="rId162" Type="http://schemas.openxmlformats.org/officeDocument/2006/relationships/customXml" Target="../ink/ink86.xml"/><Relationship Id="rId183" Type="http://schemas.openxmlformats.org/officeDocument/2006/relationships/customXml" Target="../ink/ink97.xml"/><Relationship Id="rId218" Type="http://schemas.openxmlformats.org/officeDocument/2006/relationships/customXml" Target="../ink/ink115.xml"/><Relationship Id="rId24" Type="http://schemas.openxmlformats.org/officeDocument/2006/relationships/customXml" Target="../ink/ink14.xml"/><Relationship Id="rId45" Type="http://schemas.openxmlformats.org/officeDocument/2006/relationships/image" Target="../media/image46.png"/><Relationship Id="rId66" Type="http://schemas.openxmlformats.org/officeDocument/2006/relationships/customXml" Target="../ink/ink35.xml"/><Relationship Id="rId87" Type="http://schemas.openxmlformats.org/officeDocument/2006/relationships/image" Target="../media/image67.png"/><Relationship Id="rId110" Type="http://schemas.openxmlformats.org/officeDocument/2006/relationships/customXml" Target="../ink/ink58.xml"/><Relationship Id="rId131" Type="http://schemas.openxmlformats.org/officeDocument/2006/relationships/image" Target="../media/image84.png"/><Relationship Id="rId152" Type="http://schemas.openxmlformats.org/officeDocument/2006/relationships/customXml" Target="../ink/ink81.xml"/><Relationship Id="rId173" Type="http://schemas.openxmlformats.org/officeDocument/2006/relationships/customXml" Target="../ink/ink92.xml"/><Relationship Id="rId194" Type="http://schemas.openxmlformats.org/officeDocument/2006/relationships/image" Target="../media/image115.png"/><Relationship Id="rId208" Type="http://schemas.openxmlformats.org/officeDocument/2006/relationships/customXml" Target="../ink/ink110.xml"/><Relationship Id="rId14" Type="http://schemas.openxmlformats.org/officeDocument/2006/relationships/customXml" Target="../ink/ink9.xml"/><Relationship Id="rId35" Type="http://schemas.openxmlformats.org/officeDocument/2006/relationships/image" Target="../media/image41.png"/><Relationship Id="rId56" Type="http://schemas.openxmlformats.org/officeDocument/2006/relationships/customXml" Target="../ink/ink30.xml"/><Relationship Id="rId77" Type="http://schemas.openxmlformats.org/officeDocument/2006/relationships/image" Target="../media/image62.png"/><Relationship Id="rId100" Type="http://schemas.openxmlformats.org/officeDocument/2006/relationships/customXml" Target="../ink/ink53.xml"/><Relationship Id="rId8" Type="http://schemas.openxmlformats.org/officeDocument/2006/relationships/customXml" Target="../ink/ink6.xml"/><Relationship Id="rId98" Type="http://schemas.openxmlformats.org/officeDocument/2006/relationships/customXml" Target="../ink/ink52.xml"/><Relationship Id="rId121" Type="http://schemas.openxmlformats.org/officeDocument/2006/relationships/customXml" Target="../ink/ink64.xml"/><Relationship Id="rId142" Type="http://schemas.openxmlformats.org/officeDocument/2006/relationships/customXml" Target="../ink/ink76.xml"/><Relationship Id="rId163" Type="http://schemas.openxmlformats.org/officeDocument/2006/relationships/customXml" Target="../ink/ink87.xml"/><Relationship Id="rId184" Type="http://schemas.openxmlformats.org/officeDocument/2006/relationships/image" Target="../media/image110.png"/><Relationship Id="rId219" Type="http://schemas.openxmlformats.org/officeDocument/2006/relationships/image" Target="../media/image127.png"/><Relationship Id="rId3" Type="http://schemas.openxmlformats.org/officeDocument/2006/relationships/image" Target="../media/image25.png"/><Relationship Id="rId214" Type="http://schemas.openxmlformats.org/officeDocument/2006/relationships/customXml" Target="../ink/ink113.xml"/><Relationship Id="rId25" Type="http://schemas.openxmlformats.org/officeDocument/2006/relationships/image" Target="../media/image36.png"/><Relationship Id="rId46" Type="http://schemas.openxmlformats.org/officeDocument/2006/relationships/customXml" Target="../ink/ink25.xml"/><Relationship Id="rId67" Type="http://schemas.openxmlformats.org/officeDocument/2006/relationships/image" Target="../media/image57.png"/><Relationship Id="rId116" Type="http://schemas.openxmlformats.org/officeDocument/2006/relationships/customXml" Target="../ink/ink61.xml"/><Relationship Id="rId137" Type="http://schemas.openxmlformats.org/officeDocument/2006/relationships/image" Target="../media/image87.png"/><Relationship Id="rId158" Type="http://schemas.openxmlformats.org/officeDocument/2006/relationships/customXml" Target="../ink/ink84.xml"/><Relationship Id="rId20" Type="http://schemas.openxmlformats.org/officeDocument/2006/relationships/customXml" Target="../ink/ink12.xml"/><Relationship Id="rId41" Type="http://schemas.openxmlformats.org/officeDocument/2006/relationships/image" Target="../media/image44.png"/><Relationship Id="rId62" Type="http://schemas.openxmlformats.org/officeDocument/2006/relationships/customXml" Target="../ink/ink33.xml"/><Relationship Id="rId83" Type="http://schemas.openxmlformats.org/officeDocument/2006/relationships/image" Target="../media/image65.png"/><Relationship Id="rId88" Type="http://schemas.openxmlformats.org/officeDocument/2006/relationships/customXml" Target="../ink/ink46.xml"/><Relationship Id="rId111" Type="http://schemas.openxmlformats.org/officeDocument/2006/relationships/image" Target="../media/image77.png"/><Relationship Id="rId132" Type="http://schemas.openxmlformats.org/officeDocument/2006/relationships/customXml" Target="../ink/ink71.xml"/><Relationship Id="rId153" Type="http://schemas.openxmlformats.org/officeDocument/2006/relationships/image" Target="../media/image95.png"/><Relationship Id="rId174" Type="http://schemas.openxmlformats.org/officeDocument/2006/relationships/image" Target="../media/image105.png"/><Relationship Id="rId179" Type="http://schemas.openxmlformats.org/officeDocument/2006/relationships/customXml" Target="../ink/ink95.xml"/><Relationship Id="rId195" Type="http://schemas.openxmlformats.org/officeDocument/2006/relationships/customXml" Target="../ink/ink103.xml"/><Relationship Id="rId209" Type="http://schemas.openxmlformats.org/officeDocument/2006/relationships/image" Target="../media/image122.png"/><Relationship Id="rId190" Type="http://schemas.openxmlformats.org/officeDocument/2006/relationships/image" Target="../media/image113.png"/><Relationship Id="rId204" Type="http://schemas.openxmlformats.org/officeDocument/2006/relationships/image" Target="../media/image120.png"/><Relationship Id="rId220" Type="http://schemas.openxmlformats.org/officeDocument/2006/relationships/customXml" Target="../ink/ink116.xml"/><Relationship Id="rId225" Type="http://schemas.openxmlformats.org/officeDocument/2006/relationships/customXml" Target="../ink/ink119.xml"/><Relationship Id="rId15" Type="http://schemas.openxmlformats.org/officeDocument/2006/relationships/image" Target="../media/image31.png"/><Relationship Id="rId36" Type="http://schemas.openxmlformats.org/officeDocument/2006/relationships/customXml" Target="../ink/ink20.xml"/><Relationship Id="rId57" Type="http://schemas.openxmlformats.org/officeDocument/2006/relationships/image" Target="../media/image52.png"/><Relationship Id="rId106" Type="http://schemas.openxmlformats.org/officeDocument/2006/relationships/customXml" Target="../ink/ink56.xml"/><Relationship Id="rId127" Type="http://schemas.openxmlformats.org/officeDocument/2006/relationships/customXml" Target="../ink/ink68.xml"/><Relationship Id="rId10" Type="http://schemas.openxmlformats.org/officeDocument/2006/relationships/customXml" Target="../ink/ink7.xml"/><Relationship Id="rId31" Type="http://schemas.openxmlformats.org/officeDocument/2006/relationships/image" Target="../media/image39.png"/><Relationship Id="rId52" Type="http://schemas.openxmlformats.org/officeDocument/2006/relationships/customXml" Target="../ink/ink28.xml"/><Relationship Id="rId73" Type="http://schemas.openxmlformats.org/officeDocument/2006/relationships/image" Target="../media/image60.png"/><Relationship Id="rId78" Type="http://schemas.openxmlformats.org/officeDocument/2006/relationships/customXml" Target="../ink/ink41.xml"/><Relationship Id="rId94" Type="http://schemas.openxmlformats.org/officeDocument/2006/relationships/customXml" Target="../ink/ink49.xml"/><Relationship Id="rId99" Type="http://schemas.openxmlformats.org/officeDocument/2006/relationships/image" Target="../media/image71.png"/><Relationship Id="rId101" Type="http://schemas.openxmlformats.org/officeDocument/2006/relationships/image" Target="../media/image72.png"/><Relationship Id="rId122" Type="http://schemas.openxmlformats.org/officeDocument/2006/relationships/image" Target="../media/image23.png"/><Relationship Id="rId143" Type="http://schemas.openxmlformats.org/officeDocument/2006/relationships/image" Target="../media/image90.png"/><Relationship Id="rId148" Type="http://schemas.openxmlformats.org/officeDocument/2006/relationships/customXml" Target="../ink/ink79.xml"/><Relationship Id="rId164" Type="http://schemas.openxmlformats.org/officeDocument/2006/relationships/image" Target="../media/image100.png"/><Relationship Id="rId169" Type="http://schemas.openxmlformats.org/officeDocument/2006/relationships/customXml" Target="../ink/ink90.xml"/><Relationship Id="rId185" Type="http://schemas.openxmlformats.org/officeDocument/2006/relationships/customXml" Target="../ink/ink98.xml"/><Relationship Id="rId4" Type="http://schemas.openxmlformats.org/officeDocument/2006/relationships/customXml" Target="../ink/ink4.xml"/><Relationship Id="rId9" Type="http://schemas.openxmlformats.org/officeDocument/2006/relationships/image" Target="../media/image28.png"/><Relationship Id="rId180" Type="http://schemas.openxmlformats.org/officeDocument/2006/relationships/image" Target="../media/image108.png"/><Relationship Id="rId210" Type="http://schemas.openxmlformats.org/officeDocument/2006/relationships/customXml" Target="../ink/ink111.xml"/><Relationship Id="rId215" Type="http://schemas.openxmlformats.org/officeDocument/2006/relationships/image" Target="../media/image125.png"/><Relationship Id="rId26" Type="http://schemas.openxmlformats.org/officeDocument/2006/relationships/customXml" Target="../ink/ink15.xml"/><Relationship Id="rId47" Type="http://schemas.openxmlformats.org/officeDocument/2006/relationships/image" Target="../media/image47.png"/><Relationship Id="rId68" Type="http://schemas.openxmlformats.org/officeDocument/2006/relationships/customXml" Target="../ink/ink36.xml"/><Relationship Id="rId89" Type="http://schemas.openxmlformats.org/officeDocument/2006/relationships/image" Target="../media/image68.png"/><Relationship Id="rId112" Type="http://schemas.openxmlformats.org/officeDocument/2006/relationships/customXml" Target="../ink/ink59.xml"/><Relationship Id="rId133" Type="http://schemas.openxmlformats.org/officeDocument/2006/relationships/image" Target="../media/image85.png"/><Relationship Id="rId154" Type="http://schemas.openxmlformats.org/officeDocument/2006/relationships/customXml" Target="../ink/ink82.xml"/><Relationship Id="rId175" Type="http://schemas.openxmlformats.org/officeDocument/2006/relationships/customXml" Target="../ink/ink93.xml"/><Relationship Id="rId196" Type="http://schemas.openxmlformats.org/officeDocument/2006/relationships/image" Target="../media/image116.png"/><Relationship Id="rId200" Type="http://schemas.openxmlformats.org/officeDocument/2006/relationships/image" Target="../media/image118.png"/><Relationship Id="rId16" Type="http://schemas.openxmlformats.org/officeDocument/2006/relationships/customXml" Target="../ink/ink10.xml"/><Relationship Id="rId221" Type="http://schemas.openxmlformats.org/officeDocument/2006/relationships/image" Target="../media/image128.png"/><Relationship Id="rId37" Type="http://schemas.openxmlformats.org/officeDocument/2006/relationships/image" Target="../media/image42.png"/><Relationship Id="rId58" Type="http://schemas.openxmlformats.org/officeDocument/2006/relationships/customXml" Target="../ink/ink31.xml"/><Relationship Id="rId79" Type="http://schemas.openxmlformats.org/officeDocument/2006/relationships/image" Target="../media/image63.png"/><Relationship Id="rId102" Type="http://schemas.openxmlformats.org/officeDocument/2006/relationships/customXml" Target="../ink/ink54.xml"/><Relationship Id="rId123" Type="http://schemas.openxmlformats.org/officeDocument/2006/relationships/customXml" Target="../ink/ink65.xml"/><Relationship Id="rId144" Type="http://schemas.openxmlformats.org/officeDocument/2006/relationships/customXml" Target="../ink/ink77.xml"/><Relationship Id="rId90" Type="http://schemas.openxmlformats.org/officeDocument/2006/relationships/customXml" Target="../ink/ink47.xml"/><Relationship Id="rId165" Type="http://schemas.openxmlformats.org/officeDocument/2006/relationships/customXml" Target="../ink/ink88.xml"/><Relationship Id="rId186" Type="http://schemas.openxmlformats.org/officeDocument/2006/relationships/image" Target="../media/image111.png"/><Relationship Id="rId211" Type="http://schemas.openxmlformats.org/officeDocument/2006/relationships/image" Target="../media/image123.png"/><Relationship Id="rId27" Type="http://schemas.openxmlformats.org/officeDocument/2006/relationships/image" Target="../media/image37.png"/><Relationship Id="rId48" Type="http://schemas.openxmlformats.org/officeDocument/2006/relationships/customXml" Target="../ink/ink26.xml"/><Relationship Id="rId69" Type="http://schemas.openxmlformats.org/officeDocument/2006/relationships/image" Target="../media/image58.png"/><Relationship Id="rId113" Type="http://schemas.openxmlformats.org/officeDocument/2006/relationships/image" Target="../media/image78.png"/><Relationship Id="rId134" Type="http://schemas.openxmlformats.org/officeDocument/2006/relationships/customXml" Target="../ink/ink72.xml"/><Relationship Id="rId80" Type="http://schemas.openxmlformats.org/officeDocument/2006/relationships/customXml" Target="../ink/ink42.xml"/><Relationship Id="rId155" Type="http://schemas.openxmlformats.org/officeDocument/2006/relationships/image" Target="../media/image96.png"/><Relationship Id="rId176" Type="http://schemas.openxmlformats.org/officeDocument/2006/relationships/image" Target="../media/image106.png"/><Relationship Id="rId197" Type="http://schemas.openxmlformats.org/officeDocument/2006/relationships/customXml" Target="../ink/ink104.xml"/><Relationship Id="rId201" Type="http://schemas.openxmlformats.org/officeDocument/2006/relationships/customXml" Target="../ink/ink106.xml"/><Relationship Id="rId222" Type="http://schemas.openxmlformats.org/officeDocument/2006/relationships/customXml" Target="../ink/ink117.xml"/><Relationship Id="rId17" Type="http://schemas.openxmlformats.org/officeDocument/2006/relationships/image" Target="../media/image32.png"/><Relationship Id="rId38" Type="http://schemas.openxmlformats.org/officeDocument/2006/relationships/customXml" Target="../ink/ink21.xml"/><Relationship Id="rId59" Type="http://schemas.openxmlformats.org/officeDocument/2006/relationships/image" Target="../media/image53.png"/><Relationship Id="rId103" Type="http://schemas.openxmlformats.org/officeDocument/2006/relationships/image" Target="../media/image73.png"/><Relationship Id="rId124" Type="http://schemas.openxmlformats.org/officeDocument/2006/relationships/image" Target="../media/image82.png"/><Relationship Id="rId70" Type="http://schemas.openxmlformats.org/officeDocument/2006/relationships/customXml" Target="../ink/ink37.xml"/><Relationship Id="rId91" Type="http://schemas.openxmlformats.org/officeDocument/2006/relationships/image" Target="../media/image24.png"/><Relationship Id="rId145" Type="http://schemas.openxmlformats.org/officeDocument/2006/relationships/image" Target="../media/image91.png"/><Relationship Id="rId166" Type="http://schemas.openxmlformats.org/officeDocument/2006/relationships/image" Target="../media/image101.png"/><Relationship Id="rId187" Type="http://schemas.openxmlformats.org/officeDocument/2006/relationships/customXml" Target="../ink/ink9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2.xml"/><Relationship Id="rId28" Type="http://schemas.openxmlformats.org/officeDocument/2006/relationships/customXml" Target="../ink/ink16.xml"/><Relationship Id="rId49" Type="http://schemas.openxmlformats.org/officeDocument/2006/relationships/image" Target="../media/image48.png"/><Relationship Id="rId114" Type="http://schemas.openxmlformats.org/officeDocument/2006/relationships/customXml" Target="../ink/ink60.xml"/><Relationship Id="rId60" Type="http://schemas.openxmlformats.org/officeDocument/2006/relationships/customXml" Target="../ink/ink32.xml"/><Relationship Id="rId81" Type="http://schemas.openxmlformats.org/officeDocument/2006/relationships/image" Target="../media/image64.png"/><Relationship Id="rId135" Type="http://schemas.openxmlformats.org/officeDocument/2006/relationships/image" Target="../media/image86.png"/><Relationship Id="rId156" Type="http://schemas.openxmlformats.org/officeDocument/2006/relationships/customXml" Target="../ink/ink83.xml"/><Relationship Id="rId177" Type="http://schemas.openxmlformats.org/officeDocument/2006/relationships/customXml" Target="../ink/ink94.xml"/><Relationship Id="rId198" Type="http://schemas.openxmlformats.org/officeDocument/2006/relationships/image" Target="../media/image117.png"/><Relationship Id="rId202" Type="http://schemas.openxmlformats.org/officeDocument/2006/relationships/image" Target="../media/image119.png"/><Relationship Id="rId223" Type="http://schemas.openxmlformats.org/officeDocument/2006/relationships/image" Target="../media/image129.png"/><Relationship Id="rId18" Type="http://schemas.openxmlformats.org/officeDocument/2006/relationships/customXml" Target="../ink/ink11.xml"/><Relationship Id="rId39" Type="http://schemas.openxmlformats.org/officeDocument/2006/relationships/image" Target="../media/image43.png"/><Relationship Id="rId50" Type="http://schemas.openxmlformats.org/officeDocument/2006/relationships/customXml" Target="../ink/ink27.xml"/><Relationship Id="rId104" Type="http://schemas.openxmlformats.org/officeDocument/2006/relationships/customXml" Target="../ink/ink55.xml"/><Relationship Id="rId125" Type="http://schemas.openxmlformats.org/officeDocument/2006/relationships/customXml" Target="../ink/ink66.xml"/><Relationship Id="rId146" Type="http://schemas.openxmlformats.org/officeDocument/2006/relationships/customXml" Target="../ink/ink78.xml"/><Relationship Id="rId167" Type="http://schemas.openxmlformats.org/officeDocument/2006/relationships/customXml" Target="../ink/ink89.xml"/><Relationship Id="rId188" Type="http://schemas.openxmlformats.org/officeDocument/2006/relationships/image" Target="../media/image112.png"/><Relationship Id="rId71" Type="http://schemas.openxmlformats.org/officeDocument/2006/relationships/image" Target="../media/image59.png"/><Relationship Id="rId92" Type="http://schemas.openxmlformats.org/officeDocument/2006/relationships/customXml" Target="../ink/ink48.xml"/><Relationship Id="rId213" Type="http://schemas.openxmlformats.org/officeDocument/2006/relationships/image" Target="../media/image124.png"/><Relationship Id="rId2" Type="http://schemas.openxmlformats.org/officeDocument/2006/relationships/customXml" Target="../ink/ink3.xml"/><Relationship Id="rId29" Type="http://schemas.openxmlformats.org/officeDocument/2006/relationships/image" Target="../media/image38.png"/><Relationship Id="rId40" Type="http://schemas.openxmlformats.org/officeDocument/2006/relationships/customXml" Target="../ink/ink22.xml"/><Relationship Id="rId115" Type="http://schemas.openxmlformats.org/officeDocument/2006/relationships/image" Target="../media/image79.png"/><Relationship Id="rId136" Type="http://schemas.openxmlformats.org/officeDocument/2006/relationships/customXml" Target="../ink/ink73.xml"/><Relationship Id="rId157" Type="http://schemas.openxmlformats.org/officeDocument/2006/relationships/image" Target="../media/image97.png"/><Relationship Id="rId178" Type="http://schemas.openxmlformats.org/officeDocument/2006/relationships/image" Target="../media/image107.png"/><Relationship Id="rId61" Type="http://schemas.openxmlformats.org/officeDocument/2006/relationships/image" Target="../media/image54.png"/><Relationship Id="rId82" Type="http://schemas.openxmlformats.org/officeDocument/2006/relationships/customXml" Target="../ink/ink43.xml"/><Relationship Id="rId199" Type="http://schemas.openxmlformats.org/officeDocument/2006/relationships/customXml" Target="../ink/ink105.xml"/><Relationship Id="rId203" Type="http://schemas.openxmlformats.org/officeDocument/2006/relationships/customXml" Target="../ink/ink107.xml"/><Relationship Id="rId19" Type="http://schemas.openxmlformats.org/officeDocument/2006/relationships/image" Target="../media/image33.png"/><Relationship Id="rId224" Type="http://schemas.openxmlformats.org/officeDocument/2006/relationships/customXml" Target="../ink/ink118.xml"/><Relationship Id="rId30" Type="http://schemas.openxmlformats.org/officeDocument/2006/relationships/customXml" Target="../ink/ink17.xml"/><Relationship Id="rId105" Type="http://schemas.openxmlformats.org/officeDocument/2006/relationships/image" Target="../media/image74.png"/><Relationship Id="rId126" Type="http://schemas.openxmlformats.org/officeDocument/2006/relationships/customXml" Target="../ink/ink67.xml"/><Relationship Id="rId147" Type="http://schemas.openxmlformats.org/officeDocument/2006/relationships/image" Target="../media/image92.png"/><Relationship Id="rId168" Type="http://schemas.openxmlformats.org/officeDocument/2006/relationships/image" Target="../media/image102.png"/><Relationship Id="rId51" Type="http://schemas.openxmlformats.org/officeDocument/2006/relationships/image" Target="../media/image49.png"/><Relationship Id="rId72" Type="http://schemas.openxmlformats.org/officeDocument/2006/relationships/customXml" Target="../ink/ink38.xml"/><Relationship Id="rId93" Type="http://schemas.openxmlformats.org/officeDocument/2006/relationships/image" Target="../media/image69.png"/><Relationship Id="rId189" Type="http://schemas.openxmlformats.org/officeDocument/2006/relationships/customXml" Target="../ink/ink10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1.xm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6.xml"/><Relationship Id="rId3" Type="http://schemas.openxmlformats.org/officeDocument/2006/relationships/image" Target="../media/image82.png"/><Relationship Id="rId7" Type="http://schemas.openxmlformats.org/officeDocument/2006/relationships/customXml" Target="../ink/ink125.xml"/><Relationship Id="rId2" Type="http://schemas.openxmlformats.org/officeDocument/2006/relationships/customXml" Target="../ink/ink1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customXml" Target="../ink/ink124.xml"/><Relationship Id="rId4" Type="http://schemas.openxmlformats.org/officeDocument/2006/relationships/customXml" Target="../ink/ink12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manticscholar.org/venue?name=IEEE%20Transactions%20on%20Wireless%20Communications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customXml" Target="../ink/ink12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customXml" Target="../ink/ink128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2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4.png"/><Relationship Id="rId18" Type="http://schemas.openxmlformats.org/officeDocument/2006/relationships/customXml" Target="../ink/ink137.xml"/><Relationship Id="rId26" Type="http://schemas.openxmlformats.org/officeDocument/2006/relationships/customXml" Target="../ink/ink141.xml"/><Relationship Id="rId39" Type="http://schemas.openxmlformats.org/officeDocument/2006/relationships/image" Target="../media/image167.png"/><Relationship Id="rId21" Type="http://schemas.openxmlformats.org/officeDocument/2006/relationships/image" Target="../media/image158.png"/><Relationship Id="rId34" Type="http://schemas.openxmlformats.org/officeDocument/2006/relationships/customXml" Target="../ink/ink145.xml"/><Relationship Id="rId7" Type="http://schemas.openxmlformats.org/officeDocument/2006/relationships/image" Target="../media/image151.png"/><Relationship Id="rId12" Type="http://schemas.openxmlformats.org/officeDocument/2006/relationships/customXml" Target="../ink/ink134.xml"/><Relationship Id="rId17" Type="http://schemas.openxmlformats.org/officeDocument/2006/relationships/image" Target="../media/image156.png"/><Relationship Id="rId25" Type="http://schemas.openxmlformats.org/officeDocument/2006/relationships/image" Target="../media/image160.png"/><Relationship Id="rId33" Type="http://schemas.openxmlformats.org/officeDocument/2006/relationships/image" Target="../media/image164.png"/><Relationship Id="rId38" Type="http://schemas.openxmlformats.org/officeDocument/2006/relationships/customXml" Target="../ink/ink147.xml"/><Relationship Id="rId2" Type="http://schemas.openxmlformats.org/officeDocument/2006/relationships/image" Target="../media/image148.png"/><Relationship Id="rId16" Type="http://schemas.openxmlformats.org/officeDocument/2006/relationships/customXml" Target="../ink/ink136.xml"/><Relationship Id="rId20" Type="http://schemas.openxmlformats.org/officeDocument/2006/relationships/customXml" Target="../ink/ink138.xml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1.xml"/><Relationship Id="rId11" Type="http://schemas.openxmlformats.org/officeDocument/2006/relationships/image" Target="../media/image153.png"/><Relationship Id="rId24" Type="http://schemas.openxmlformats.org/officeDocument/2006/relationships/customXml" Target="../ink/ink140.xml"/><Relationship Id="rId32" Type="http://schemas.openxmlformats.org/officeDocument/2006/relationships/customXml" Target="../ink/ink144.xml"/><Relationship Id="rId37" Type="http://schemas.openxmlformats.org/officeDocument/2006/relationships/image" Target="../media/image166.png"/><Relationship Id="rId5" Type="http://schemas.openxmlformats.org/officeDocument/2006/relationships/image" Target="../media/image150.png"/><Relationship Id="rId15" Type="http://schemas.openxmlformats.org/officeDocument/2006/relationships/image" Target="../media/image155.png"/><Relationship Id="rId23" Type="http://schemas.openxmlformats.org/officeDocument/2006/relationships/image" Target="../media/image159.png"/><Relationship Id="rId28" Type="http://schemas.openxmlformats.org/officeDocument/2006/relationships/customXml" Target="../ink/ink142.xml"/><Relationship Id="rId36" Type="http://schemas.openxmlformats.org/officeDocument/2006/relationships/customXml" Target="../ink/ink146.xml"/><Relationship Id="rId10" Type="http://schemas.openxmlformats.org/officeDocument/2006/relationships/customXml" Target="../ink/ink133.xml"/><Relationship Id="rId19" Type="http://schemas.openxmlformats.org/officeDocument/2006/relationships/image" Target="../media/image157.png"/><Relationship Id="rId31" Type="http://schemas.openxmlformats.org/officeDocument/2006/relationships/image" Target="../media/image163.png"/><Relationship Id="rId4" Type="http://schemas.openxmlformats.org/officeDocument/2006/relationships/customXml" Target="../ink/ink130.xml"/><Relationship Id="rId9" Type="http://schemas.openxmlformats.org/officeDocument/2006/relationships/image" Target="../media/image152.png"/><Relationship Id="rId14" Type="http://schemas.openxmlformats.org/officeDocument/2006/relationships/customXml" Target="../ink/ink135.xml"/><Relationship Id="rId22" Type="http://schemas.openxmlformats.org/officeDocument/2006/relationships/customXml" Target="../ink/ink139.xml"/><Relationship Id="rId27" Type="http://schemas.openxmlformats.org/officeDocument/2006/relationships/image" Target="../media/image161.png"/><Relationship Id="rId30" Type="http://schemas.openxmlformats.org/officeDocument/2006/relationships/customXml" Target="../ink/ink143.xml"/><Relationship Id="rId35" Type="http://schemas.openxmlformats.org/officeDocument/2006/relationships/image" Target="../media/image165.png"/><Relationship Id="rId8" Type="http://schemas.openxmlformats.org/officeDocument/2006/relationships/customXml" Target="../ink/ink132.xml"/><Relationship Id="rId3" Type="http://schemas.openxmlformats.org/officeDocument/2006/relationships/image" Target="../media/image149.png"/></Relationships>
</file>

<file path=ppt/slides/_rels/slide8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4.png"/><Relationship Id="rId18" Type="http://schemas.openxmlformats.org/officeDocument/2006/relationships/customXml" Target="../ink/ink155.xml"/><Relationship Id="rId26" Type="http://schemas.openxmlformats.org/officeDocument/2006/relationships/customXml" Target="../ink/ink159.xml"/><Relationship Id="rId39" Type="http://schemas.openxmlformats.org/officeDocument/2006/relationships/image" Target="../media/image187.png"/><Relationship Id="rId21" Type="http://schemas.openxmlformats.org/officeDocument/2006/relationships/image" Target="../media/image178.png"/><Relationship Id="rId34" Type="http://schemas.openxmlformats.org/officeDocument/2006/relationships/customXml" Target="../ink/ink163.xml"/><Relationship Id="rId42" Type="http://schemas.openxmlformats.org/officeDocument/2006/relationships/customXml" Target="../ink/ink167.xml"/><Relationship Id="rId47" Type="http://schemas.openxmlformats.org/officeDocument/2006/relationships/image" Target="../media/image191.png"/><Relationship Id="rId7" Type="http://schemas.openxmlformats.org/officeDocument/2006/relationships/image" Target="../media/image171.png"/><Relationship Id="rId2" Type="http://schemas.openxmlformats.org/officeDocument/2006/relationships/image" Target="../media/image168.png"/><Relationship Id="rId16" Type="http://schemas.openxmlformats.org/officeDocument/2006/relationships/customXml" Target="../ink/ink154.xml"/><Relationship Id="rId29" Type="http://schemas.openxmlformats.org/officeDocument/2006/relationships/image" Target="../media/image182.png"/><Relationship Id="rId11" Type="http://schemas.openxmlformats.org/officeDocument/2006/relationships/image" Target="../media/image173.png"/><Relationship Id="rId24" Type="http://schemas.openxmlformats.org/officeDocument/2006/relationships/customXml" Target="../ink/ink158.xml"/><Relationship Id="rId32" Type="http://schemas.openxmlformats.org/officeDocument/2006/relationships/customXml" Target="../ink/ink162.xml"/><Relationship Id="rId37" Type="http://schemas.openxmlformats.org/officeDocument/2006/relationships/image" Target="../media/image186.png"/><Relationship Id="rId40" Type="http://schemas.openxmlformats.org/officeDocument/2006/relationships/customXml" Target="../ink/ink166.xml"/><Relationship Id="rId45" Type="http://schemas.openxmlformats.org/officeDocument/2006/relationships/image" Target="../media/image190.png"/><Relationship Id="rId5" Type="http://schemas.openxmlformats.org/officeDocument/2006/relationships/image" Target="../media/image170.png"/><Relationship Id="rId15" Type="http://schemas.openxmlformats.org/officeDocument/2006/relationships/image" Target="../media/image175.png"/><Relationship Id="rId23" Type="http://schemas.openxmlformats.org/officeDocument/2006/relationships/image" Target="../media/image179.png"/><Relationship Id="rId28" Type="http://schemas.openxmlformats.org/officeDocument/2006/relationships/customXml" Target="../ink/ink160.xml"/><Relationship Id="rId36" Type="http://schemas.openxmlformats.org/officeDocument/2006/relationships/customXml" Target="../ink/ink164.xml"/><Relationship Id="rId49" Type="http://schemas.openxmlformats.org/officeDocument/2006/relationships/image" Target="../media/image192.png"/><Relationship Id="rId10" Type="http://schemas.openxmlformats.org/officeDocument/2006/relationships/customXml" Target="../ink/ink151.xml"/><Relationship Id="rId19" Type="http://schemas.openxmlformats.org/officeDocument/2006/relationships/image" Target="../media/image177.png"/><Relationship Id="rId31" Type="http://schemas.openxmlformats.org/officeDocument/2006/relationships/image" Target="../media/image183.png"/><Relationship Id="rId44" Type="http://schemas.openxmlformats.org/officeDocument/2006/relationships/customXml" Target="../ink/ink168.xml"/><Relationship Id="rId4" Type="http://schemas.openxmlformats.org/officeDocument/2006/relationships/customXml" Target="../ink/ink148.xml"/><Relationship Id="rId9" Type="http://schemas.openxmlformats.org/officeDocument/2006/relationships/image" Target="../media/image172.png"/><Relationship Id="rId14" Type="http://schemas.openxmlformats.org/officeDocument/2006/relationships/customXml" Target="../ink/ink153.xml"/><Relationship Id="rId22" Type="http://schemas.openxmlformats.org/officeDocument/2006/relationships/customXml" Target="../ink/ink157.xml"/><Relationship Id="rId27" Type="http://schemas.openxmlformats.org/officeDocument/2006/relationships/image" Target="../media/image181.png"/><Relationship Id="rId30" Type="http://schemas.openxmlformats.org/officeDocument/2006/relationships/customXml" Target="../ink/ink161.xml"/><Relationship Id="rId35" Type="http://schemas.openxmlformats.org/officeDocument/2006/relationships/image" Target="../media/image185.png"/><Relationship Id="rId43" Type="http://schemas.openxmlformats.org/officeDocument/2006/relationships/image" Target="../media/image189.png"/><Relationship Id="rId48" Type="http://schemas.openxmlformats.org/officeDocument/2006/relationships/customXml" Target="../ink/ink170.xml"/><Relationship Id="rId8" Type="http://schemas.openxmlformats.org/officeDocument/2006/relationships/customXml" Target="../ink/ink150.xml"/><Relationship Id="rId3" Type="http://schemas.openxmlformats.org/officeDocument/2006/relationships/image" Target="../media/image169.png"/><Relationship Id="rId12" Type="http://schemas.openxmlformats.org/officeDocument/2006/relationships/customXml" Target="../ink/ink152.xml"/><Relationship Id="rId17" Type="http://schemas.openxmlformats.org/officeDocument/2006/relationships/image" Target="../media/image176.png"/><Relationship Id="rId25" Type="http://schemas.openxmlformats.org/officeDocument/2006/relationships/image" Target="../media/image180.png"/><Relationship Id="rId33" Type="http://schemas.openxmlformats.org/officeDocument/2006/relationships/image" Target="../media/image184.png"/><Relationship Id="rId38" Type="http://schemas.openxmlformats.org/officeDocument/2006/relationships/customXml" Target="../ink/ink165.xml"/><Relationship Id="rId46" Type="http://schemas.openxmlformats.org/officeDocument/2006/relationships/customXml" Target="../ink/ink169.xml"/><Relationship Id="rId20" Type="http://schemas.openxmlformats.org/officeDocument/2006/relationships/customXml" Target="../ink/ink156.xml"/><Relationship Id="rId41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7" Type="http://schemas.openxmlformats.org/officeDocument/2006/relationships/image" Target="../media/image325.png"/><Relationship Id="rId2" Type="http://schemas.openxmlformats.org/officeDocument/2006/relationships/customXml" Target="../ink/ink1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3.xml"/><Relationship Id="rId5" Type="http://schemas.openxmlformats.org/officeDocument/2006/relationships/image" Target="../media/image324.png"/><Relationship Id="rId4" Type="http://schemas.openxmlformats.org/officeDocument/2006/relationships/customXml" Target="../ink/ink17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0.png"/><Relationship Id="rId18" Type="http://schemas.openxmlformats.org/officeDocument/2006/relationships/customXml" Target="../ink/ink182.xml"/><Relationship Id="rId26" Type="http://schemas.openxmlformats.org/officeDocument/2006/relationships/customXml" Target="../ink/ink186.xml"/><Relationship Id="rId3" Type="http://schemas.openxmlformats.org/officeDocument/2006/relationships/image" Target="../media/image416.png"/><Relationship Id="rId21" Type="http://schemas.openxmlformats.org/officeDocument/2006/relationships/image" Target="../media/image424.png"/><Relationship Id="rId7" Type="http://schemas.openxmlformats.org/officeDocument/2006/relationships/image" Target="../media/image418.png"/><Relationship Id="rId12" Type="http://schemas.openxmlformats.org/officeDocument/2006/relationships/customXml" Target="../ink/ink179.xml"/><Relationship Id="rId17" Type="http://schemas.openxmlformats.org/officeDocument/2006/relationships/image" Target="../media/image422.png"/><Relationship Id="rId25" Type="http://schemas.openxmlformats.org/officeDocument/2006/relationships/image" Target="../media/image426.png"/><Relationship Id="rId33" Type="http://schemas.openxmlformats.org/officeDocument/2006/relationships/image" Target="../media/image430.png"/><Relationship Id="rId2" Type="http://schemas.openxmlformats.org/officeDocument/2006/relationships/customXml" Target="../ink/ink174.xml"/><Relationship Id="rId16" Type="http://schemas.openxmlformats.org/officeDocument/2006/relationships/customXml" Target="../ink/ink181.xml"/><Relationship Id="rId20" Type="http://schemas.openxmlformats.org/officeDocument/2006/relationships/customXml" Target="../ink/ink183.xml"/><Relationship Id="rId29" Type="http://schemas.openxmlformats.org/officeDocument/2006/relationships/image" Target="../media/image4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6.xml"/><Relationship Id="rId11" Type="http://schemas.openxmlformats.org/officeDocument/2006/relationships/image" Target="../media/image263.png"/><Relationship Id="rId24" Type="http://schemas.openxmlformats.org/officeDocument/2006/relationships/customXml" Target="../ink/ink185.xml"/><Relationship Id="rId32" Type="http://schemas.openxmlformats.org/officeDocument/2006/relationships/customXml" Target="../ink/ink189.xml"/><Relationship Id="rId5" Type="http://schemas.openxmlformats.org/officeDocument/2006/relationships/image" Target="../media/image417.png"/><Relationship Id="rId15" Type="http://schemas.openxmlformats.org/officeDocument/2006/relationships/image" Target="../media/image421.png"/><Relationship Id="rId23" Type="http://schemas.openxmlformats.org/officeDocument/2006/relationships/image" Target="../media/image425.png"/><Relationship Id="rId28" Type="http://schemas.openxmlformats.org/officeDocument/2006/relationships/customXml" Target="../ink/ink187.xml"/><Relationship Id="rId10" Type="http://schemas.openxmlformats.org/officeDocument/2006/relationships/customXml" Target="../ink/ink178.xml"/><Relationship Id="rId19" Type="http://schemas.openxmlformats.org/officeDocument/2006/relationships/image" Target="../media/image423.png"/><Relationship Id="rId31" Type="http://schemas.openxmlformats.org/officeDocument/2006/relationships/image" Target="../media/image429.png"/><Relationship Id="rId4" Type="http://schemas.openxmlformats.org/officeDocument/2006/relationships/customXml" Target="../ink/ink175.xml"/><Relationship Id="rId9" Type="http://schemas.openxmlformats.org/officeDocument/2006/relationships/image" Target="../media/image419.png"/><Relationship Id="rId14" Type="http://schemas.openxmlformats.org/officeDocument/2006/relationships/customXml" Target="../ink/ink180.xml"/><Relationship Id="rId22" Type="http://schemas.openxmlformats.org/officeDocument/2006/relationships/customXml" Target="../ink/ink184.xml"/><Relationship Id="rId27" Type="http://schemas.openxmlformats.org/officeDocument/2006/relationships/image" Target="../media/image427.png"/><Relationship Id="rId30" Type="http://schemas.openxmlformats.org/officeDocument/2006/relationships/customXml" Target="../ink/ink188.xml"/><Relationship Id="rId8" Type="http://schemas.openxmlformats.org/officeDocument/2006/relationships/customXml" Target="../ink/ink17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customXml" Target="../ink/ink19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92.xml"/><Relationship Id="rId4" Type="http://schemas.openxmlformats.org/officeDocument/2006/relationships/customXml" Target="../ink/ink19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5.xml"/><Relationship Id="rId21" Type="http://schemas.openxmlformats.org/officeDocument/2006/relationships/image" Target="../media/image230.png"/><Relationship Id="rId42" Type="http://schemas.openxmlformats.org/officeDocument/2006/relationships/customXml" Target="../ink/ink213.xml"/><Relationship Id="rId47" Type="http://schemas.openxmlformats.org/officeDocument/2006/relationships/image" Target="../media/image243.png"/><Relationship Id="rId63" Type="http://schemas.openxmlformats.org/officeDocument/2006/relationships/image" Target="../media/image251.png"/><Relationship Id="rId68" Type="http://schemas.openxmlformats.org/officeDocument/2006/relationships/customXml" Target="../ink/ink226.xml"/><Relationship Id="rId84" Type="http://schemas.openxmlformats.org/officeDocument/2006/relationships/customXml" Target="../ink/ink234.xml"/><Relationship Id="rId89" Type="http://schemas.openxmlformats.org/officeDocument/2006/relationships/image" Target="../media/image265.png"/><Relationship Id="rId16" Type="http://schemas.openxmlformats.org/officeDocument/2006/relationships/customXml" Target="../ink/ink200.xml"/><Relationship Id="rId107" Type="http://schemas.openxmlformats.org/officeDocument/2006/relationships/image" Target="../media/image274.png"/><Relationship Id="rId11" Type="http://schemas.openxmlformats.org/officeDocument/2006/relationships/image" Target="../media/image225.png"/><Relationship Id="rId32" Type="http://schemas.openxmlformats.org/officeDocument/2006/relationships/customXml" Target="../ink/ink208.xml"/><Relationship Id="rId37" Type="http://schemas.openxmlformats.org/officeDocument/2006/relationships/image" Target="../media/image238.png"/><Relationship Id="rId53" Type="http://schemas.openxmlformats.org/officeDocument/2006/relationships/image" Target="../media/image246.png"/><Relationship Id="rId58" Type="http://schemas.openxmlformats.org/officeDocument/2006/relationships/customXml" Target="../ink/ink221.xml"/><Relationship Id="rId74" Type="http://schemas.openxmlformats.org/officeDocument/2006/relationships/customXml" Target="../ink/ink229.xml"/><Relationship Id="rId79" Type="http://schemas.openxmlformats.org/officeDocument/2006/relationships/image" Target="../media/image259.png"/><Relationship Id="rId102" Type="http://schemas.openxmlformats.org/officeDocument/2006/relationships/customXml" Target="../ink/ink243.xml"/><Relationship Id="rId5" Type="http://schemas.openxmlformats.org/officeDocument/2006/relationships/image" Target="../media/image222.png"/><Relationship Id="rId90" Type="http://schemas.openxmlformats.org/officeDocument/2006/relationships/customXml" Target="../ink/ink237.xml"/><Relationship Id="rId95" Type="http://schemas.openxmlformats.org/officeDocument/2006/relationships/image" Target="../media/image268.png"/><Relationship Id="rId22" Type="http://schemas.openxmlformats.org/officeDocument/2006/relationships/customXml" Target="../ink/ink203.xml"/><Relationship Id="rId27" Type="http://schemas.openxmlformats.org/officeDocument/2006/relationships/image" Target="../media/image233.png"/><Relationship Id="rId43" Type="http://schemas.openxmlformats.org/officeDocument/2006/relationships/image" Target="../media/image241.png"/><Relationship Id="rId48" Type="http://schemas.openxmlformats.org/officeDocument/2006/relationships/customXml" Target="../ink/ink216.xml"/><Relationship Id="rId64" Type="http://schemas.openxmlformats.org/officeDocument/2006/relationships/customXml" Target="../ink/ink224.xml"/><Relationship Id="rId69" Type="http://schemas.openxmlformats.org/officeDocument/2006/relationships/image" Target="../media/image254.png"/><Relationship Id="rId80" Type="http://schemas.openxmlformats.org/officeDocument/2006/relationships/customXml" Target="../ink/ink232.xml"/><Relationship Id="rId85" Type="http://schemas.openxmlformats.org/officeDocument/2006/relationships/image" Target="../media/image262.png"/><Relationship Id="rId12" Type="http://schemas.openxmlformats.org/officeDocument/2006/relationships/customXml" Target="../ink/ink198.xml"/><Relationship Id="rId17" Type="http://schemas.openxmlformats.org/officeDocument/2006/relationships/image" Target="../media/image228.png"/><Relationship Id="rId33" Type="http://schemas.openxmlformats.org/officeDocument/2006/relationships/image" Target="../media/image236.png"/><Relationship Id="rId38" Type="http://schemas.openxmlformats.org/officeDocument/2006/relationships/customXml" Target="../ink/ink211.xml"/><Relationship Id="rId59" Type="http://schemas.openxmlformats.org/officeDocument/2006/relationships/image" Target="../media/image249.png"/><Relationship Id="rId103" Type="http://schemas.openxmlformats.org/officeDocument/2006/relationships/image" Target="../media/image272.png"/><Relationship Id="rId20" Type="http://schemas.openxmlformats.org/officeDocument/2006/relationships/customXml" Target="../ink/ink202.xml"/><Relationship Id="rId41" Type="http://schemas.openxmlformats.org/officeDocument/2006/relationships/image" Target="../media/image240.png"/><Relationship Id="rId54" Type="http://schemas.openxmlformats.org/officeDocument/2006/relationships/customXml" Target="../ink/ink219.xml"/><Relationship Id="rId62" Type="http://schemas.openxmlformats.org/officeDocument/2006/relationships/customXml" Target="../ink/ink223.xml"/><Relationship Id="rId70" Type="http://schemas.openxmlformats.org/officeDocument/2006/relationships/customXml" Target="../ink/ink227.xml"/><Relationship Id="rId75" Type="http://schemas.openxmlformats.org/officeDocument/2006/relationships/image" Target="../media/image257.png"/><Relationship Id="rId83" Type="http://schemas.openxmlformats.org/officeDocument/2006/relationships/image" Target="../media/image261.png"/><Relationship Id="rId88" Type="http://schemas.openxmlformats.org/officeDocument/2006/relationships/customXml" Target="../ink/ink236.xml"/><Relationship Id="rId91" Type="http://schemas.openxmlformats.org/officeDocument/2006/relationships/image" Target="../media/image266.png"/><Relationship Id="rId96" Type="http://schemas.openxmlformats.org/officeDocument/2006/relationships/customXml" Target="../ink/ink2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5.xml"/><Relationship Id="rId15" Type="http://schemas.openxmlformats.org/officeDocument/2006/relationships/image" Target="../media/image227.png"/><Relationship Id="rId23" Type="http://schemas.openxmlformats.org/officeDocument/2006/relationships/image" Target="../media/image231.png"/><Relationship Id="rId28" Type="http://schemas.openxmlformats.org/officeDocument/2006/relationships/customXml" Target="../ink/ink206.xml"/><Relationship Id="rId36" Type="http://schemas.openxmlformats.org/officeDocument/2006/relationships/customXml" Target="../ink/ink210.xml"/><Relationship Id="rId49" Type="http://schemas.openxmlformats.org/officeDocument/2006/relationships/image" Target="../media/image244.png"/><Relationship Id="rId57" Type="http://schemas.openxmlformats.org/officeDocument/2006/relationships/image" Target="../media/image248.png"/><Relationship Id="rId106" Type="http://schemas.openxmlformats.org/officeDocument/2006/relationships/customXml" Target="../ink/ink245.xml"/><Relationship Id="rId10" Type="http://schemas.openxmlformats.org/officeDocument/2006/relationships/customXml" Target="../ink/ink197.xml"/><Relationship Id="rId31" Type="http://schemas.openxmlformats.org/officeDocument/2006/relationships/image" Target="../media/image235.png"/><Relationship Id="rId44" Type="http://schemas.openxmlformats.org/officeDocument/2006/relationships/customXml" Target="../ink/ink214.xml"/><Relationship Id="rId52" Type="http://schemas.openxmlformats.org/officeDocument/2006/relationships/customXml" Target="../ink/ink218.xml"/><Relationship Id="rId60" Type="http://schemas.openxmlformats.org/officeDocument/2006/relationships/customXml" Target="../ink/ink222.xml"/><Relationship Id="rId65" Type="http://schemas.openxmlformats.org/officeDocument/2006/relationships/image" Target="../media/image252.png"/><Relationship Id="rId73" Type="http://schemas.openxmlformats.org/officeDocument/2006/relationships/image" Target="../media/image256.png"/><Relationship Id="rId78" Type="http://schemas.openxmlformats.org/officeDocument/2006/relationships/customXml" Target="../ink/ink231.xml"/><Relationship Id="rId81" Type="http://schemas.openxmlformats.org/officeDocument/2006/relationships/image" Target="../media/image260.png"/><Relationship Id="rId86" Type="http://schemas.openxmlformats.org/officeDocument/2006/relationships/customXml" Target="../ink/ink235.xml"/><Relationship Id="rId94" Type="http://schemas.openxmlformats.org/officeDocument/2006/relationships/customXml" Target="../ink/ink239.xml"/><Relationship Id="rId99" Type="http://schemas.openxmlformats.org/officeDocument/2006/relationships/image" Target="../media/image270.png"/><Relationship Id="rId101" Type="http://schemas.openxmlformats.org/officeDocument/2006/relationships/image" Target="../media/image271.png"/><Relationship Id="rId4" Type="http://schemas.openxmlformats.org/officeDocument/2006/relationships/customXml" Target="../ink/ink194.xml"/><Relationship Id="rId9" Type="http://schemas.openxmlformats.org/officeDocument/2006/relationships/image" Target="../media/image224.png"/><Relationship Id="rId13" Type="http://schemas.openxmlformats.org/officeDocument/2006/relationships/image" Target="../media/image226.png"/><Relationship Id="rId18" Type="http://schemas.openxmlformats.org/officeDocument/2006/relationships/customXml" Target="../ink/ink201.xml"/><Relationship Id="rId39" Type="http://schemas.openxmlformats.org/officeDocument/2006/relationships/image" Target="../media/image239.png"/><Relationship Id="rId34" Type="http://schemas.openxmlformats.org/officeDocument/2006/relationships/customXml" Target="../ink/ink209.xml"/><Relationship Id="rId50" Type="http://schemas.openxmlformats.org/officeDocument/2006/relationships/customXml" Target="../ink/ink217.xml"/><Relationship Id="rId55" Type="http://schemas.openxmlformats.org/officeDocument/2006/relationships/image" Target="../media/image247.png"/><Relationship Id="rId76" Type="http://schemas.openxmlformats.org/officeDocument/2006/relationships/customXml" Target="../ink/ink230.xml"/><Relationship Id="rId97" Type="http://schemas.openxmlformats.org/officeDocument/2006/relationships/image" Target="../media/image269.png"/><Relationship Id="rId104" Type="http://schemas.openxmlformats.org/officeDocument/2006/relationships/customXml" Target="../ink/ink244.xml"/><Relationship Id="rId7" Type="http://schemas.openxmlformats.org/officeDocument/2006/relationships/image" Target="../media/image223.png"/><Relationship Id="rId71" Type="http://schemas.openxmlformats.org/officeDocument/2006/relationships/image" Target="../media/image255.png"/><Relationship Id="rId92" Type="http://schemas.openxmlformats.org/officeDocument/2006/relationships/customXml" Target="../ink/ink238.xml"/><Relationship Id="rId2" Type="http://schemas.openxmlformats.org/officeDocument/2006/relationships/customXml" Target="../ink/ink193.xml"/><Relationship Id="rId29" Type="http://schemas.openxmlformats.org/officeDocument/2006/relationships/image" Target="../media/image234.png"/><Relationship Id="rId24" Type="http://schemas.openxmlformats.org/officeDocument/2006/relationships/customXml" Target="../ink/ink204.xml"/><Relationship Id="rId40" Type="http://schemas.openxmlformats.org/officeDocument/2006/relationships/customXml" Target="../ink/ink212.xml"/><Relationship Id="rId45" Type="http://schemas.openxmlformats.org/officeDocument/2006/relationships/image" Target="../media/image242.png"/><Relationship Id="rId66" Type="http://schemas.openxmlformats.org/officeDocument/2006/relationships/customXml" Target="../ink/ink225.xml"/><Relationship Id="rId87" Type="http://schemas.openxmlformats.org/officeDocument/2006/relationships/image" Target="../media/image264.png"/><Relationship Id="rId61" Type="http://schemas.openxmlformats.org/officeDocument/2006/relationships/image" Target="../media/image250.png"/><Relationship Id="rId82" Type="http://schemas.openxmlformats.org/officeDocument/2006/relationships/customXml" Target="../ink/ink233.xml"/><Relationship Id="rId19" Type="http://schemas.openxmlformats.org/officeDocument/2006/relationships/image" Target="../media/image229.png"/><Relationship Id="rId14" Type="http://schemas.openxmlformats.org/officeDocument/2006/relationships/customXml" Target="../ink/ink199.xml"/><Relationship Id="rId30" Type="http://schemas.openxmlformats.org/officeDocument/2006/relationships/customXml" Target="../ink/ink207.xml"/><Relationship Id="rId35" Type="http://schemas.openxmlformats.org/officeDocument/2006/relationships/image" Target="../media/image237.png"/><Relationship Id="rId56" Type="http://schemas.openxmlformats.org/officeDocument/2006/relationships/customXml" Target="../ink/ink220.xml"/><Relationship Id="rId77" Type="http://schemas.openxmlformats.org/officeDocument/2006/relationships/image" Target="../media/image258.png"/><Relationship Id="rId100" Type="http://schemas.openxmlformats.org/officeDocument/2006/relationships/customXml" Target="../ink/ink242.xml"/><Relationship Id="rId105" Type="http://schemas.openxmlformats.org/officeDocument/2006/relationships/image" Target="../media/image273.png"/><Relationship Id="rId8" Type="http://schemas.openxmlformats.org/officeDocument/2006/relationships/customXml" Target="../ink/ink196.xml"/><Relationship Id="rId51" Type="http://schemas.openxmlformats.org/officeDocument/2006/relationships/image" Target="../media/image245.png"/><Relationship Id="rId72" Type="http://schemas.openxmlformats.org/officeDocument/2006/relationships/customXml" Target="../ink/ink228.xml"/><Relationship Id="rId93" Type="http://schemas.openxmlformats.org/officeDocument/2006/relationships/image" Target="../media/image267.png"/><Relationship Id="rId98" Type="http://schemas.openxmlformats.org/officeDocument/2006/relationships/customXml" Target="../ink/ink241.xml"/><Relationship Id="rId3" Type="http://schemas.openxmlformats.org/officeDocument/2006/relationships/image" Target="../media/image221.png"/><Relationship Id="rId25" Type="http://schemas.openxmlformats.org/officeDocument/2006/relationships/image" Target="../media/image232.png"/><Relationship Id="rId46" Type="http://schemas.openxmlformats.org/officeDocument/2006/relationships/customXml" Target="../ink/ink215.xml"/><Relationship Id="rId67" Type="http://schemas.openxmlformats.org/officeDocument/2006/relationships/image" Target="../media/image253.png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7.png"/><Relationship Id="rId117" Type="http://schemas.openxmlformats.org/officeDocument/2006/relationships/customXml" Target="../ink/ink305.xml"/><Relationship Id="rId21" Type="http://schemas.openxmlformats.org/officeDocument/2006/relationships/customXml" Target="../ink/ink255.xml"/><Relationship Id="rId42" Type="http://schemas.openxmlformats.org/officeDocument/2006/relationships/image" Target="../media/image295.png"/><Relationship Id="rId47" Type="http://schemas.openxmlformats.org/officeDocument/2006/relationships/customXml" Target="../ink/ink268.xml"/><Relationship Id="rId63" Type="http://schemas.openxmlformats.org/officeDocument/2006/relationships/customXml" Target="../ink/ink276.xml"/><Relationship Id="rId68" Type="http://schemas.openxmlformats.org/officeDocument/2006/relationships/image" Target="../media/image308.png"/><Relationship Id="rId84" Type="http://schemas.openxmlformats.org/officeDocument/2006/relationships/customXml" Target="../ink/ink288.xml"/><Relationship Id="rId89" Type="http://schemas.openxmlformats.org/officeDocument/2006/relationships/customXml" Target="../ink/ink291.xml"/><Relationship Id="rId112" Type="http://schemas.openxmlformats.org/officeDocument/2006/relationships/image" Target="../media/image331.png"/><Relationship Id="rId16" Type="http://schemas.openxmlformats.org/officeDocument/2006/relationships/image" Target="../media/image282.png"/><Relationship Id="rId107" Type="http://schemas.openxmlformats.org/officeDocument/2006/relationships/customXml" Target="../ink/ink300.xml"/><Relationship Id="rId11" Type="http://schemas.openxmlformats.org/officeDocument/2006/relationships/customXml" Target="../ink/ink250.xml"/><Relationship Id="rId32" Type="http://schemas.openxmlformats.org/officeDocument/2006/relationships/image" Target="../media/image290.png"/><Relationship Id="rId37" Type="http://schemas.openxmlformats.org/officeDocument/2006/relationships/customXml" Target="../ink/ink263.xml"/><Relationship Id="rId53" Type="http://schemas.openxmlformats.org/officeDocument/2006/relationships/customXml" Target="../ink/ink271.xml"/><Relationship Id="rId58" Type="http://schemas.openxmlformats.org/officeDocument/2006/relationships/image" Target="../media/image303.png"/><Relationship Id="rId74" Type="http://schemas.openxmlformats.org/officeDocument/2006/relationships/image" Target="../media/image311.png"/><Relationship Id="rId79" Type="http://schemas.openxmlformats.org/officeDocument/2006/relationships/customXml" Target="../ink/ink285.xml"/><Relationship Id="rId102" Type="http://schemas.openxmlformats.org/officeDocument/2006/relationships/image" Target="../media/image326.png"/><Relationship Id="rId5" Type="http://schemas.openxmlformats.org/officeDocument/2006/relationships/customXml" Target="../ink/ink247.xml"/><Relationship Id="rId90" Type="http://schemas.openxmlformats.org/officeDocument/2006/relationships/image" Target="../media/image317.png"/><Relationship Id="rId95" Type="http://schemas.openxmlformats.org/officeDocument/2006/relationships/customXml" Target="../ink/ink294.xml"/><Relationship Id="rId22" Type="http://schemas.openxmlformats.org/officeDocument/2006/relationships/image" Target="../media/image285.png"/><Relationship Id="rId27" Type="http://schemas.openxmlformats.org/officeDocument/2006/relationships/customXml" Target="../ink/ink258.xml"/><Relationship Id="rId43" Type="http://schemas.openxmlformats.org/officeDocument/2006/relationships/customXml" Target="../ink/ink266.xml"/><Relationship Id="rId48" Type="http://schemas.openxmlformats.org/officeDocument/2006/relationships/image" Target="../media/image298.png"/><Relationship Id="rId64" Type="http://schemas.openxmlformats.org/officeDocument/2006/relationships/image" Target="../media/image306.png"/><Relationship Id="rId69" Type="http://schemas.openxmlformats.org/officeDocument/2006/relationships/customXml" Target="../ink/ink279.xml"/><Relationship Id="rId113" Type="http://schemas.openxmlformats.org/officeDocument/2006/relationships/customXml" Target="../ink/ink303.xml"/><Relationship Id="rId118" Type="http://schemas.openxmlformats.org/officeDocument/2006/relationships/image" Target="../media/image334.png"/><Relationship Id="rId80" Type="http://schemas.openxmlformats.org/officeDocument/2006/relationships/image" Target="../media/image313.png"/><Relationship Id="rId85" Type="http://schemas.openxmlformats.org/officeDocument/2006/relationships/image" Target="../media/image315.png"/><Relationship Id="rId12" Type="http://schemas.openxmlformats.org/officeDocument/2006/relationships/image" Target="../media/image280.png"/><Relationship Id="rId17" Type="http://schemas.openxmlformats.org/officeDocument/2006/relationships/customXml" Target="../ink/ink253.xml"/><Relationship Id="rId33" Type="http://schemas.openxmlformats.org/officeDocument/2006/relationships/customXml" Target="../ink/ink261.xml"/><Relationship Id="rId38" Type="http://schemas.openxmlformats.org/officeDocument/2006/relationships/image" Target="../media/image293.png"/><Relationship Id="rId59" Type="http://schemas.openxmlformats.org/officeDocument/2006/relationships/customXml" Target="../ink/ink274.xml"/><Relationship Id="rId103" Type="http://schemas.openxmlformats.org/officeDocument/2006/relationships/customXml" Target="../ink/ink298.xml"/><Relationship Id="rId108" Type="http://schemas.openxmlformats.org/officeDocument/2006/relationships/image" Target="../media/image329.png"/><Relationship Id="rId54" Type="http://schemas.openxmlformats.org/officeDocument/2006/relationships/image" Target="../media/image301.png"/><Relationship Id="rId70" Type="http://schemas.openxmlformats.org/officeDocument/2006/relationships/image" Target="../media/image309.png"/><Relationship Id="rId75" Type="http://schemas.openxmlformats.org/officeDocument/2006/relationships/customXml" Target="../ink/ink282.xml"/><Relationship Id="rId91" Type="http://schemas.openxmlformats.org/officeDocument/2006/relationships/customXml" Target="../ink/ink292.xml"/><Relationship Id="rId96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7.png"/><Relationship Id="rId23" Type="http://schemas.openxmlformats.org/officeDocument/2006/relationships/customXml" Target="../ink/ink256.xml"/><Relationship Id="rId28" Type="http://schemas.openxmlformats.org/officeDocument/2006/relationships/image" Target="../media/image288.png"/><Relationship Id="rId49" Type="http://schemas.openxmlformats.org/officeDocument/2006/relationships/customXml" Target="../ink/ink269.xml"/><Relationship Id="rId114" Type="http://schemas.openxmlformats.org/officeDocument/2006/relationships/image" Target="../media/image332.png"/><Relationship Id="rId10" Type="http://schemas.openxmlformats.org/officeDocument/2006/relationships/image" Target="../media/image279.png"/><Relationship Id="rId31" Type="http://schemas.openxmlformats.org/officeDocument/2006/relationships/customXml" Target="../ink/ink260.xml"/><Relationship Id="rId44" Type="http://schemas.openxmlformats.org/officeDocument/2006/relationships/image" Target="../media/image296.png"/><Relationship Id="rId52" Type="http://schemas.openxmlformats.org/officeDocument/2006/relationships/image" Target="../media/image300.png"/><Relationship Id="rId60" Type="http://schemas.openxmlformats.org/officeDocument/2006/relationships/image" Target="../media/image304.png"/><Relationship Id="rId65" Type="http://schemas.openxmlformats.org/officeDocument/2006/relationships/customXml" Target="../ink/ink277.xml"/><Relationship Id="rId73" Type="http://schemas.openxmlformats.org/officeDocument/2006/relationships/customXml" Target="../ink/ink281.xml"/><Relationship Id="rId78" Type="http://schemas.openxmlformats.org/officeDocument/2006/relationships/customXml" Target="../ink/ink284.xml"/><Relationship Id="rId81" Type="http://schemas.openxmlformats.org/officeDocument/2006/relationships/customXml" Target="../ink/ink286.xml"/><Relationship Id="rId86" Type="http://schemas.openxmlformats.org/officeDocument/2006/relationships/customXml" Target="../ink/ink289.xml"/><Relationship Id="rId94" Type="http://schemas.openxmlformats.org/officeDocument/2006/relationships/image" Target="../media/image319.png"/><Relationship Id="rId99" Type="http://schemas.openxmlformats.org/officeDocument/2006/relationships/customXml" Target="../ink/ink296.xml"/><Relationship Id="rId101" Type="http://schemas.openxmlformats.org/officeDocument/2006/relationships/customXml" Target="../ink/ink297.xml"/><Relationship Id="rId4" Type="http://schemas.openxmlformats.org/officeDocument/2006/relationships/image" Target="../media/image276.png"/><Relationship Id="rId9" Type="http://schemas.openxmlformats.org/officeDocument/2006/relationships/customXml" Target="../ink/ink249.xml"/><Relationship Id="rId13" Type="http://schemas.openxmlformats.org/officeDocument/2006/relationships/customXml" Target="../ink/ink251.xml"/><Relationship Id="rId18" Type="http://schemas.openxmlformats.org/officeDocument/2006/relationships/image" Target="../media/image283.png"/><Relationship Id="rId39" Type="http://schemas.openxmlformats.org/officeDocument/2006/relationships/customXml" Target="../ink/ink264.xml"/><Relationship Id="rId109" Type="http://schemas.openxmlformats.org/officeDocument/2006/relationships/customXml" Target="../ink/ink301.xml"/><Relationship Id="rId34" Type="http://schemas.openxmlformats.org/officeDocument/2006/relationships/image" Target="../media/image291.png"/><Relationship Id="rId50" Type="http://schemas.openxmlformats.org/officeDocument/2006/relationships/image" Target="../media/image299.png"/><Relationship Id="rId55" Type="http://schemas.openxmlformats.org/officeDocument/2006/relationships/customXml" Target="../ink/ink272.xml"/><Relationship Id="rId76" Type="http://schemas.openxmlformats.org/officeDocument/2006/relationships/image" Target="../media/image312.png"/><Relationship Id="rId97" Type="http://schemas.openxmlformats.org/officeDocument/2006/relationships/customXml" Target="../ink/ink295.xml"/><Relationship Id="rId104" Type="http://schemas.openxmlformats.org/officeDocument/2006/relationships/image" Target="../media/image327.png"/><Relationship Id="rId7" Type="http://schemas.openxmlformats.org/officeDocument/2006/relationships/customXml" Target="../ink/ink248.xml"/><Relationship Id="rId71" Type="http://schemas.openxmlformats.org/officeDocument/2006/relationships/customXml" Target="../ink/ink280.xml"/><Relationship Id="rId92" Type="http://schemas.openxmlformats.org/officeDocument/2006/relationships/image" Target="../media/image318.png"/><Relationship Id="rId2" Type="http://schemas.openxmlformats.org/officeDocument/2006/relationships/image" Target="../media/image275.png"/><Relationship Id="rId29" Type="http://schemas.openxmlformats.org/officeDocument/2006/relationships/customXml" Target="../ink/ink259.xml"/><Relationship Id="rId24" Type="http://schemas.openxmlformats.org/officeDocument/2006/relationships/image" Target="../media/image286.png"/><Relationship Id="rId40" Type="http://schemas.openxmlformats.org/officeDocument/2006/relationships/image" Target="../media/image294.png"/><Relationship Id="rId45" Type="http://schemas.openxmlformats.org/officeDocument/2006/relationships/customXml" Target="../ink/ink267.xml"/><Relationship Id="rId66" Type="http://schemas.openxmlformats.org/officeDocument/2006/relationships/image" Target="../media/image307.png"/><Relationship Id="rId87" Type="http://schemas.openxmlformats.org/officeDocument/2006/relationships/customXml" Target="../ink/ink290.xml"/><Relationship Id="rId110" Type="http://schemas.openxmlformats.org/officeDocument/2006/relationships/image" Target="../media/image330.png"/><Relationship Id="rId115" Type="http://schemas.openxmlformats.org/officeDocument/2006/relationships/customXml" Target="../ink/ink304.xml"/><Relationship Id="rId61" Type="http://schemas.openxmlformats.org/officeDocument/2006/relationships/customXml" Target="../ink/ink275.xml"/><Relationship Id="rId82" Type="http://schemas.openxmlformats.org/officeDocument/2006/relationships/customXml" Target="../ink/ink287.xml"/><Relationship Id="rId19" Type="http://schemas.openxmlformats.org/officeDocument/2006/relationships/customXml" Target="../ink/ink254.xml"/><Relationship Id="rId14" Type="http://schemas.openxmlformats.org/officeDocument/2006/relationships/image" Target="../media/image281.png"/><Relationship Id="rId30" Type="http://schemas.openxmlformats.org/officeDocument/2006/relationships/image" Target="../media/image289.png"/><Relationship Id="rId35" Type="http://schemas.openxmlformats.org/officeDocument/2006/relationships/customXml" Target="../ink/ink262.xml"/><Relationship Id="rId56" Type="http://schemas.openxmlformats.org/officeDocument/2006/relationships/image" Target="../media/image302.png"/><Relationship Id="rId77" Type="http://schemas.openxmlformats.org/officeDocument/2006/relationships/customXml" Target="../ink/ink283.xml"/><Relationship Id="rId100" Type="http://schemas.openxmlformats.org/officeDocument/2006/relationships/image" Target="../media/image322.png"/><Relationship Id="rId105" Type="http://schemas.openxmlformats.org/officeDocument/2006/relationships/customXml" Target="../ink/ink299.xml"/><Relationship Id="rId8" Type="http://schemas.openxmlformats.org/officeDocument/2006/relationships/image" Target="../media/image278.png"/><Relationship Id="rId51" Type="http://schemas.openxmlformats.org/officeDocument/2006/relationships/customXml" Target="../ink/ink270.xml"/><Relationship Id="rId72" Type="http://schemas.openxmlformats.org/officeDocument/2006/relationships/image" Target="../media/image310.png"/><Relationship Id="rId93" Type="http://schemas.openxmlformats.org/officeDocument/2006/relationships/customXml" Target="../ink/ink293.xml"/><Relationship Id="rId98" Type="http://schemas.openxmlformats.org/officeDocument/2006/relationships/image" Target="../media/image321.png"/><Relationship Id="rId3" Type="http://schemas.openxmlformats.org/officeDocument/2006/relationships/customXml" Target="../ink/ink246.xml"/><Relationship Id="rId25" Type="http://schemas.openxmlformats.org/officeDocument/2006/relationships/customXml" Target="../ink/ink257.xml"/><Relationship Id="rId46" Type="http://schemas.openxmlformats.org/officeDocument/2006/relationships/image" Target="../media/image297.png"/><Relationship Id="rId67" Type="http://schemas.openxmlformats.org/officeDocument/2006/relationships/customXml" Target="../ink/ink278.xml"/><Relationship Id="rId116" Type="http://schemas.openxmlformats.org/officeDocument/2006/relationships/image" Target="../media/image333.png"/><Relationship Id="rId20" Type="http://schemas.openxmlformats.org/officeDocument/2006/relationships/image" Target="../media/image284.png"/><Relationship Id="rId41" Type="http://schemas.openxmlformats.org/officeDocument/2006/relationships/customXml" Target="../ink/ink265.xml"/><Relationship Id="rId62" Type="http://schemas.openxmlformats.org/officeDocument/2006/relationships/image" Target="../media/image305.png"/><Relationship Id="rId83" Type="http://schemas.openxmlformats.org/officeDocument/2006/relationships/image" Target="../media/image314.png"/><Relationship Id="rId88" Type="http://schemas.openxmlformats.org/officeDocument/2006/relationships/image" Target="../media/image316.png"/><Relationship Id="rId111" Type="http://schemas.openxmlformats.org/officeDocument/2006/relationships/customXml" Target="../ink/ink302.xml"/><Relationship Id="rId15" Type="http://schemas.openxmlformats.org/officeDocument/2006/relationships/customXml" Target="../ink/ink252.xml"/><Relationship Id="rId36" Type="http://schemas.openxmlformats.org/officeDocument/2006/relationships/image" Target="../media/image292.png"/><Relationship Id="rId57" Type="http://schemas.openxmlformats.org/officeDocument/2006/relationships/customXml" Target="../ink/ink273.xml"/><Relationship Id="rId106" Type="http://schemas.openxmlformats.org/officeDocument/2006/relationships/image" Target="../media/image328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9.xml"/><Relationship Id="rId13" Type="http://schemas.openxmlformats.org/officeDocument/2006/relationships/image" Target="../media/image340.png"/><Relationship Id="rId18" Type="http://schemas.openxmlformats.org/officeDocument/2006/relationships/customXml" Target="../ink/ink314.xml"/><Relationship Id="rId3" Type="http://schemas.openxmlformats.org/officeDocument/2006/relationships/image" Target="../media/image335.png"/><Relationship Id="rId21" Type="http://schemas.openxmlformats.org/officeDocument/2006/relationships/image" Target="../media/image344.png"/><Relationship Id="rId7" Type="http://schemas.openxmlformats.org/officeDocument/2006/relationships/image" Target="../media/image337.png"/><Relationship Id="rId12" Type="http://schemas.openxmlformats.org/officeDocument/2006/relationships/customXml" Target="../ink/ink311.xml"/><Relationship Id="rId17" Type="http://schemas.openxmlformats.org/officeDocument/2006/relationships/image" Target="../media/image342.png"/><Relationship Id="rId2" Type="http://schemas.openxmlformats.org/officeDocument/2006/relationships/customXml" Target="../ink/ink306.xml"/><Relationship Id="rId16" Type="http://schemas.openxmlformats.org/officeDocument/2006/relationships/customXml" Target="../ink/ink313.xml"/><Relationship Id="rId20" Type="http://schemas.openxmlformats.org/officeDocument/2006/relationships/customXml" Target="../ink/ink3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8.xml"/><Relationship Id="rId11" Type="http://schemas.openxmlformats.org/officeDocument/2006/relationships/image" Target="../media/image339.png"/><Relationship Id="rId5" Type="http://schemas.openxmlformats.org/officeDocument/2006/relationships/image" Target="../media/image336.png"/><Relationship Id="rId15" Type="http://schemas.openxmlformats.org/officeDocument/2006/relationships/image" Target="../media/image341.png"/><Relationship Id="rId10" Type="http://schemas.openxmlformats.org/officeDocument/2006/relationships/customXml" Target="../ink/ink310.xml"/><Relationship Id="rId19" Type="http://schemas.openxmlformats.org/officeDocument/2006/relationships/image" Target="../media/image343.png"/><Relationship Id="rId4" Type="http://schemas.openxmlformats.org/officeDocument/2006/relationships/customXml" Target="../ink/ink307.xml"/><Relationship Id="rId9" Type="http://schemas.openxmlformats.org/officeDocument/2006/relationships/image" Target="../media/image338.png"/><Relationship Id="rId14" Type="http://schemas.openxmlformats.org/officeDocument/2006/relationships/customXml" Target="../ink/ink31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customXml" Target="../ink/ink321.xml"/><Relationship Id="rId18" Type="http://schemas.openxmlformats.org/officeDocument/2006/relationships/image" Target="../media/image355.png"/><Relationship Id="rId3" Type="http://schemas.openxmlformats.org/officeDocument/2006/relationships/customXml" Target="../ink/ink316.xml"/><Relationship Id="rId21" Type="http://schemas.openxmlformats.org/officeDocument/2006/relationships/customXml" Target="../ink/ink325.xml"/><Relationship Id="rId7" Type="http://schemas.openxmlformats.org/officeDocument/2006/relationships/customXml" Target="../ink/ink318.xml"/><Relationship Id="rId12" Type="http://schemas.openxmlformats.org/officeDocument/2006/relationships/image" Target="../media/image352.png"/><Relationship Id="rId17" Type="http://schemas.openxmlformats.org/officeDocument/2006/relationships/customXml" Target="../ink/ink323.xml"/><Relationship Id="rId2" Type="http://schemas.openxmlformats.org/officeDocument/2006/relationships/image" Target="../media/image347.png"/><Relationship Id="rId16" Type="http://schemas.openxmlformats.org/officeDocument/2006/relationships/image" Target="../media/image354.png"/><Relationship Id="rId20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9.png"/><Relationship Id="rId11" Type="http://schemas.openxmlformats.org/officeDocument/2006/relationships/customXml" Target="../ink/ink320.xml"/><Relationship Id="rId24" Type="http://schemas.openxmlformats.org/officeDocument/2006/relationships/image" Target="../media/image358.png"/><Relationship Id="rId5" Type="http://schemas.openxmlformats.org/officeDocument/2006/relationships/customXml" Target="../ink/ink317.xml"/><Relationship Id="rId15" Type="http://schemas.openxmlformats.org/officeDocument/2006/relationships/customXml" Target="../ink/ink322.xml"/><Relationship Id="rId23" Type="http://schemas.openxmlformats.org/officeDocument/2006/relationships/customXml" Target="../ink/ink326.xml"/><Relationship Id="rId10" Type="http://schemas.openxmlformats.org/officeDocument/2006/relationships/image" Target="../media/image351.png"/><Relationship Id="rId19" Type="http://schemas.openxmlformats.org/officeDocument/2006/relationships/customXml" Target="../ink/ink324.xml"/><Relationship Id="rId4" Type="http://schemas.openxmlformats.org/officeDocument/2006/relationships/image" Target="../media/image348.png"/><Relationship Id="rId9" Type="http://schemas.openxmlformats.org/officeDocument/2006/relationships/customXml" Target="../ink/ink319.xml"/><Relationship Id="rId14" Type="http://schemas.openxmlformats.org/officeDocument/2006/relationships/image" Target="../media/image353.png"/><Relationship Id="rId22" Type="http://schemas.openxmlformats.org/officeDocument/2006/relationships/image" Target="../media/image357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3" Type="http://schemas.openxmlformats.org/officeDocument/2006/relationships/customXml" Target="../ink/ink327.xml"/><Relationship Id="rId7" Type="http://schemas.openxmlformats.org/officeDocument/2006/relationships/customXml" Target="../ink/ink329.xml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1.png"/><Relationship Id="rId5" Type="http://schemas.openxmlformats.org/officeDocument/2006/relationships/customXml" Target="../ink/ink328.xml"/><Relationship Id="rId4" Type="http://schemas.openxmlformats.org/officeDocument/2006/relationships/image" Target="../media/image36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png"/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5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2" Type="http://schemas.openxmlformats.org/officeDocument/2006/relationships/image" Target="../media/image3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9.png"/><Relationship Id="rId4" Type="http://schemas.openxmlformats.org/officeDocument/2006/relationships/image" Target="../media/image368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png"/><Relationship Id="rId13" Type="http://schemas.openxmlformats.org/officeDocument/2006/relationships/image" Target="../media/image382.png"/><Relationship Id="rId3" Type="http://schemas.openxmlformats.org/officeDocument/2006/relationships/image" Target="../media/image370.png"/><Relationship Id="rId7" Type="http://schemas.openxmlformats.org/officeDocument/2006/relationships/image" Target="../media/image376.png"/><Relationship Id="rId12" Type="http://schemas.openxmlformats.org/officeDocument/2006/relationships/image" Target="../media/image381.png"/><Relationship Id="rId17" Type="http://schemas.openxmlformats.org/officeDocument/2006/relationships/image" Target="../media/image386.png"/><Relationship Id="rId2" Type="http://schemas.openxmlformats.org/officeDocument/2006/relationships/image" Target="../media/image372.png"/><Relationship Id="rId16" Type="http://schemas.openxmlformats.org/officeDocument/2006/relationships/image" Target="../media/image3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5.png"/><Relationship Id="rId11" Type="http://schemas.openxmlformats.org/officeDocument/2006/relationships/image" Target="../media/image380.png"/><Relationship Id="rId5" Type="http://schemas.openxmlformats.org/officeDocument/2006/relationships/image" Target="../media/image374.png"/><Relationship Id="rId15" Type="http://schemas.openxmlformats.org/officeDocument/2006/relationships/image" Target="../media/image384.png"/><Relationship Id="rId10" Type="http://schemas.openxmlformats.org/officeDocument/2006/relationships/image" Target="../media/image379.png"/><Relationship Id="rId4" Type="http://schemas.openxmlformats.org/officeDocument/2006/relationships/image" Target="../media/image373.png"/><Relationship Id="rId9" Type="http://schemas.openxmlformats.org/officeDocument/2006/relationships/image" Target="../media/image378.png"/><Relationship Id="rId14" Type="http://schemas.openxmlformats.org/officeDocument/2006/relationships/image" Target="../media/image383.png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png"/><Relationship Id="rId13" Type="http://schemas.openxmlformats.org/officeDocument/2006/relationships/image" Target="../media/image397.png"/><Relationship Id="rId18" Type="http://schemas.openxmlformats.org/officeDocument/2006/relationships/image" Target="../media/image402.png"/><Relationship Id="rId3" Type="http://schemas.openxmlformats.org/officeDocument/2006/relationships/image" Target="../media/image379.png"/><Relationship Id="rId7" Type="http://schemas.openxmlformats.org/officeDocument/2006/relationships/image" Target="../media/image391.png"/><Relationship Id="rId12" Type="http://schemas.openxmlformats.org/officeDocument/2006/relationships/image" Target="../media/image396.png"/><Relationship Id="rId17" Type="http://schemas.openxmlformats.org/officeDocument/2006/relationships/image" Target="../media/image401.png"/><Relationship Id="rId2" Type="http://schemas.openxmlformats.org/officeDocument/2006/relationships/image" Target="../media/image388.png"/><Relationship Id="rId16" Type="http://schemas.openxmlformats.org/officeDocument/2006/relationships/image" Target="../media/image400.png"/><Relationship Id="rId20" Type="http://schemas.openxmlformats.org/officeDocument/2006/relationships/image" Target="../media/image4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11" Type="http://schemas.openxmlformats.org/officeDocument/2006/relationships/image" Target="../media/image395.png"/><Relationship Id="rId5" Type="http://schemas.openxmlformats.org/officeDocument/2006/relationships/image" Target="../media/image389.png"/><Relationship Id="rId15" Type="http://schemas.openxmlformats.org/officeDocument/2006/relationships/image" Target="../media/image399.png"/><Relationship Id="rId10" Type="http://schemas.openxmlformats.org/officeDocument/2006/relationships/image" Target="../media/image394.png"/><Relationship Id="rId19" Type="http://schemas.openxmlformats.org/officeDocument/2006/relationships/image" Target="../media/image403.png"/><Relationship Id="rId4" Type="http://schemas.openxmlformats.org/officeDocument/2006/relationships/image" Target="../media/image380.png"/><Relationship Id="rId9" Type="http://schemas.openxmlformats.org/officeDocument/2006/relationships/image" Target="../media/image393.png"/><Relationship Id="rId14" Type="http://schemas.openxmlformats.org/officeDocument/2006/relationships/image" Target="../media/image398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png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2.xml"/><Relationship Id="rId13" Type="http://schemas.openxmlformats.org/officeDocument/2006/relationships/image" Target="../media/image432.png"/><Relationship Id="rId18" Type="http://schemas.openxmlformats.org/officeDocument/2006/relationships/customXml" Target="../ink/ink337.xml"/><Relationship Id="rId26" Type="http://schemas.openxmlformats.org/officeDocument/2006/relationships/customXml" Target="../ink/ink341.xml"/><Relationship Id="rId3" Type="http://schemas.openxmlformats.org/officeDocument/2006/relationships/image" Target="../media/image412.png"/><Relationship Id="rId21" Type="http://schemas.openxmlformats.org/officeDocument/2006/relationships/image" Target="../media/image435.png"/><Relationship Id="rId7" Type="http://schemas.openxmlformats.org/officeDocument/2006/relationships/image" Target="../media/image414.png"/><Relationship Id="rId12" Type="http://schemas.openxmlformats.org/officeDocument/2006/relationships/customXml" Target="../ink/ink334.xml"/><Relationship Id="rId17" Type="http://schemas.openxmlformats.org/officeDocument/2006/relationships/image" Target="../media/image434.png"/><Relationship Id="rId25" Type="http://schemas.openxmlformats.org/officeDocument/2006/relationships/image" Target="../media/image437.png"/><Relationship Id="rId2" Type="http://schemas.openxmlformats.org/officeDocument/2006/relationships/image" Target="../media/image411.png"/><Relationship Id="rId16" Type="http://schemas.openxmlformats.org/officeDocument/2006/relationships/customXml" Target="../ink/ink336.xml"/><Relationship Id="rId20" Type="http://schemas.openxmlformats.org/officeDocument/2006/relationships/customXml" Target="../ink/ink3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1.xml"/><Relationship Id="rId11" Type="http://schemas.openxmlformats.org/officeDocument/2006/relationships/image" Target="../media/image431.png"/><Relationship Id="rId24" Type="http://schemas.openxmlformats.org/officeDocument/2006/relationships/customXml" Target="../ink/ink340.xml"/><Relationship Id="rId5" Type="http://schemas.openxmlformats.org/officeDocument/2006/relationships/image" Target="../media/image413.png"/><Relationship Id="rId15" Type="http://schemas.openxmlformats.org/officeDocument/2006/relationships/image" Target="../media/image433.png"/><Relationship Id="rId23" Type="http://schemas.openxmlformats.org/officeDocument/2006/relationships/image" Target="../media/image436.png"/><Relationship Id="rId10" Type="http://schemas.openxmlformats.org/officeDocument/2006/relationships/customXml" Target="../ink/ink333.xml"/><Relationship Id="rId19" Type="http://schemas.openxmlformats.org/officeDocument/2006/relationships/image" Target="../media/image362.png"/><Relationship Id="rId4" Type="http://schemas.openxmlformats.org/officeDocument/2006/relationships/customXml" Target="../ink/ink330.xml"/><Relationship Id="rId9" Type="http://schemas.openxmlformats.org/officeDocument/2006/relationships/image" Target="../media/image415.png"/><Relationship Id="rId14" Type="http://schemas.openxmlformats.org/officeDocument/2006/relationships/customXml" Target="../ink/ink335.xml"/><Relationship Id="rId22" Type="http://schemas.openxmlformats.org/officeDocument/2006/relationships/customXml" Target="../ink/ink339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8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9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4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png"/><Relationship Id="rId2" Type="http://schemas.openxmlformats.org/officeDocument/2006/relationships/image" Target="../media/image445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8.png"/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8.png"/><Relationship Id="rId13" Type="http://schemas.openxmlformats.org/officeDocument/2006/relationships/image" Target="../media/image463.png"/><Relationship Id="rId18" Type="http://schemas.openxmlformats.org/officeDocument/2006/relationships/image" Target="../media/image468.png"/><Relationship Id="rId3" Type="http://schemas.openxmlformats.org/officeDocument/2006/relationships/image" Target="../media/image453.png"/><Relationship Id="rId21" Type="http://schemas.openxmlformats.org/officeDocument/2006/relationships/image" Target="../media/image471.png"/><Relationship Id="rId7" Type="http://schemas.openxmlformats.org/officeDocument/2006/relationships/image" Target="../media/image457.png"/><Relationship Id="rId12" Type="http://schemas.openxmlformats.org/officeDocument/2006/relationships/image" Target="../media/image462.png"/><Relationship Id="rId17" Type="http://schemas.openxmlformats.org/officeDocument/2006/relationships/image" Target="../media/image467.png"/><Relationship Id="rId25" Type="http://schemas.openxmlformats.org/officeDocument/2006/relationships/image" Target="../media/image475.png"/><Relationship Id="rId2" Type="http://schemas.openxmlformats.org/officeDocument/2006/relationships/image" Target="../media/image452.png"/><Relationship Id="rId16" Type="http://schemas.openxmlformats.org/officeDocument/2006/relationships/image" Target="../media/image466.png"/><Relationship Id="rId20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6.png"/><Relationship Id="rId11" Type="http://schemas.openxmlformats.org/officeDocument/2006/relationships/image" Target="../media/image461.png"/><Relationship Id="rId24" Type="http://schemas.openxmlformats.org/officeDocument/2006/relationships/image" Target="../media/image474.png"/><Relationship Id="rId5" Type="http://schemas.openxmlformats.org/officeDocument/2006/relationships/image" Target="../media/image455.png"/><Relationship Id="rId15" Type="http://schemas.openxmlformats.org/officeDocument/2006/relationships/image" Target="../media/image465.png"/><Relationship Id="rId23" Type="http://schemas.openxmlformats.org/officeDocument/2006/relationships/image" Target="../media/image473.png"/><Relationship Id="rId10" Type="http://schemas.openxmlformats.org/officeDocument/2006/relationships/image" Target="../media/image460.png"/><Relationship Id="rId19" Type="http://schemas.openxmlformats.org/officeDocument/2006/relationships/image" Target="../media/image469.png"/><Relationship Id="rId4" Type="http://schemas.openxmlformats.org/officeDocument/2006/relationships/image" Target="../media/image454.png"/><Relationship Id="rId9" Type="http://schemas.openxmlformats.org/officeDocument/2006/relationships/image" Target="../media/image459.png"/><Relationship Id="rId14" Type="http://schemas.openxmlformats.org/officeDocument/2006/relationships/image" Target="../media/image464.png"/><Relationship Id="rId22" Type="http://schemas.openxmlformats.org/officeDocument/2006/relationships/image" Target="../media/image472.png"/></Relationships>
</file>

<file path=ppt/slides/_rels/slide1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png"/><Relationship Id="rId13" Type="http://schemas.openxmlformats.org/officeDocument/2006/relationships/image" Target="../media/image487.png"/><Relationship Id="rId18" Type="http://schemas.openxmlformats.org/officeDocument/2006/relationships/image" Target="../media/image492.png"/><Relationship Id="rId26" Type="http://schemas.openxmlformats.org/officeDocument/2006/relationships/image" Target="../media/image500.png"/><Relationship Id="rId3" Type="http://schemas.openxmlformats.org/officeDocument/2006/relationships/image" Target="../media/image477.png"/><Relationship Id="rId21" Type="http://schemas.openxmlformats.org/officeDocument/2006/relationships/image" Target="../media/image495.png"/><Relationship Id="rId7" Type="http://schemas.openxmlformats.org/officeDocument/2006/relationships/image" Target="../media/image481.png"/><Relationship Id="rId12" Type="http://schemas.openxmlformats.org/officeDocument/2006/relationships/image" Target="../media/image486.png"/><Relationship Id="rId17" Type="http://schemas.openxmlformats.org/officeDocument/2006/relationships/image" Target="../media/image491.png"/><Relationship Id="rId25" Type="http://schemas.openxmlformats.org/officeDocument/2006/relationships/image" Target="../media/image499.png"/><Relationship Id="rId2" Type="http://schemas.openxmlformats.org/officeDocument/2006/relationships/image" Target="../media/image476.png"/><Relationship Id="rId16" Type="http://schemas.openxmlformats.org/officeDocument/2006/relationships/image" Target="../media/image490.png"/><Relationship Id="rId20" Type="http://schemas.openxmlformats.org/officeDocument/2006/relationships/image" Target="../media/image4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11" Type="http://schemas.openxmlformats.org/officeDocument/2006/relationships/image" Target="../media/image485.png"/><Relationship Id="rId24" Type="http://schemas.openxmlformats.org/officeDocument/2006/relationships/image" Target="../media/image498.png"/><Relationship Id="rId5" Type="http://schemas.openxmlformats.org/officeDocument/2006/relationships/image" Target="../media/image479.png"/><Relationship Id="rId15" Type="http://schemas.openxmlformats.org/officeDocument/2006/relationships/image" Target="../media/image489.png"/><Relationship Id="rId23" Type="http://schemas.openxmlformats.org/officeDocument/2006/relationships/image" Target="../media/image497.png"/><Relationship Id="rId10" Type="http://schemas.openxmlformats.org/officeDocument/2006/relationships/image" Target="../media/image484.png"/><Relationship Id="rId19" Type="http://schemas.openxmlformats.org/officeDocument/2006/relationships/image" Target="../media/image493.png"/><Relationship Id="rId4" Type="http://schemas.openxmlformats.org/officeDocument/2006/relationships/image" Target="../media/image478.png"/><Relationship Id="rId9" Type="http://schemas.openxmlformats.org/officeDocument/2006/relationships/image" Target="../media/image483.png"/><Relationship Id="rId14" Type="http://schemas.openxmlformats.org/officeDocument/2006/relationships/image" Target="../media/image488.png"/><Relationship Id="rId22" Type="http://schemas.openxmlformats.org/officeDocument/2006/relationships/image" Target="../media/image496.png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png"/><Relationship Id="rId13" Type="http://schemas.openxmlformats.org/officeDocument/2006/relationships/image" Target="../media/image512.png"/><Relationship Id="rId18" Type="http://schemas.openxmlformats.org/officeDocument/2006/relationships/image" Target="../media/image517.png"/><Relationship Id="rId26" Type="http://schemas.openxmlformats.org/officeDocument/2006/relationships/image" Target="../media/image500.png"/><Relationship Id="rId3" Type="http://schemas.openxmlformats.org/officeDocument/2006/relationships/image" Target="../media/image502.png"/><Relationship Id="rId21" Type="http://schemas.openxmlformats.org/officeDocument/2006/relationships/image" Target="../media/image520.png"/><Relationship Id="rId7" Type="http://schemas.openxmlformats.org/officeDocument/2006/relationships/image" Target="../media/image506.png"/><Relationship Id="rId12" Type="http://schemas.openxmlformats.org/officeDocument/2006/relationships/image" Target="../media/image511.png"/><Relationship Id="rId17" Type="http://schemas.openxmlformats.org/officeDocument/2006/relationships/image" Target="../media/image516.png"/><Relationship Id="rId25" Type="http://schemas.openxmlformats.org/officeDocument/2006/relationships/image" Target="../media/image524.png"/><Relationship Id="rId2" Type="http://schemas.openxmlformats.org/officeDocument/2006/relationships/image" Target="../media/image501.png"/><Relationship Id="rId16" Type="http://schemas.openxmlformats.org/officeDocument/2006/relationships/image" Target="../media/image515.png"/><Relationship Id="rId20" Type="http://schemas.openxmlformats.org/officeDocument/2006/relationships/image" Target="../media/image5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5.png"/><Relationship Id="rId11" Type="http://schemas.openxmlformats.org/officeDocument/2006/relationships/image" Target="../media/image510.png"/><Relationship Id="rId24" Type="http://schemas.openxmlformats.org/officeDocument/2006/relationships/image" Target="../media/image523.png"/><Relationship Id="rId5" Type="http://schemas.openxmlformats.org/officeDocument/2006/relationships/image" Target="../media/image504.png"/><Relationship Id="rId15" Type="http://schemas.openxmlformats.org/officeDocument/2006/relationships/image" Target="../media/image514.png"/><Relationship Id="rId23" Type="http://schemas.openxmlformats.org/officeDocument/2006/relationships/image" Target="../media/image522.png"/><Relationship Id="rId10" Type="http://schemas.openxmlformats.org/officeDocument/2006/relationships/image" Target="../media/image509.png"/><Relationship Id="rId19" Type="http://schemas.openxmlformats.org/officeDocument/2006/relationships/image" Target="../media/image518.png"/><Relationship Id="rId4" Type="http://schemas.openxmlformats.org/officeDocument/2006/relationships/image" Target="../media/image503.png"/><Relationship Id="rId9" Type="http://schemas.openxmlformats.org/officeDocument/2006/relationships/image" Target="../media/image508.png"/><Relationship Id="rId14" Type="http://schemas.openxmlformats.org/officeDocument/2006/relationships/image" Target="../media/image513.png"/><Relationship Id="rId22" Type="http://schemas.openxmlformats.org/officeDocument/2006/relationships/image" Target="../media/image521.png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6.png"/><Relationship Id="rId18" Type="http://schemas.openxmlformats.org/officeDocument/2006/relationships/image" Target="../media/image541.png"/><Relationship Id="rId26" Type="http://schemas.openxmlformats.org/officeDocument/2006/relationships/image" Target="../media/image549.png"/><Relationship Id="rId21" Type="http://schemas.openxmlformats.org/officeDocument/2006/relationships/image" Target="../media/image544.png"/><Relationship Id="rId34" Type="http://schemas.openxmlformats.org/officeDocument/2006/relationships/image" Target="../media/image557.png"/><Relationship Id="rId7" Type="http://schemas.openxmlformats.org/officeDocument/2006/relationships/image" Target="../media/image530.png"/><Relationship Id="rId12" Type="http://schemas.openxmlformats.org/officeDocument/2006/relationships/image" Target="../media/image535.png"/><Relationship Id="rId17" Type="http://schemas.openxmlformats.org/officeDocument/2006/relationships/image" Target="../media/image540.png"/><Relationship Id="rId25" Type="http://schemas.openxmlformats.org/officeDocument/2006/relationships/image" Target="../media/image548.png"/><Relationship Id="rId33" Type="http://schemas.openxmlformats.org/officeDocument/2006/relationships/image" Target="../media/image556.png"/><Relationship Id="rId2" Type="http://schemas.openxmlformats.org/officeDocument/2006/relationships/image" Target="../media/image525.png"/><Relationship Id="rId16" Type="http://schemas.openxmlformats.org/officeDocument/2006/relationships/image" Target="../media/image539.png"/><Relationship Id="rId20" Type="http://schemas.openxmlformats.org/officeDocument/2006/relationships/image" Target="../media/image543.png"/><Relationship Id="rId29" Type="http://schemas.openxmlformats.org/officeDocument/2006/relationships/image" Target="../media/image5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9.png"/><Relationship Id="rId11" Type="http://schemas.openxmlformats.org/officeDocument/2006/relationships/image" Target="../media/image534.png"/><Relationship Id="rId24" Type="http://schemas.openxmlformats.org/officeDocument/2006/relationships/image" Target="../media/image547.png"/><Relationship Id="rId32" Type="http://schemas.openxmlformats.org/officeDocument/2006/relationships/image" Target="../media/image555.png"/><Relationship Id="rId37" Type="http://schemas.openxmlformats.org/officeDocument/2006/relationships/image" Target="../media/image560.png"/><Relationship Id="rId5" Type="http://schemas.openxmlformats.org/officeDocument/2006/relationships/image" Target="../media/image528.png"/><Relationship Id="rId15" Type="http://schemas.openxmlformats.org/officeDocument/2006/relationships/image" Target="../media/image538.png"/><Relationship Id="rId23" Type="http://schemas.openxmlformats.org/officeDocument/2006/relationships/image" Target="../media/image546.png"/><Relationship Id="rId28" Type="http://schemas.openxmlformats.org/officeDocument/2006/relationships/image" Target="../media/image551.png"/><Relationship Id="rId36" Type="http://schemas.openxmlformats.org/officeDocument/2006/relationships/image" Target="../media/image559.png"/><Relationship Id="rId10" Type="http://schemas.openxmlformats.org/officeDocument/2006/relationships/image" Target="../media/image533.png"/><Relationship Id="rId19" Type="http://schemas.openxmlformats.org/officeDocument/2006/relationships/image" Target="../media/image542.png"/><Relationship Id="rId31" Type="http://schemas.openxmlformats.org/officeDocument/2006/relationships/image" Target="../media/image554.png"/><Relationship Id="rId4" Type="http://schemas.openxmlformats.org/officeDocument/2006/relationships/image" Target="../media/image527.png"/><Relationship Id="rId9" Type="http://schemas.openxmlformats.org/officeDocument/2006/relationships/image" Target="../media/image532.png"/><Relationship Id="rId14" Type="http://schemas.openxmlformats.org/officeDocument/2006/relationships/image" Target="../media/image537.png"/><Relationship Id="rId22" Type="http://schemas.openxmlformats.org/officeDocument/2006/relationships/image" Target="../media/image545.png"/><Relationship Id="rId27" Type="http://schemas.openxmlformats.org/officeDocument/2006/relationships/image" Target="../media/image550.png"/><Relationship Id="rId30" Type="http://schemas.openxmlformats.org/officeDocument/2006/relationships/image" Target="../media/image553.png"/><Relationship Id="rId35" Type="http://schemas.openxmlformats.org/officeDocument/2006/relationships/image" Target="../media/image558.png"/><Relationship Id="rId8" Type="http://schemas.openxmlformats.org/officeDocument/2006/relationships/image" Target="../media/image531.png"/><Relationship Id="rId3" Type="http://schemas.openxmlformats.org/officeDocument/2006/relationships/image" Target="../media/image526.png"/></Relationships>
</file>

<file path=ppt/slides/_rels/slide19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2.png"/><Relationship Id="rId18" Type="http://schemas.openxmlformats.org/officeDocument/2006/relationships/image" Target="../media/image577.png"/><Relationship Id="rId26" Type="http://schemas.openxmlformats.org/officeDocument/2006/relationships/image" Target="../media/image585.png"/><Relationship Id="rId39" Type="http://schemas.openxmlformats.org/officeDocument/2006/relationships/image" Target="../media/image598.png"/><Relationship Id="rId21" Type="http://schemas.openxmlformats.org/officeDocument/2006/relationships/image" Target="../media/image580.png"/><Relationship Id="rId34" Type="http://schemas.openxmlformats.org/officeDocument/2006/relationships/image" Target="../media/image593.png"/><Relationship Id="rId42" Type="http://schemas.openxmlformats.org/officeDocument/2006/relationships/image" Target="../media/image601.png"/><Relationship Id="rId7" Type="http://schemas.openxmlformats.org/officeDocument/2006/relationships/image" Target="../media/image566.png"/><Relationship Id="rId2" Type="http://schemas.openxmlformats.org/officeDocument/2006/relationships/image" Target="../media/image561.png"/><Relationship Id="rId16" Type="http://schemas.openxmlformats.org/officeDocument/2006/relationships/image" Target="../media/image575.png"/><Relationship Id="rId20" Type="http://schemas.openxmlformats.org/officeDocument/2006/relationships/image" Target="../media/image579.png"/><Relationship Id="rId29" Type="http://schemas.openxmlformats.org/officeDocument/2006/relationships/image" Target="../media/image588.png"/><Relationship Id="rId41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5.png"/><Relationship Id="rId11" Type="http://schemas.openxmlformats.org/officeDocument/2006/relationships/image" Target="../media/image570.png"/><Relationship Id="rId24" Type="http://schemas.openxmlformats.org/officeDocument/2006/relationships/image" Target="../media/image583.png"/><Relationship Id="rId32" Type="http://schemas.openxmlformats.org/officeDocument/2006/relationships/image" Target="../media/image591.png"/><Relationship Id="rId37" Type="http://schemas.openxmlformats.org/officeDocument/2006/relationships/image" Target="../media/image596.png"/><Relationship Id="rId40" Type="http://schemas.openxmlformats.org/officeDocument/2006/relationships/image" Target="../media/image599.png"/><Relationship Id="rId5" Type="http://schemas.openxmlformats.org/officeDocument/2006/relationships/image" Target="../media/image564.png"/><Relationship Id="rId15" Type="http://schemas.openxmlformats.org/officeDocument/2006/relationships/image" Target="../media/image574.png"/><Relationship Id="rId23" Type="http://schemas.openxmlformats.org/officeDocument/2006/relationships/image" Target="../media/image582.png"/><Relationship Id="rId28" Type="http://schemas.openxmlformats.org/officeDocument/2006/relationships/image" Target="../media/image587.png"/><Relationship Id="rId36" Type="http://schemas.openxmlformats.org/officeDocument/2006/relationships/image" Target="../media/image595.png"/><Relationship Id="rId10" Type="http://schemas.openxmlformats.org/officeDocument/2006/relationships/image" Target="../media/image569.png"/><Relationship Id="rId19" Type="http://schemas.openxmlformats.org/officeDocument/2006/relationships/image" Target="../media/image578.png"/><Relationship Id="rId31" Type="http://schemas.openxmlformats.org/officeDocument/2006/relationships/image" Target="../media/image590.png"/><Relationship Id="rId4" Type="http://schemas.openxmlformats.org/officeDocument/2006/relationships/image" Target="../media/image563.png"/><Relationship Id="rId9" Type="http://schemas.openxmlformats.org/officeDocument/2006/relationships/image" Target="../media/image568.png"/><Relationship Id="rId14" Type="http://schemas.openxmlformats.org/officeDocument/2006/relationships/image" Target="../media/image573.png"/><Relationship Id="rId22" Type="http://schemas.openxmlformats.org/officeDocument/2006/relationships/image" Target="../media/image581.png"/><Relationship Id="rId27" Type="http://schemas.openxmlformats.org/officeDocument/2006/relationships/image" Target="../media/image586.png"/><Relationship Id="rId30" Type="http://schemas.openxmlformats.org/officeDocument/2006/relationships/image" Target="../media/image589.png"/><Relationship Id="rId35" Type="http://schemas.openxmlformats.org/officeDocument/2006/relationships/image" Target="../media/image594.png"/><Relationship Id="rId43" Type="http://schemas.openxmlformats.org/officeDocument/2006/relationships/image" Target="../media/image602.png"/><Relationship Id="rId8" Type="http://schemas.openxmlformats.org/officeDocument/2006/relationships/image" Target="../media/image567.png"/><Relationship Id="rId3" Type="http://schemas.openxmlformats.org/officeDocument/2006/relationships/image" Target="../media/image562.png"/><Relationship Id="rId12" Type="http://schemas.openxmlformats.org/officeDocument/2006/relationships/image" Target="../media/image571.png"/><Relationship Id="rId17" Type="http://schemas.openxmlformats.org/officeDocument/2006/relationships/image" Target="../media/image576.png"/><Relationship Id="rId25" Type="http://schemas.openxmlformats.org/officeDocument/2006/relationships/image" Target="../media/image584.png"/><Relationship Id="rId33" Type="http://schemas.openxmlformats.org/officeDocument/2006/relationships/image" Target="../media/image592.png"/><Relationship Id="rId38" Type="http://schemas.openxmlformats.org/officeDocument/2006/relationships/image" Target="../media/image597.png"/></Relationships>
</file>

<file path=ppt/slides/_rels/slide20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4.png"/><Relationship Id="rId18" Type="http://schemas.openxmlformats.org/officeDocument/2006/relationships/image" Target="../media/image619.png"/><Relationship Id="rId26" Type="http://schemas.openxmlformats.org/officeDocument/2006/relationships/image" Target="../media/image627.png"/><Relationship Id="rId39" Type="http://schemas.openxmlformats.org/officeDocument/2006/relationships/image" Target="../media/image640.png"/><Relationship Id="rId34" Type="http://schemas.openxmlformats.org/officeDocument/2006/relationships/image" Target="../media/image635.png"/><Relationship Id="rId42" Type="http://schemas.openxmlformats.org/officeDocument/2006/relationships/image" Target="../media/image643.png"/><Relationship Id="rId47" Type="http://schemas.openxmlformats.org/officeDocument/2006/relationships/image" Target="../media/image616.png"/><Relationship Id="rId50" Type="http://schemas.openxmlformats.org/officeDocument/2006/relationships/image" Target="../media/image622.png"/><Relationship Id="rId7" Type="http://schemas.openxmlformats.org/officeDocument/2006/relationships/image" Target="../media/image608.png"/><Relationship Id="rId2" Type="http://schemas.openxmlformats.org/officeDocument/2006/relationships/image" Target="../media/image603.png"/><Relationship Id="rId16" Type="http://schemas.openxmlformats.org/officeDocument/2006/relationships/image" Target="../media/image617.png"/><Relationship Id="rId29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7.png"/><Relationship Id="rId11" Type="http://schemas.openxmlformats.org/officeDocument/2006/relationships/image" Target="../media/image612.png"/><Relationship Id="rId24" Type="http://schemas.openxmlformats.org/officeDocument/2006/relationships/image" Target="../media/image625.png"/><Relationship Id="rId32" Type="http://schemas.openxmlformats.org/officeDocument/2006/relationships/image" Target="../media/image633.png"/><Relationship Id="rId37" Type="http://schemas.openxmlformats.org/officeDocument/2006/relationships/image" Target="../media/image638.png"/><Relationship Id="rId40" Type="http://schemas.openxmlformats.org/officeDocument/2006/relationships/image" Target="../media/image641.png"/><Relationship Id="rId45" Type="http://schemas.openxmlformats.org/officeDocument/2006/relationships/image" Target="../media/image646.png"/><Relationship Id="rId5" Type="http://schemas.openxmlformats.org/officeDocument/2006/relationships/image" Target="../media/image606.png"/><Relationship Id="rId23" Type="http://schemas.openxmlformats.org/officeDocument/2006/relationships/image" Target="../media/image624.png"/><Relationship Id="rId28" Type="http://schemas.openxmlformats.org/officeDocument/2006/relationships/image" Target="../media/image629.png"/><Relationship Id="rId36" Type="http://schemas.openxmlformats.org/officeDocument/2006/relationships/image" Target="../media/image637.png"/><Relationship Id="rId49" Type="http://schemas.openxmlformats.org/officeDocument/2006/relationships/image" Target="../media/image621.png"/><Relationship Id="rId10" Type="http://schemas.openxmlformats.org/officeDocument/2006/relationships/image" Target="../media/image611.png"/><Relationship Id="rId31" Type="http://schemas.openxmlformats.org/officeDocument/2006/relationships/image" Target="../media/image632.png"/><Relationship Id="rId44" Type="http://schemas.openxmlformats.org/officeDocument/2006/relationships/image" Target="../media/image645.png"/><Relationship Id="rId4" Type="http://schemas.openxmlformats.org/officeDocument/2006/relationships/image" Target="../media/image605.png"/><Relationship Id="rId9" Type="http://schemas.openxmlformats.org/officeDocument/2006/relationships/image" Target="../media/image610.png"/><Relationship Id="rId27" Type="http://schemas.openxmlformats.org/officeDocument/2006/relationships/image" Target="../media/image628.png"/><Relationship Id="rId30" Type="http://schemas.openxmlformats.org/officeDocument/2006/relationships/image" Target="../media/image631.png"/><Relationship Id="rId35" Type="http://schemas.openxmlformats.org/officeDocument/2006/relationships/image" Target="../media/image636.png"/><Relationship Id="rId43" Type="http://schemas.openxmlformats.org/officeDocument/2006/relationships/image" Target="../media/image644.png"/><Relationship Id="rId48" Type="http://schemas.openxmlformats.org/officeDocument/2006/relationships/image" Target="../media/image620.png"/><Relationship Id="rId8" Type="http://schemas.openxmlformats.org/officeDocument/2006/relationships/image" Target="../media/image609.png"/><Relationship Id="rId51" Type="http://schemas.openxmlformats.org/officeDocument/2006/relationships/image" Target="../media/image623.png"/><Relationship Id="rId3" Type="http://schemas.openxmlformats.org/officeDocument/2006/relationships/image" Target="../media/image604.png"/><Relationship Id="rId12" Type="http://schemas.openxmlformats.org/officeDocument/2006/relationships/image" Target="../media/image613.png"/><Relationship Id="rId17" Type="http://schemas.openxmlformats.org/officeDocument/2006/relationships/image" Target="../media/image618.png"/><Relationship Id="rId25" Type="http://schemas.openxmlformats.org/officeDocument/2006/relationships/image" Target="../media/image626.png"/><Relationship Id="rId33" Type="http://schemas.openxmlformats.org/officeDocument/2006/relationships/image" Target="../media/image634.png"/><Relationship Id="rId38" Type="http://schemas.openxmlformats.org/officeDocument/2006/relationships/image" Target="../media/image639.png"/><Relationship Id="rId46" Type="http://schemas.openxmlformats.org/officeDocument/2006/relationships/image" Target="../media/image615.png"/><Relationship Id="rId41" Type="http://schemas.openxmlformats.org/officeDocument/2006/relationships/image" Target="../media/image642.png"/></Relationships>
</file>

<file path=ppt/slides/_rels/slide20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1.png"/><Relationship Id="rId21" Type="http://schemas.openxmlformats.org/officeDocument/2006/relationships/image" Target="../media/image666.png"/><Relationship Id="rId34" Type="http://schemas.openxmlformats.org/officeDocument/2006/relationships/image" Target="../media/image679.png"/><Relationship Id="rId42" Type="http://schemas.openxmlformats.org/officeDocument/2006/relationships/image" Target="../media/image687.png"/><Relationship Id="rId47" Type="http://schemas.openxmlformats.org/officeDocument/2006/relationships/image" Target="../media/image691.png"/><Relationship Id="rId50" Type="http://schemas.openxmlformats.org/officeDocument/2006/relationships/image" Target="../media/image694.png"/><Relationship Id="rId55" Type="http://schemas.openxmlformats.org/officeDocument/2006/relationships/image" Target="../media/image699.png"/><Relationship Id="rId63" Type="http://schemas.openxmlformats.org/officeDocument/2006/relationships/image" Target="../media/image707.png"/><Relationship Id="rId68" Type="http://schemas.openxmlformats.org/officeDocument/2006/relationships/image" Target="../media/image712.png"/><Relationship Id="rId7" Type="http://schemas.openxmlformats.org/officeDocument/2006/relationships/image" Target="../media/image652.png"/><Relationship Id="rId2" Type="http://schemas.openxmlformats.org/officeDocument/2006/relationships/image" Target="../media/image647.png"/><Relationship Id="rId16" Type="http://schemas.openxmlformats.org/officeDocument/2006/relationships/image" Target="../media/image661.png"/><Relationship Id="rId29" Type="http://schemas.openxmlformats.org/officeDocument/2006/relationships/image" Target="../media/image674.png"/><Relationship Id="rId11" Type="http://schemas.openxmlformats.org/officeDocument/2006/relationships/image" Target="../media/image656.png"/><Relationship Id="rId24" Type="http://schemas.openxmlformats.org/officeDocument/2006/relationships/image" Target="../media/image669.png"/><Relationship Id="rId32" Type="http://schemas.openxmlformats.org/officeDocument/2006/relationships/image" Target="../media/image677.png"/><Relationship Id="rId37" Type="http://schemas.openxmlformats.org/officeDocument/2006/relationships/image" Target="../media/image682.png"/><Relationship Id="rId40" Type="http://schemas.openxmlformats.org/officeDocument/2006/relationships/image" Target="../media/image685.png"/><Relationship Id="rId45" Type="http://schemas.openxmlformats.org/officeDocument/2006/relationships/image" Target="../media/image689.png"/><Relationship Id="rId53" Type="http://schemas.openxmlformats.org/officeDocument/2006/relationships/image" Target="../media/image697.png"/><Relationship Id="rId58" Type="http://schemas.openxmlformats.org/officeDocument/2006/relationships/image" Target="../media/image702.png"/><Relationship Id="rId66" Type="http://schemas.openxmlformats.org/officeDocument/2006/relationships/image" Target="../media/image710.png"/><Relationship Id="rId5" Type="http://schemas.openxmlformats.org/officeDocument/2006/relationships/image" Target="../media/image650.png"/><Relationship Id="rId61" Type="http://schemas.openxmlformats.org/officeDocument/2006/relationships/image" Target="../media/image705.png"/><Relationship Id="rId19" Type="http://schemas.openxmlformats.org/officeDocument/2006/relationships/image" Target="../media/image664.png"/><Relationship Id="rId14" Type="http://schemas.openxmlformats.org/officeDocument/2006/relationships/image" Target="../media/image659.png"/><Relationship Id="rId22" Type="http://schemas.openxmlformats.org/officeDocument/2006/relationships/image" Target="../media/image667.png"/><Relationship Id="rId27" Type="http://schemas.openxmlformats.org/officeDocument/2006/relationships/image" Target="../media/image672.png"/><Relationship Id="rId30" Type="http://schemas.openxmlformats.org/officeDocument/2006/relationships/image" Target="../media/image675.png"/><Relationship Id="rId35" Type="http://schemas.openxmlformats.org/officeDocument/2006/relationships/image" Target="../media/image680.png"/><Relationship Id="rId43" Type="http://schemas.openxmlformats.org/officeDocument/2006/relationships/image" Target="../media/image688.png"/><Relationship Id="rId48" Type="http://schemas.openxmlformats.org/officeDocument/2006/relationships/image" Target="../media/image692.png"/><Relationship Id="rId56" Type="http://schemas.openxmlformats.org/officeDocument/2006/relationships/image" Target="../media/image700.png"/><Relationship Id="rId64" Type="http://schemas.openxmlformats.org/officeDocument/2006/relationships/image" Target="../media/image708.png"/><Relationship Id="rId8" Type="http://schemas.openxmlformats.org/officeDocument/2006/relationships/image" Target="../media/image653.png"/><Relationship Id="rId51" Type="http://schemas.openxmlformats.org/officeDocument/2006/relationships/image" Target="../media/image695.png"/><Relationship Id="rId3" Type="http://schemas.openxmlformats.org/officeDocument/2006/relationships/image" Target="../media/image648.png"/><Relationship Id="rId12" Type="http://schemas.openxmlformats.org/officeDocument/2006/relationships/image" Target="../media/image657.png"/><Relationship Id="rId17" Type="http://schemas.openxmlformats.org/officeDocument/2006/relationships/image" Target="../media/image662.png"/><Relationship Id="rId25" Type="http://schemas.openxmlformats.org/officeDocument/2006/relationships/image" Target="../media/image670.png"/><Relationship Id="rId33" Type="http://schemas.openxmlformats.org/officeDocument/2006/relationships/image" Target="../media/image678.png"/><Relationship Id="rId38" Type="http://schemas.openxmlformats.org/officeDocument/2006/relationships/image" Target="../media/image683.png"/><Relationship Id="rId46" Type="http://schemas.openxmlformats.org/officeDocument/2006/relationships/image" Target="../media/image690.png"/><Relationship Id="rId59" Type="http://schemas.openxmlformats.org/officeDocument/2006/relationships/image" Target="../media/image703.png"/><Relationship Id="rId67" Type="http://schemas.openxmlformats.org/officeDocument/2006/relationships/image" Target="../media/image711.png"/><Relationship Id="rId20" Type="http://schemas.openxmlformats.org/officeDocument/2006/relationships/image" Target="../media/image665.png"/><Relationship Id="rId41" Type="http://schemas.openxmlformats.org/officeDocument/2006/relationships/image" Target="../media/image686.png"/><Relationship Id="rId54" Type="http://schemas.openxmlformats.org/officeDocument/2006/relationships/image" Target="../media/image698.png"/><Relationship Id="rId62" Type="http://schemas.openxmlformats.org/officeDocument/2006/relationships/image" Target="../media/image7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1.png"/><Relationship Id="rId15" Type="http://schemas.openxmlformats.org/officeDocument/2006/relationships/image" Target="../media/image660.png"/><Relationship Id="rId23" Type="http://schemas.openxmlformats.org/officeDocument/2006/relationships/image" Target="../media/image668.png"/><Relationship Id="rId28" Type="http://schemas.openxmlformats.org/officeDocument/2006/relationships/image" Target="../media/image673.png"/><Relationship Id="rId36" Type="http://schemas.openxmlformats.org/officeDocument/2006/relationships/image" Target="../media/image681.png"/><Relationship Id="rId49" Type="http://schemas.openxmlformats.org/officeDocument/2006/relationships/image" Target="../media/image693.png"/><Relationship Id="rId57" Type="http://schemas.openxmlformats.org/officeDocument/2006/relationships/image" Target="../media/image701.png"/><Relationship Id="rId10" Type="http://schemas.openxmlformats.org/officeDocument/2006/relationships/image" Target="../media/image655.png"/><Relationship Id="rId31" Type="http://schemas.openxmlformats.org/officeDocument/2006/relationships/image" Target="../media/image676.png"/><Relationship Id="rId44" Type="http://schemas.openxmlformats.org/officeDocument/2006/relationships/image" Target="../media/image500.png"/><Relationship Id="rId52" Type="http://schemas.openxmlformats.org/officeDocument/2006/relationships/image" Target="../media/image696.png"/><Relationship Id="rId60" Type="http://schemas.openxmlformats.org/officeDocument/2006/relationships/image" Target="../media/image704.png"/><Relationship Id="rId65" Type="http://schemas.openxmlformats.org/officeDocument/2006/relationships/image" Target="../media/image709.png"/><Relationship Id="rId4" Type="http://schemas.openxmlformats.org/officeDocument/2006/relationships/image" Target="../media/image649.png"/><Relationship Id="rId9" Type="http://schemas.openxmlformats.org/officeDocument/2006/relationships/image" Target="../media/image654.png"/><Relationship Id="rId13" Type="http://schemas.openxmlformats.org/officeDocument/2006/relationships/image" Target="../media/image658.png"/><Relationship Id="rId18" Type="http://schemas.openxmlformats.org/officeDocument/2006/relationships/image" Target="../media/image663.png"/><Relationship Id="rId39" Type="http://schemas.openxmlformats.org/officeDocument/2006/relationships/image" Target="../media/image684.png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3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38.png"/><Relationship Id="rId21" Type="http://schemas.openxmlformats.org/officeDocument/2006/relationships/image" Target="../media/image733.png"/><Relationship Id="rId34" Type="http://schemas.openxmlformats.org/officeDocument/2006/relationships/image" Target="../media/image746.png"/><Relationship Id="rId42" Type="http://schemas.openxmlformats.org/officeDocument/2006/relationships/image" Target="../media/image754.png"/><Relationship Id="rId47" Type="http://schemas.openxmlformats.org/officeDocument/2006/relationships/image" Target="../media/image758.png"/><Relationship Id="rId50" Type="http://schemas.openxmlformats.org/officeDocument/2006/relationships/image" Target="../media/image761.png"/><Relationship Id="rId55" Type="http://schemas.openxmlformats.org/officeDocument/2006/relationships/image" Target="../media/image766.png"/><Relationship Id="rId63" Type="http://schemas.openxmlformats.org/officeDocument/2006/relationships/image" Target="../media/image774.png"/><Relationship Id="rId68" Type="http://schemas.openxmlformats.org/officeDocument/2006/relationships/image" Target="../media/image779.png"/><Relationship Id="rId7" Type="http://schemas.openxmlformats.org/officeDocument/2006/relationships/image" Target="../media/image719.png"/><Relationship Id="rId2" Type="http://schemas.openxmlformats.org/officeDocument/2006/relationships/image" Target="../media/image714.png"/><Relationship Id="rId16" Type="http://schemas.openxmlformats.org/officeDocument/2006/relationships/image" Target="../media/image728.png"/><Relationship Id="rId29" Type="http://schemas.openxmlformats.org/officeDocument/2006/relationships/image" Target="../media/image741.png"/><Relationship Id="rId11" Type="http://schemas.openxmlformats.org/officeDocument/2006/relationships/image" Target="../media/image723.png"/><Relationship Id="rId24" Type="http://schemas.openxmlformats.org/officeDocument/2006/relationships/image" Target="../media/image736.png"/><Relationship Id="rId32" Type="http://schemas.openxmlformats.org/officeDocument/2006/relationships/image" Target="../media/image744.png"/><Relationship Id="rId37" Type="http://schemas.openxmlformats.org/officeDocument/2006/relationships/image" Target="../media/image749.png"/><Relationship Id="rId40" Type="http://schemas.openxmlformats.org/officeDocument/2006/relationships/image" Target="../media/image752.png"/><Relationship Id="rId45" Type="http://schemas.openxmlformats.org/officeDocument/2006/relationships/image" Target="../media/image757.png"/><Relationship Id="rId53" Type="http://schemas.openxmlformats.org/officeDocument/2006/relationships/image" Target="../media/image764.png"/><Relationship Id="rId58" Type="http://schemas.openxmlformats.org/officeDocument/2006/relationships/image" Target="../media/image769.png"/><Relationship Id="rId66" Type="http://schemas.openxmlformats.org/officeDocument/2006/relationships/image" Target="../media/image777.png"/><Relationship Id="rId5" Type="http://schemas.openxmlformats.org/officeDocument/2006/relationships/image" Target="../media/image717.png"/><Relationship Id="rId61" Type="http://schemas.openxmlformats.org/officeDocument/2006/relationships/image" Target="../media/image772.png"/><Relationship Id="rId19" Type="http://schemas.openxmlformats.org/officeDocument/2006/relationships/image" Target="../media/image731.png"/><Relationship Id="rId14" Type="http://schemas.openxmlformats.org/officeDocument/2006/relationships/image" Target="../media/image726.png"/><Relationship Id="rId22" Type="http://schemas.openxmlformats.org/officeDocument/2006/relationships/image" Target="../media/image734.png"/><Relationship Id="rId27" Type="http://schemas.openxmlformats.org/officeDocument/2006/relationships/image" Target="../media/image739.png"/><Relationship Id="rId30" Type="http://schemas.openxmlformats.org/officeDocument/2006/relationships/image" Target="../media/image742.png"/><Relationship Id="rId35" Type="http://schemas.openxmlformats.org/officeDocument/2006/relationships/image" Target="../media/image747.png"/><Relationship Id="rId43" Type="http://schemas.openxmlformats.org/officeDocument/2006/relationships/image" Target="../media/image755.png"/><Relationship Id="rId48" Type="http://schemas.openxmlformats.org/officeDocument/2006/relationships/image" Target="../media/image759.png"/><Relationship Id="rId56" Type="http://schemas.openxmlformats.org/officeDocument/2006/relationships/image" Target="../media/image767.png"/><Relationship Id="rId64" Type="http://schemas.openxmlformats.org/officeDocument/2006/relationships/image" Target="../media/image775.png"/><Relationship Id="rId8" Type="http://schemas.openxmlformats.org/officeDocument/2006/relationships/image" Target="../media/image720.png"/><Relationship Id="rId51" Type="http://schemas.openxmlformats.org/officeDocument/2006/relationships/image" Target="../media/image762.png"/><Relationship Id="rId3" Type="http://schemas.openxmlformats.org/officeDocument/2006/relationships/image" Target="../media/image715.png"/><Relationship Id="rId12" Type="http://schemas.openxmlformats.org/officeDocument/2006/relationships/image" Target="../media/image724.png"/><Relationship Id="rId17" Type="http://schemas.openxmlformats.org/officeDocument/2006/relationships/image" Target="../media/image729.png"/><Relationship Id="rId25" Type="http://schemas.openxmlformats.org/officeDocument/2006/relationships/image" Target="../media/image737.png"/><Relationship Id="rId33" Type="http://schemas.openxmlformats.org/officeDocument/2006/relationships/image" Target="../media/image745.png"/><Relationship Id="rId38" Type="http://schemas.openxmlformats.org/officeDocument/2006/relationships/image" Target="../media/image750.png"/><Relationship Id="rId46" Type="http://schemas.openxmlformats.org/officeDocument/2006/relationships/image" Target="../media/image500.png"/><Relationship Id="rId59" Type="http://schemas.openxmlformats.org/officeDocument/2006/relationships/image" Target="../media/image770.png"/><Relationship Id="rId67" Type="http://schemas.openxmlformats.org/officeDocument/2006/relationships/image" Target="../media/image778.png"/><Relationship Id="rId20" Type="http://schemas.openxmlformats.org/officeDocument/2006/relationships/image" Target="../media/image732.png"/><Relationship Id="rId41" Type="http://schemas.openxmlformats.org/officeDocument/2006/relationships/image" Target="../media/image753.png"/><Relationship Id="rId54" Type="http://schemas.openxmlformats.org/officeDocument/2006/relationships/image" Target="../media/image765.png"/><Relationship Id="rId62" Type="http://schemas.openxmlformats.org/officeDocument/2006/relationships/image" Target="../media/image7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8.png"/><Relationship Id="rId15" Type="http://schemas.openxmlformats.org/officeDocument/2006/relationships/image" Target="../media/image727.png"/><Relationship Id="rId23" Type="http://schemas.openxmlformats.org/officeDocument/2006/relationships/image" Target="../media/image735.png"/><Relationship Id="rId28" Type="http://schemas.openxmlformats.org/officeDocument/2006/relationships/image" Target="../media/image740.png"/><Relationship Id="rId36" Type="http://schemas.openxmlformats.org/officeDocument/2006/relationships/image" Target="../media/image748.png"/><Relationship Id="rId49" Type="http://schemas.openxmlformats.org/officeDocument/2006/relationships/image" Target="../media/image760.png"/><Relationship Id="rId57" Type="http://schemas.openxmlformats.org/officeDocument/2006/relationships/image" Target="../media/image768.png"/><Relationship Id="rId10" Type="http://schemas.openxmlformats.org/officeDocument/2006/relationships/image" Target="../media/image722.png"/><Relationship Id="rId31" Type="http://schemas.openxmlformats.org/officeDocument/2006/relationships/image" Target="../media/image743.png"/><Relationship Id="rId44" Type="http://schemas.openxmlformats.org/officeDocument/2006/relationships/image" Target="../media/image756.png"/><Relationship Id="rId52" Type="http://schemas.openxmlformats.org/officeDocument/2006/relationships/image" Target="../media/image763.png"/><Relationship Id="rId60" Type="http://schemas.openxmlformats.org/officeDocument/2006/relationships/image" Target="../media/image771.png"/><Relationship Id="rId65" Type="http://schemas.openxmlformats.org/officeDocument/2006/relationships/image" Target="../media/image776.png"/><Relationship Id="rId4" Type="http://schemas.openxmlformats.org/officeDocument/2006/relationships/image" Target="../media/image716.png"/><Relationship Id="rId9" Type="http://schemas.openxmlformats.org/officeDocument/2006/relationships/image" Target="../media/image721.png"/><Relationship Id="rId13" Type="http://schemas.openxmlformats.org/officeDocument/2006/relationships/image" Target="../media/image725.png"/><Relationship Id="rId18" Type="http://schemas.openxmlformats.org/officeDocument/2006/relationships/image" Target="../media/image730.png"/><Relationship Id="rId39" Type="http://schemas.openxmlformats.org/officeDocument/2006/relationships/image" Target="../media/image751.png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7.png"/><Relationship Id="rId13" Type="http://schemas.openxmlformats.org/officeDocument/2006/relationships/image" Target="../media/image792.png"/><Relationship Id="rId3" Type="http://schemas.openxmlformats.org/officeDocument/2006/relationships/image" Target="../media/image782.png"/><Relationship Id="rId7" Type="http://schemas.openxmlformats.org/officeDocument/2006/relationships/image" Target="../media/image786.png"/><Relationship Id="rId12" Type="http://schemas.openxmlformats.org/officeDocument/2006/relationships/image" Target="../media/image791.png"/><Relationship Id="rId2" Type="http://schemas.openxmlformats.org/officeDocument/2006/relationships/image" Target="../media/image7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5.png"/><Relationship Id="rId11" Type="http://schemas.openxmlformats.org/officeDocument/2006/relationships/image" Target="../media/image790.png"/><Relationship Id="rId5" Type="http://schemas.openxmlformats.org/officeDocument/2006/relationships/image" Target="../media/image784.png"/><Relationship Id="rId15" Type="http://schemas.openxmlformats.org/officeDocument/2006/relationships/image" Target="../media/image794.png"/><Relationship Id="rId10" Type="http://schemas.openxmlformats.org/officeDocument/2006/relationships/image" Target="../media/image789.png"/><Relationship Id="rId4" Type="http://schemas.openxmlformats.org/officeDocument/2006/relationships/image" Target="../media/image783.png"/><Relationship Id="rId9" Type="http://schemas.openxmlformats.org/officeDocument/2006/relationships/image" Target="../media/image788.png"/><Relationship Id="rId14" Type="http://schemas.openxmlformats.org/officeDocument/2006/relationships/image" Target="../media/image793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6.png"/><Relationship Id="rId2" Type="http://schemas.openxmlformats.org/officeDocument/2006/relationships/image" Target="../media/image7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8.png"/><Relationship Id="rId4" Type="http://schemas.openxmlformats.org/officeDocument/2006/relationships/image" Target="../media/image797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5.png"/><Relationship Id="rId13" Type="http://schemas.openxmlformats.org/officeDocument/2006/relationships/image" Target="../media/image810.png"/><Relationship Id="rId3" Type="http://schemas.openxmlformats.org/officeDocument/2006/relationships/image" Target="../media/image800.png"/><Relationship Id="rId7" Type="http://schemas.openxmlformats.org/officeDocument/2006/relationships/image" Target="../media/image804.png"/><Relationship Id="rId12" Type="http://schemas.openxmlformats.org/officeDocument/2006/relationships/image" Target="../media/image809.png"/><Relationship Id="rId2" Type="http://schemas.openxmlformats.org/officeDocument/2006/relationships/image" Target="../media/image7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3.png"/><Relationship Id="rId11" Type="http://schemas.openxmlformats.org/officeDocument/2006/relationships/image" Target="../media/image808.png"/><Relationship Id="rId5" Type="http://schemas.openxmlformats.org/officeDocument/2006/relationships/image" Target="../media/image802.png"/><Relationship Id="rId10" Type="http://schemas.openxmlformats.org/officeDocument/2006/relationships/image" Target="../media/image807.png"/><Relationship Id="rId4" Type="http://schemas.openxmlformats.org/officeDocument/2006/relationships/image" Target="../media/image801.png"/><Relationship Id="rId9" Type="http://schemas.openxmlformats.org/officeDocument/2006/relationships/image" Target="../media/image806.png"/><Relationship Id="rId14" Type="http://schemas.openxmlformats.org/officeDocument/2006/relationships/image" Target="../media/image81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3.png"/><Relationship Id="rId2" Type="http://schemas.openxmlformats.org/officeDocument/2006/relationships/image" Target="../media/image8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5.png"/><Relationship Id="rId4" Type="http://schemas.openxmlformats.org/officeDocument/2006/relationships/image" Target="../media/image814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2.png"/><Relationship Id="rId13" Type="http://schemas.openxmlformats.org/officeDocument/2006/relationships/image" Target="../media/image827.png"/><Relationship Id="rId18" Type="http://schemas.openxmlformats.org/officeDocument/2006/relationships/image" Target="../media/image832.png"/><Relationship Id="rId3" Type="http://schemas.openxmlformats.org/officeDocument/2006/relationships/image" Target="../media/image817.png"/><Relationship Id="rId7" Type="http://schemas.openxmlformats.org/officeDocument/2006/relationships/image" Target="../media/image821.png"/><Relationship Id="rId12" Type="http://schemas.openxmlformats.org/officeDocument/2006/relationships/image" Target="../media/image826.png"/><Relationship Id="rId17" Type="http://schemas.openxmlformats.org/officeDocument/2006/relationships/image" Target="../media/image831.png"/><Relationship Id="rId2" Type="http://schemas.openxmlformats.org/officeDocument/2006/relationships/image" Target="../media/image816.png"/><Relationship Id="rId16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0.png"/><Relationship Id="rId11" Type="http://schemas.openxmlformats.org/officeDocument/2006/relationships/image" Target="../media/image825.png"/><Relationship Id="rId5" Type="http://schemas.openxmlformats.org/officeDocument/2006/relationships/image" Target="../media/image819.png"/><Relationship Id="rId15" Type="http://schemas.openxmlformats.org/officeDocument/2006/relationships/image" Target="../media/image829.png"/><Relationship Id="rId10" Type="http://schemas.openxmlformats.org/officeDocument/2006/relationships/image" Target="../media/image824.png"/><Relationship Id="rId4" Type="http://schemas.openxmlformats.org/officeDocument/2006/relationships/image" Target="../media/image818.png"/><Relationship Id="rId9" Type="http://schemas.openxmlformats.org/officeDocument/2006/relationships/image" Target="../media/image823.png"/><Relationship Id="rId14" Type="http://schemas.openxmlformats.org/officeDocument/2006/relationships/image" Target="../media/image8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81C2F3-E342-7DD7-C594-DEB64B18A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11/25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8E141C9-699C-4735-5E46-8771B8807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522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E8EB9E-D515-A588-157D-D8F6DEA5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LEO</a:t>
            </a:r>
            <a:r>
              <a:rPr lang="zh-TW" altLang="en-US" dirty="0"/>
              <a:t>衛星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005AA-F48B-1525-3BE8-E9CA5BE8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2345" cy="4351338"/>
          </a:xfrm>
        </p:spPr>
        <p:txBody>
          <a:bodyPr/>
          <a:lstStyle/>
          <a:p>
            <a:r>
              <a:rPr lang="zh-TW" altLang="en-US" dirty="0"/>
              <a:t>從網路上下載下載最新 </a:t>
            </a:r>
            <a:r>
              <a:rPr lang="vi-VN" dirty="0"/>
              <a:t>OneWeb LEO </a:t>
            </a:r>
            <a:endParaRPr lang="en-US" dirty="0"/>
          </a:p>
          <a:p>
            <a:pPr marL="0" indent="0">
              <a:buNone/>
            </a:pPr>
            <a:r>
              <a:rPr lang="en-US" altLang="zh-TW" dirty="0"/>
              <a:t>TLE</a:t>
            </a:r>
            <a:r>
              <a:rPr lang="zh-TW" altLang="en-US" dirty="0"/>
              <a:t>，並依序匯入到</a:t>
            </a:r>
            <a:r>
              <a:rPr lang="en-US" altLang="zh-TW" dirty="0"/>
              <a:t>STK</a:t>
            </a:r>
            <a:r>
              <a:rPr lang="zh-TW" altLang="en-US" dirty="0"/>
              <a:t>中</a:t>
            </a:r>
            <a:endParaRPr lang="vi-VN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5A7B40-2B33-AA34-5D49-E899A4ADE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952" y="1911211"/>
            <a:ext cx="4703545" cy="440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9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6D07-EDE0-9E71-CB44-F704B25B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D73625-C52A-C0B6-75BB-EC53FD93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GEO</a:t>
            </a:r>
            <a:r>
              <a:rPr lang="zh-TW" altLang="en-US" dirty="0"/>
              <a:t>衛星，以及地面站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005C1-0F67-6CE7-DF0B-828D418F1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2345" cy="4351338"/>
          </a:xfrm>
        </p:spPr>
        <p:txBody>
          <a:bodyPr/>
          <a:lstStyle/>
          <a:p>
            <a:r>
              <a:rPr lang="zh-TW" altLang="en-US" dirty="0"/>
              <a:t>從網路上下載下載 </a:t>
            </a:r>
            <a:r>
              <a:rPr lang="en-US" altLang="zh-TW" dirty="0"/>
              <a:t>G</a:t>
            </a:r>
            <a:r>
              <a:rPr lang="vi-VN" dirty="0"/>
              <a:t>EO </a:t>
            </a:r>
            <a:r>
              <a:rPr lang="en-US" altLang="zh-TW" dirty="0"/>
              <a:t>TLE</a:t>
            </a:r>
            <a:r>
              <a:rPr lang="zh-TW" altLang="en-US" dirty="0"/>
              <a:t>，並從中先挑一些到</a:t>
            </a:r>
            <a:r>
              <a:rPr lang="en-US" altLang="zh-TW" dirty="0"/>
              <a:t>STK</a:t>
            </a:r>
            <a:r>
              <a:rPr lang="zh-TW" altLang="en-US" dirty="0"/>
              <a:t>中，其中有照向台灣的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並且先在台灣設一個地面站</a:t>
            </a:r>
            <a:endParaRPr lang="vi-VN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F40817-7E34-7CC0-7D37-F7B1BF631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945" y="1690688"/>
            <a:ext cx="4999305" cy="212091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972CD0-39EA-0AC4-FDF5-4C5B24A2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056" y="4001294"/>
            <a:ext cx="3003082" cy="25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1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E705D-FB56-55D3-540B-67E5BE6B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D9535B-78ED-7842-8EFC-71B9D1EE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Beam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316E69-03AF-0147-043A-AC9D08636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2345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Beam </a:t>
            </a:r>
            <a:r>
              <a:rPr lang="zh-TW" altLang="en-US" dirty="0"/>
              <a:t>幾何來自論文三種方法的合併：</a:t>
            </a:r>
          </a:p>
          <a:p>
            <a:pPr lvl="1"/>
            <a:r>
              <a:rPr lang="zh-TW" altLang="en-US" b="1" dirty="0"/>
              <a:t>方法二（</a:t>
            </a:r>
            <a:r>
              <a:rPr lang="en-US" altLang="zh-TW" b="1" dirty="0"/>
              <a:t>Pitch </a:t>
            </a:r>
            <a:r>
              <a:rPr lang="zh-TW" altLang="en-US" b="1" dirty="0"/>
              <a:t>角 </a:t>
            </a:r>
            <a:r>
              <a:rPr lang="en-US" altLang="zh-TW" b="1" dirty="0"/>
              <a:t>/ </a:t>
            </a:r>
            <a:r>
              <a:rPr lang="zh-TW" altLang="en-US" b="1" dirty="0"/>
              <a:t>緯度幾何）→ 計算南北向半長軸</a:t>
            </a:r>
            <a:endParaRPr lang="zh-TW" altLang="en-US" dirty="0"/>
          </a:p>
          <a:p>
            <a:pPr lvl="1"/>
            <a:r>
              <a:rPr lang="zh-TW" altLang="en-US" b="1" dirty="0"/>
              <a:t>方法三（正弦定理）→ 計算東西向半長軸</a:t>
            </a:r>
            <a:endParaRPr lang="en-US" altLang="zh-TW" b="1" dirty="0"/>
          </a:p>
          <a:p>
            <a:pPr lvl="1"/>
            <a:endParaRPr lang="en-US" altLang="zh-TW" b="1" dirty="0"/>
          </a:p>
          <a:p>
            <a:r>
              <a:rPr lang="zh-TW" altLang="en-US" dirty="0"/>
              <a:t> 干擾判斷時可以檢查：</a:t>
            </a:r>
            <a:endParaRPr lang="en-US" altLang="zh-TW" dirty="0"/>
          </a:p>
          <a:p>
            <a:pPr lvl="1"/>
            <a:r>
              <a:rPr lang="vi-VN" dirty="0"/>
              <a:t>Beam </a:t>
            </a:r>
            <a:r>
              <a:rPr lang="zh-TW" altLang="en-US" dirty="0"/>
              <a:t>是否覆蓋地面站</a:t>
            </a:r>
            <a:endParaRPr lang="en-US" altLang="zh-TW" dirty="0"/>
          </a:p>
          <a:p>
            <a:pPr lvl="1"/>
            <a:r>
              <a:rPr lang="en-US" altLang="zh-TW" dirty="0"/>
              <a:t>LEO</a:t>
            </a:r>
            <a:r>
              <a:rPr lang="zh-TW" altLang="en-US" dirty="0"/>
              <a:t>、地心、</a:t>
            </a:r>
            <a:r>
              <a:rPr lang="en-US" altLang="zh-TW" dirty="0"/>
              <a:t>GEO </a:t>
            </a:r>
            <a:r>
              <a:rPr lang="zh-TW" altLang="en-US" dirty="0"/>
              <a:t>是否幾何共線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兩者同時成立 → 一筆干擾事件</a:t>
            </a:r>
            <a:endParaRPr lang="vi-VN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B1B1DA-76F6-5A4C-E670-88B72D46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818" y="1795930"/>
            <a:ext cx="4817182" cy="326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7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F6C6-5BD1-2BED-AA15-C0064D9C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5880E-9704-FECA-0523-96C5F04AF9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12/2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521404-FCCB-36A8-E6A9-F60F0174A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3479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E0F3A-335A-8902-77AD-870C597D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1062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查看相關論文</a:t>
            </a:r>
            <a:br>
              <a:rPr lang="en-US" altLang="zh-TW" dirty="0"/>
            </a:br>
            <a:r>
              <a:rPr lang="en-US" sz="2200" dirty="0"/>
              <a:t>Research on interference avoidance effect of OneWeb satellite constellation's progressive pitch strategy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510488-EB3B-36C9-E6C9-A2334146D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b="1" dirty="0"/>
              <a:t>分析 </a:t>
            </a:r>
            <a:r>
              <a:rPr lang="vi-VN" b="1" dirty="0"/>
              <a:t>LEO </a:t>
            </a:r>
            <a:r>
              <a:rPr lang="zh-TW" altLang="en-US" b="1" dirty="0"/>
              <a:t>星座和 </a:t>
            </a:r>
            <a:r>
              <a:rPr lang="vi-VN" b="1" dirty="0"/>
              <a:t>GEO </a:t>
            </a:r>
            <a:r>
              <a:rPr lang="zh-TW" altLang="en-US" b="1" dirty="0"/>
              <a:t>衛星在 </a:t>
            </a:r>
            <a:r>
              <a:rPr lang="vi-VN" b="1" dirty="0"/>
              <a:t>Ka </a:t>
            </a:r>
            <a:r>
              <a:rPr lang="zh-TW" altLang="en-US" b="1" dirty="0"/>
              <a:t>頻段共用頻譜時的「下行干擾」問題</a:t>
            </a:r>
            <a:r>
              <a:rPr lang="zh-TW" altLang="en-US" dirty="0"/>
              <a:t>，尤其是最嚴重的 </a:t>
            </a:r>
            <a:r>
              <a:rPr lang="vi-VN" b="1" dirty="0"/>
              <a:t>in-line interference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研究 </a:t>
            </a:r>
            <a:r>
              <a:rPr lang="vi-VN" b="1" dirty="0"/>
              <a:t>exclusive angle / exclusive zone </a:t>
            </a:r>
            <a:r>
              <a:rPr lang="zh-TW" altLang="en-US" b="1" dirty="0"/>
              <a:t>排除角策略</a:t>
            </a:r>
            <a:r>
              <a:rPr lang="zh-TW" altLang="en-US" dirty="0"/>
              <a:t>（</a:t>
            </a:r>
            <a:r>
              <a:rPr lang="vi-VN" dirty="0"/>
              <a:t>LEO </a:t>
            </a:r>
            <a:r>
              <a:rPr lang="zh-TW" altLang="en-US" dirty="0"/>
              <a:t>落入某角度區域時禁止發射）。</a:t>
            </a:r>
            <a:endParaRPr lang="en-US" altLang="zh-TW" dirty="0"/>
          </a:p>
          <a:p>
            <a:pPr lvl="1"/>
            <a:r>
              <a:rPr lang="zh-TW" altLang="en-US" dirty="0"/>
              <a:t>主要結論</a:t>
            </a:r>
            <a:endParaRPr lang="en-US" altLang="zh-TW" dirty="0"/>
          </a:p>
          <a:p>
            <a:pPr lvl="2"/>
            <a:r>
              <a:rPr lang="zh-TW" altLang="en-US" b="1" dirty="0"/>
              <a:t>排除角策略有效降低 </a:t>
            </a:r>
            <a:r>
              <a:rPr lang="en-US" altLang="zh-TW" b="1" dirty="0"/>
              <a:t>LEO→GEO </a:t>
            </a:r>
            <a:r>
              <a:rPr lang="zh-TW" altLang="en-US" b="1" dirty="0"/>
              <a:t>最嚴重的直線干擾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zh-TW" altLang="en-US" dirty="0"/>
              <a:t>但 </a:t>
            </a:r>
            <a:r>
              <a:rPr lang="vi-VN" b="1" dirty="0"/>
              <a:t>LEO </a:t>
            </a:r>
            <a:r>
              <a:rPr lang="zh-TW" altLang="en-US" b="1" dirty="0"/>
              <a:t>覆蓋區會被切掉一部分，導致 </a:t>
            </a:r>
            <a:r>
              <a:rPr lang="vi-VN" b="1" dirty="0"/>
              <a:t>coverage </a:t>
            </a:r>
            <a:r>
              <a:rPr lang="zh-TW" altLang="en-US" b="1" dirty="0"/>
              <a:t>變差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vi-VN" b="1" dirty="0"/>
              <a:t>GEO→LEO </a:t>
            </a:r>
            <a:r>
              <a:rPr lang="zh-TW" altLang="en-US" b="1" dirty="0"/>
              <a:t>造成的干擾非常小，可以忽略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zh-TW" altLang="en-US" dirty="0"/>
              <a:t>要保護 </a:t>
            </a:r>
            <a:r>
              <a:rPr lang="en-US" altLang="zh-TW" dirty="0"/>
              <a:t>GEO</a:t>
            </a:r>
            <a:r>
              <a:rPr lang="zh-TW" altLang="en-US" dirty="0"/>
              <a:t>，</a:t>
            </a:r>
            <a:r>
              <a:rPr lang="en-US" altLang="zh-TW" dirty="0"/>
              <a:t>LEO </a:t>
            </a:r>
            <a:r>
              <a:rPr lang="zh-TW" altLang="en-US" dirty="0"/>
              <a:t>的服務範圍必須被限制。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80970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5019-60F0-8A6E-AD3B-BD3A5086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04521-C084-3F59-9698-7FBD9ED9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1062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查看相關論文</a:t>
            </a:r>
            <a:br>
              <a:rPr lang="en-US" altLang="zh-TW" dirty="0"/>
            </a:br>
            <a:r>
              <a:rPr lang="en-US" sz="2400" dirty="0"/>
              <a:t>Rate-Splitting Multiple Access for GEO-LEO Coexisting Satellite Systems: A Traffic-Aware Throughput Maximization Precoder Design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C923D7-0588-6B49-7EAE-AE851DFA7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b="1" dirty="0"/>
              <a:t>用 </a:t>
            </a:r>
            <a:r>
              <a:rPr lang="vi-VN" b="1" dirty="0"/>
              <a:t>RSMA（</a:t>
            </a:r>
            <a:r>
              <a:rPr lang="zh-TW" altLang="en-US" b="1" dirty="0"/>
              <a:t>訊率分裂多工）來處理 </a:t>
            </a:r>
            <a:r>
              <a:rPr lang="vi-VN" b="1" dirty="0"/>
              <a:t>LEO→GEO </a:t>
            </a:r>
            <a:r>
              <a:rPr lang="zh-TW" altLang="en-US" b="1" dirty="0"/>
              <a:t>的 </a:t>
            </a:r>
            <a:r>
              <a:rPr lang="vi-VN" b="1" dirty="0"/>
              <a:t>in-line </a:t>
            </a:r>
            <a:r>
              <a:rPr lang="zh-TW" altLang="en-US" b="1" dirty="0"/>
              <a:t>干擾問題</a:t>
            </a:r>
            <a:r>
              <a:rPr lang="zh-TW" altLang="en-US" dirty="0"/>
              <a:t>，並且同時滿足各使用者不同的 </a:t>
            </a:r>
            <a:r>
              <a:rPr lang="vi-VN" dirty="0"/>
              <a:t>traffic demand。</a:t>
            </a:r>
            <a:endParaRPr lang="en-US" dirty="0"/>
          </a:p>
          <a:p>
            <a:pPr lvl="1"/>
            <a:r>
              <a:rPr lang="zh-TW" altLang="en-US" dirty="0"/>
              <a:t>以往做法（排除區、</a:t>
            </a:r>
            <a:r>
              <a:rPr lang="en-US" altLang="zh-TW" dirty="0"/>
              <a:t>beam pitch, </a:t>
            </a:r>
            <a:r>
              <a:rPr lang="zh-TW" altLang="en-US" dirty="0"/>
              <a:t>優先給 </a:t>
            </a:r>
            <a:r>
              <a:rPr lang="en-US" altLang="zh-TW" dirty="0"/>
              <a:t>GEO </a:t>
            </a:r>
            <a:r>
              <a:rPr lang="zh-TW" altLang="en-US" dirty="0"/>
              <a:t>頻譜）都會造成：</a:t>
            </a:r>
            <a:endParaRPr lang="en-US" altLang="zh-TW" dirty="0"/>
          </a:p>
          <a:p>
            <a:pPr lvl="2"/>
            <a:r>
              <a:rPr lang="vi-VN" dirty="0"/>
              <a:t>LEO coverage </a:t>
            </a:r>
            <a:r>
              <a:rPr lang="zh-TW" altLang="en-US" dirty="0"/>
              <a:t>變差、</a:t>
            </a:r>
            <a:r>
              <a:rPr lang="en-US" altLang="zh-TW" dirty="0"/>
              <a:t>LEO </a:t>
            </a:r>
            <a:r>
              <a:rPr lang="zh-TW" altLang="en-US" dirty="0"/>
              <a:t>可用頻寬變少</a:t>
            </a:r>
            <a:endParaRPr lang="en-US" altLang="zh-TW" dirty="0"/>
          </a:p>
          <a:p>
            <a:pPr lvl="1"/>
            <a:r>
              <a:rPr lang="zh-TW" altLang="en-US" dirty="0"/>
              <a:t>需要能「</a:t>
            </a:r>
            <a:r>
              <a:rPr lang="zh-TW" altLang="en-US" b="1" dirty="0"/>
              <a:t>在不中斷 </a:t>
            </a:r>
            <a:r>
              <a:rPr lang="en-US" altLang="zh-TW" b="1" dirty="0"/>
              <a:t>LEO </a:t>
            </a:r>
            <a:r>
              <a:rPr lang="zh-TW" altLang="en-US" b="1" dirty="0"/>
              <a:t>服務的情況下</a:t>
            </a:r>
            <a:r>
              <a:rPr lang="zh-TW" altLang="en-US" dirty="0"/>
              <a:t>」讓 </a:t>
            </a:r>
            <a:r>
              <a:rPr lang="en-US" altLang="zh-TW" dirty="0"/>
              <a:t>GEO </a:t>
            </a:r>
            <a:r>
              <a:rPr lang="zh-TW" altLang="en-US" dirty="0"/>
              <a:t>用戶也能正常收訊。</a:t>
            </a:r>
            <a:endParaRPr lang="en-US" altLang="zh-TW" dirty="0"/>
          </a:p>
          <a:p>
            <a:pPr lvl="1"/>
            <a:r>
              <a:rPr lang="zh-TW" altLang="en-US" dirty="0"/>
              <a:t>提出 </a:t>
            </a:r>
            <a:r>
              <a:rPr lang="vi-VN" b="1" dirty="0"/>
              <a:t>RSMA + super-common message</a:t>
            </a:r>
            <a:r>
              <a:rPr lang="vi-VN" dirty="0"/>
              <a:t>：</a:t>
            </a:r>
            <a:endParaRPr lang="en-US" dirty="0"/>
          </a:p>
          <a:p>
            <a:pPr lvl="2"/>
            <a:r>
              <a:rPr lang="vi-VN" dirty="0"/>
              <a:t>LEO </a:t>
            </a:r>
            <a:r>
              <a:rPr lang="zh-TW" altLang="en-US" dirty="0"/>
              <a:t>把部分訊號編成所有人都能解的 </a:t>
            </a:r>
            <a:r>
              <a:rPr lang="vi-VN" b="1" dirty="0"/>
              <a:t>super-common message</a:t>
            </a:r>
            <a:r>
              <a:rPr lang="zh-TW" altLang="en-US" b="1" dirty="0"/>
              <a:t>，使</a:t>
            </a:r>
            <a:r>
              <a:rPr lang="vi-VN" dirty="0"/>
              <a:t>GEO user </a:t>
            </a:r>
            <a:r>
              <a:rPr lang="zh-TW" altLang="en-US" dirty="0"/>
              <a:t>先解讀這個 </a:t>
            </a:r>
            <a:r>
              <a:rPr lang="vi-VN" dirty="0"/>
              <a:t>message </a:t>
            </a:r>
            <a:r>
              <a:rPr lang="zh-TW" altLang="en-US" dirty="0"/>
              <a:t>再用 </a:t>
            </a:r>
            <a:r>
              <a:rPr lang="vi-VN" dirty="0"/>
              <a:t>SIC </a:t>
            </a:r>
            <a:r>
              <a:rPr lang="zh-TW" altLang="en-US" dirty="0"/>
              <a:t>把干擾扣掉。</a:t>
            </a:r>
            <a:endParaRPr lang="en-US" dirty="0"/>
          </a:p>
          <a:p>
            <a:pPr lvl="1"/>
            <a:r>
              <a:rPr lang="zh-TW" altLang="en-US" dirty="0"/>
              <a:t>主要結論</a:t>
            </a:r>
            <a:endParaRPr lang="en-US" altLang="zh-TW" dirty="0"/>
          </a:p>
          <a:p>
            <a:pPr lvl="2"/>
            <a:r>
              <a:rPr lang="vi-VN" dirty="0"/>
              <a:t>RSMA </a:t>
            </a:r>
            <a:r>
              <a:rPr lang="zh-TW" altLang="en-US" dirty="0"/>
              <a:t>能在 </a:t>
            </a:r>
            <a:r>
              <a:rPr lang="vi-VN" dirty="0"/>
              <a:t>in-line </a:t>
            </a:r>
            <a:r>
              <a:rPr lang="zh-TW" altLang="en-US" dirty="0"/>
              <a:t>干擾區仍保持 </a:t>
            </a:r>
            <a:r>
              <a:rPr lang="vi-VN" dirty="0"/>
              <a:t>GEO </a:t>
            </a:r>
            <a:r>
              <a:rPr lang="zh-TW" altLang="en-US" dirty="0"/>
              <a:t>與 </a:t>
            </a:r>
            <a:r>
              <a:rPr lang="vi-VN" dirty="0"/>
              <a:t>LEO </a:t>
            </a:r>
            <a:r>
              <a:rPr lang="zh-TW" altLang="en-US" dirty="0"/>
              <a:t>都能通信（不中斷）。</a:t>
            </a:r>
            <a:endParaRPr lang="en-US" altLang="zh-TW" dirty="0"/>
          </a:p>
          <a:p>
            <a:pPr lvl="2"/>
            <a:r>
              <a:rPr lang="zh-TW" altLang="en-US" dirty="0"/>
              <a:t>比排除角或 </a:t>
            </a:r>
            <a:r>
              <a:rPr lang="vi-VN" dirty="0"/>
              <a:t>beam pitch </a:t>
            </a:r>
            <a:r>
              <a:rPr lang="zh-TW" altLang="en-US" dirty="0"/>
              <a:t>更彈性，不會讓 </a:t>
            </a:r>
            <a:r>
              <a:rPr lang="vi-VN" dirty="0"/>
              <a:t>LEO coverage </a:t>
            </a:r>
            <a:r>
              <a:rPr lang="zh-TW" altLang="en-US" dirty="0"/>
              <a:t>變差。比排除角或 </a:t>
            </a:r>
            <a:r>
              <a:rPr lang="vi-VN" dirty="0"/>
              <a:t>beam pitch </a:t>
            </a:r>
            <a:r>
              <a:rPr lang="zh-TW" altLang="en-US" dirty="0"/>
              <a:t>更彈性，不會讓 </a:t>
            </a:r>
            <a:r>
              <a:rPr lang="vi-VN" dirty="0"/>
              <a:t>LEO coverage </a:t>
            </a:r>
            <a:r>
              <a:rPr lang="zh-TW" altLang="en-US" dirty="0"/>
              <a:t>變差。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02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90E1-746F-5B56-D8B3-BB62DC00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11044A-439D-1F36-B402-763222F0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1062"/>
          </a:xfrm>
        </p:spPr>
        <p:txBody>
          <a:bodyPr>
            <a:normAutofit/>
          </a:bodyPr>
          <a:lstStyle/>
          <a:p>
            <a:r>
              <a:rPr lang="en-US" altLang="zh-TW" dirty="0"/>
              <a:t>STK</a:t>
            </a:r>
            <a:r>
              <a:rPr lang="zh-TW" altLang="en-US" dirty="0"/>
              <a:t> 進度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97ABA4-83AA-9113-F022-A2EE68D18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13190" cy="4351338"/>
          </a:xfrm>
        </p:spPr>
        <p:txBody>
          <a:bodyPr/>
          <a:lstStyle/>
          <a:p>
            <a:pPr lvl="1"/>
            <a:r>
              <a:rPr lang="en-US" altLang="zh-TW" dirty="0"/>
              <a:t>LEO</a:t>
            </a:r>
            <a:r>
              <a:rPr lang="zh-TW" altLang="en-US" dirty="0"/>
              <a:t>、</a:t>
            </a:r>
            <a:r>
              <a:rPr lang="en-US" altLang="zh-TW" dirty="0"/>
              <a:t>GEO</a:t>
            </a:r>
            <a:r>
              <a:rPr lang="zh-TW" altLang="en-US" dirty="0"/>
              <a:t>衛星完成建立</a:t>
            </a:r>
            <a:endParaRPr lang="en-US" altLang="zh-TW" dirty="0"/>
          </a:p>
          <a:p>
            <a:pPr lvl="1"/>
            <a:r>
              <a:rPr lang="en-US" altLang="zh-TW" dirty="0"/>
              <a:t>GEO</a:t>
            </a:r>
            <a:r>
              <a:rPr lang="zh-TW" altLang="en-US" dirty="0"/>
              <a:t>地面站建立完成</a:t>
            </a:r>
            <a:endParaRPr lang="en-US" altLang="zh-TW" dirty="0"/>
          </a:p>
          <a:p>
            <a:pPr lvl="1"/>
            <a:r>
              <a:rPr lang="en-US" altLang="zh-TW" dirty="0"/>
              <a:t>LEO</a:t>
            </a:r>
            <a:r>
              <a:rPr lang="zh-TW" altLang="en-US" dirty="0"/>
              <a:t>的</a:t>
            </a:r>
            <a:r>
              <a:rPr lang="en-US" altLang="zh-TW" dirty="0"/>
              <a:t>Beam</a:t>
            </a:r>
            <a:r>
              <a:rPr lang="zh-TW" altLang="en-US" dirty="0"/>
              <a:t>建立中，且要跑完所有衛星需要一段時間</a:t>
            </a:r>
            <a:endParaRPr lang="en-US" altLang="zh-TW" dirty="0"/>
          </a:p>
          <a:p>
            <a:pPr lvl="2"/>
            <a:r>
              <a:rPr lang="zh-TW" altLang="en-US" dirty="0"/>
              <a:t>研究重點是干擾、覆蓋區域</a:t>
            </a:r>
            <a:r>
              <a:rPr lang="vi-VN" dirty="0"/>
              <a:t>、beam </a:t>
            </a:r>
            <a:r>
              <a:rPr lang="zh-TW" altLang="en-US" dirty="0"/>
              <a:t>邊界等大尺度幾何問題，把多顆</a:t>
            </a:r>
            <a:r>
              <a:rPr lang="en-US" altLang="zh-TW" dirty="0"/>
              <a:t>beam</a:t>
            </a:r>
            <a:r>
              <a:rPr lang="zh-TW" altLang="en-US" dirty="0"/>
              <a:t>整合為等效大 </a:t>
            </a:r>
            <a:r>
              <a:rPr lang="vi-VN" dirty="0"/>
              <a:t>beam，</a:t>
            </a:r>
            <a:r>
              <a:rPr lang="zh-TW" altLang="en-US" dirty="0"/>
              <a:t>可以大幅簡化 </a:t>
            </a:r>
            <a:r>
              <a:rPr lang="vi-VN" dirty="0"/>
              <a:t>model。</a:t>
            </a:r>
            <a:endParaRPr lang="en-US" altLang="zh-TW" dirty="0"/>
          </a:p>
          <a:p>
            <a:pPr lvl="2"/>
            <a:r>
              <a:rPr lang="zh-TW" altLang="en-US" dirty="0"/>
              <a:t>先用幾顆去設定，確定好在把所有衛星建立好</a:t>
            </a: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BD66D1-E66A-3087-4AFC-98A794BD9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90" y="1686188"/>
            <a:ext cx="2429214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3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9CB3-1941-8B46-2885-9FA718330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A9F82-321D-80B7-3062-7FA8E1BE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12/15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589A857-52FA-ED2B-E5F6-2603449344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5197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43BDC-48DC-2364-94A7-394B2D56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STK </a:t>
            </a:r>
            <a:r>
              <a:rPr lang="zh-TW" altLang="en-US" dirty="0"/>
              <a:t>環境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BCE18D-0443-FC95-F76B-8E38133E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9120" cy="4351338"/>
          </a:xfrm>
        </p:spPr>
        <p:txBody>
          <a:bodyPr/>
          <a:lstStyle/>
          <a:p>
            <a:r>
              <a:rPr lang="zh-TW" altLang="en-US" dirty="0"/>
              <a:t>根據不同的排除角度去關閉要</a:t>
            </a:r>
            <a:r>
              <a:rPr lang="en-US" altLang="zh-TW" dirty="0"/>
              <a:t>LEO</a:t>
            </a:r>
            <a:r>
              <a:rPr lang="zh-TW" altLang="en-US" dirty="0"/>
              <a:t>的</a:t>
            </a:r>
            <a:r>
              <a:rPr lang="en-US" altLang="zh-TW" dirty="0"/>
              <a:t>Beam</a:t>
            </a:r>
          </a:p>
          <a:p>
            <a:pPr lvl="1"/>
            <a:r>
              <a:rPr lang="zh-TW" altLang="en-US" dirty="0"/>
              <a:t>計算現在每一顆衛星與</a:t>
            </a:r>
            <a:r>
              <a:rPr lang="en-US" altLang="zh-TW" dirty="0"/>
              <a:t>GEO</a:t>
            </a:r>
            <a:r>
              <a:rPr lang="zh-TW" altLang="en-US" dirty="0"/>
              <a:t>的夾角</a:t>
            </a:r>
            <a:endParaRPr lang="en-US" altLang="zh-TW" dirty="0"/>
          </a:p>
          <a:p>
            <a:pPr lvl="1"/>
            <a:r>
              <a:rPr lang="zh-TW" altLang="en-US" dirty="0"/>
              <a:t>並去改變</a:t>
            </a:r>
            <a:r>
              <a:rPr lang="en-US" altLang="zh-TW" dirty="0"/>
              <a:t>STK</a:t>
            </a:r>
            <a:r>
              <a:rPr lang="zh-TW" altLang="en-US" dirty="0"/>
              <a:t>的場景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 descr="一張含有 螢幕擷取畫面, 鮮豔, 圓形, 綠色 的圖片&#10;&#10;AI 產生的內容可能不正確。">
            <a:extLst>
              <a:ext uri="{FF2B5EF4-FFF2-40B4-BE49-F238E27FC236}">
                <a16:creationId xmlns:a16="http://schemas.microsoft.com/office/drawing/2014/main" id="{A1FE16D5-4460-8148-8AC5-6BB93AA8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20" y="1817742"/>
            <a:ext cx="5564680" cy="39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33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BBEB3-B6CB-C730-99B1-E43D60EC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模擬</a:t>
            </a:r>
            <a:r>
              <a:rPr lang="en-US" altLang="zh-TW" dirty="0"/>
              <a:t>1</a:t>
            </a:r>
            <a:r>
              <a:rPr lang="zh-TW" altLang="en-US" dirty="0"/>
              <a:t>天的統計圖</a:t>
            </a:r>
            <a:br>
              <a:rPr lang="en-US" altLang="zh-TW" dirty="0"/>
            </a:br>
            <a:r>
              <a:rPr lang="vi-VN" sz="3600" dirty="0"/>
              <a:t>GEO </a:t>
            </a:r>
            <a:r>
              <a:rPr lang="zh-TW" altLang="en-US" sz="3600" dirty="0"/>
              <a:t>被干擾次數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EFBA98-80C4-E333-10C6-1E7421CF5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64F192A-DA13-9EFF-FC54-AA02A0D41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90" y="1562473"/>
            <a:ext cx="9605020" cy="518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52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CFF28-C8A9-2238-4EE9-F064BF39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進度規劃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A20014-345C-1244-AAD4-3159FFC5AC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1117"/>
              </a:xfrm>
            </p:spPr>
            <p:txBody>
              <a:bodyPr/>
              <a:lstStyle/>
              <a:p>
                <a:r>
                  <a:rPr lang="zh-TW" altLang="en-US" sz="2000" dirty="0"/>
                  <a:t>在不同幾何</a:t>
                </a:r>
                <a:r>
                  <a:rPr lang="en-US" altLang="zh-TW" sz="2000" dirty="0"/>
                  <a:t>/</a:t>
                </a:r>
                <a:r>
                  <a:rPr lang="zh-TW" altLang="en-US" sz="2000" dirty="0"/>
                  <a:t>功率狀態下，用 </a:t>
                </a:r>
                <a:r>
                  <a:rPr lang="zh-TW" altLang="en-US" sz="2000" b="1" dirty="0"/>
                  <a:t>最小的保護成本（關 </a:t>
                </a:r>
                <a:r>
                  <a:rPr lang="en-US" altLang="zh-TW" sz="2000" b="1" dirty="0"/>
                  <a:t>beam</a:t>
                </a:r>
                <a:r>
                  <a:rPr lang="zh-TW" altLang="en-US" sz="2000" b="1" dirty="0"/>
                  <a:t>）</a:t>
                </a:r>
                <a:r>
                  <a:rPr lang="zh-TW" altLang="en-US" sz="2000" dirty="0"/>
                  <a:t> 去滿足 </a:t>
                </a:r>
                <a:r>
                  <a:rPr lang="en-US" altLang="zh-TW" sz="2000" b="1" dirty="0"/>
                  <a:t>EPFD </a:t>
                </a:r>
                <a:r>
                  <a:rPr lang="zh-TW" altLang="en-US" sz="2000" b="1" dirty="0"/>
                  <a:t>或保護門檻</a:t>
                </a:r>
                <a:r>
                  <a:rPr lang="zh-TW" altLang="en-US" sz="2000" dirty="0"/>
                  <a:t>。</a:t>
                </a:r>
                <a:endParaRPr lang="en-US" sz="2000" dirty="0"/>
              </a:p>
              <a:p>
                <a:r>
                  <a:rPr lang="zh-TW" altLang="en-US" sz="2000" dirty="0"/>
                  <a:t>目標：在每個時間步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TW" altLang="en-US" sz="2000" dirty="0"/>
                  <a:t>，滿足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b="0" i="0"/>
                      <m:t>EPFD</m:t>
                    </m:r>
                    <m:d>
                      <m:d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TW" altLang="en-US" sz="200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altLang="zh-TW" sz="2000" i="0"/>
                      <m:t>Mask</m:t>
                    </m:r>
                  </m:oMath>
                </a14:m>
                <a:r>
                  <a:rPr lang="zh-TW" altLang="en-US" sz="2000" dirty="0"/>
                  <a:t>的同時，讓「關閉</a:t>
                </a:r>
                <a:r>
                  <a:rPr lang="en-US" altLang="zh-TW" sz="2000" dirty="0"/>
                  <a:t>/</a:t>
                </a:r>
                <a:r>
                  <a:rPr lang="zh-TW" altLang="en-US" sz="2000" dirty="0"/>
                  <a:t>降載」最少</a:t>
                </a:r>
                <a:endParaRPr lang="en-US" altLang="zh-TW" sz="2000" dirty="0"/>
              </a:p>
              <a:p>
                <a:r>
                  <a:rPr lang="en-US" altLang="zh-TW" sz="2000" dirty="0"/>
                  <a:t>NDS</a:t>
                </a:r>
                <a:r>
                  <a:rPr lang="zh-TW" altLang="en-US" sz="2000" dirty="0"/>
                  <a:t>比較圖</a:t>
                </a:r>
                <a:endParaRPr lang="en-US" altLang="zh-TW" sz="2000" dirty="0"/>
              </a:p>
              <a:p>
                <a:pPr lvl="1"/>
                <a:r>
                  <a:rPr lang="vi-VN" sz="1800" b="1" dirty="0"/>
                  <a:t>Service availability / coverage</a:t>
                </a:r>
                <a:r>
                  <a:rPr lang="vi-VN" sz="1800" dirty="0"/>
                  <a:t>：beam ON </a:t>
                </a:r>
                <a:r>
                  <a:rPr lang="zh-TW" altLang="en-US" sz="1800" dirty="0"/>
                  <a:t>的時間比例</a:t>
                </a:r>
                <a:endParaRPr lang="en-US" altLang="zh-TW" sz="1800" dirty="0"/>
              </a:p>
              <a:p>
                <a:pPr lvl="1"/>
                <a:r>
                  <a:rPr lang="vi-VN" sz="1800" b="1" dirty="0"/>
                  <a:t>Violation rate</a:t>
                </a:r>
                <a:r>
                  <a:rPr lang="vi-VN" sz="1800" dirty="0"/>
                  <a:t>：EPFD</a:t>
                </a:r>
                <a:r>
                  <a:rPr lang="zh-TW" altLang="en-US" sz="1800" dirty="0"/>
                  <a:t>超標次數 </a:t>
                </a:r>
                <a:r>
                  <a:rPr lang="en-US" altLang="zh-TW" sz="1800" dirty="0"/>
                  <a:t>/ </a:t>
                </a:r>
                <a:r>
                  <a:rPr lang="zh-TW" altLang="en-US" sz="1800" dirty="0"/>
                  <a:t>時間比例</a:t>
                </a:r>
                <a:endParaRPr lang="en-US" altLang="zh-TW" sz="1800" dirty="0"/>
              </a:p>
              <a:p>
                <a:pPr lvl="1"/>
                <a:r>
                  <a:rPr lang="vi-VN" sz="1800" b="1" dirty="0"/>
                  <a:t>Trade-off curve</a:t>
                </a:r>
                <a:r>
                  <a:rPr lang="vi-VN" sz="1800" dirty="0"/>
                  <a:t>：</a:t>
                </a:r>
                <a:r>
                  <a:rPr lang="zh-TW" altLang="en-US" sz="1800" dirty="0"/>
                  <a:t>固定角 </a:t>
                </a:r>
                <a:r>
                  <a:rPr lang="vi-VN" sz="1800" dirty="0"/>
                  <a:t>vs </a:t>
                </a:r>
                <a:r>
                  <a:rPr lang="zh-TW" altLang="en-US" sz="1800" dirty="0"/>
                  <a:t>動態角，在 </a:t>
                </a:r>
                <a:r>
                  <a:rPr lang="vi-VN" sz="1800" dirty="0"/>
                  <a:t>violation-rate </a:t>
                </a:r>
                <a:r>
                  <a:rPr lang="zh-TW" altLang="en-US" sz="1800" dirty="0"/>
                  <a:t>相同時，哪個 </a:t>
                </a:r>
                <a:r>
                  <a:rPr lang="vi-VN" sz="1800" dirty="0"/>
                  <a:t>ON </a:t>
                </a:r>
                <a:r>
                  <a:rPr lang="zh-TW" altLang="en-US" sz="1800" dirty="0"/>
                  <a:t>時間更高</a:t>
                </a:r>
                <a:endParaRPr lang="en-US" altLang="zh-TW" sz="18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zh-TW" altLang="en-US" dirty="0"/>
                  <a:t>把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細拆成</a:t>
                </a:r>
                <a:r>
                  <a:rPr lang="en-US" altLang="zh-TW" dirty="0"/>
                  <a:t>16</a:t>
                </a:r>
                <a:r>
                  <a:rPr lang="zh-TW" altLang="en-US"/>
                  <a:t>條從北到南，的模擬場景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A20014-345C-1244-AAD4-3159FFC5A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1117"/>
              </a:xfrm>
              <a:blipFill>
                <a:blip r:embed="rId2"/>
                <a:stretch>
                  <a:fillRect l="-1043" t="-139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94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93CA-7D56-611C-C381-9859800E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F3A48-B28F-E3BB-D49D-351E15D05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1/6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68BF828-FE65-0A51-C4AA-EE9A9D3CE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7473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8254C-CCF2-A025-094F-342F0130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STK</a:t>
            </a:r>
            <a:r>
              <a:rPr lang="zh-TW" altLang="en-US" dirty="0"/>
              <a:t>環境</a:t>
            </a:r>
            <a:endParaRPr lang="vi-VN" dirty="0"/>
          </a:p>
        </p:txBody>
      </p:sp>
      <p:pic>
        <p:nvPicPr>
          <p:cNvPr id="5" name="內容版面配置區 4" descr="一張含有 螢幕擷取畫面, 文字, 鮮豔 的圖片&#10;&#10;AI 產生的內容可能不正確。">
            <a:extLst>
              <a:ext uri="{FF2B5EF4-FFF2-40B4-BE49-F238E27FC236}">
                <a16:creationId xmlns:a16="http://schemas.microsoft.com/office/drawing/2014/main" id="{603AFF66-8D90-7CD5-9799-07A93E301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425828"/>
            <a:ext cx="5768563" cy="4122643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F97C969D-71FB-2076-42A8-A506C605624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490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覆蓋到的</a:t>
            </a:r>
            <a:r>
              <a:rPr lang="en-US" altLang="zh-TW" dirty="0"/>
              <a:t>beam</a:t>
            </a:r>
            <a:r>
              <a:rPr lang="zh-TW" altLang="en-US" dirty="0"/>
              <a:t>又小於排除角的話，則關</a:t>
            </a:r>
            <a:r>
              <a:rPr lang="en-US" altLang="zh-TW" dirty="0"/>
              <a:t>beam</a:t>
            </a:r>
          </a:p>
          <a:p>
            <a:endParaRPr lang="en-US" altLang="zh-TW" dirty="0"/>
          </a:p>
          <a:p>
            <a:r>
              <a:rPr lang="en-US" altLang="zh-TW" dirty="0"/>
              <a:t> </a:t>
            </a:r>
            <a:r>
              <a:rPr lang="zh-TW" altLang="en-US" dirty="0"/>
              <a:t>只有滿足任意條件的話，則不用關</a:t>
            </a:r>
            <a:r>
              <a:rPr lang="en-US" altLang="zh-TW" dirty="0"/>
              <a:t>beam</a:t>
            </a:r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302417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E2D1A-E607-F1C8-C8CD-41C8FD88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0559"/>
            <a:ext cx="10515600" cy="1325563"/>
          </a:xfrm>
        </p:spPr>
        <p:txBody>
          <a:bodyPr/>
          <a:lstStyle/>
          <a:p>
            <a:r>
              <a:rPr lang="zh-TW" altLang="en-US" dirty="0"/>
              <a:t>目前</a:t>
            </a:r>
            <a:r>
              <a:rPr lang="en-US" dirty="0"/>
              <a:t>STK</a:t>
            </a:r>
            <a:r>
              <a:rPr lang="zh-TW" altLang="en-US" dirty="0"/>
              <a:t>環境</a:t>
            </a:r>
            <a:r>
              <a:rPr lang="en-US" altLang="zh-TW" dirty="0"/>
              <a:t>code</a:t>
            </a:r>
            <a:r>
              <a:rPr lang="zh-TW" altLang="en-US" dirty="0"/>
              <a:t>步驟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40E60A4-D88B-A9DE-91C9-976F5AAC0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67980"/>
                <a:ext cx="10515600" cy="5691373"/>
              </a:xfrm>
            </p:spPr>
            <p:txBody>
              <a:bodyPr>
                <a:noAutofit/>
              </a:bodyPr>
              <a:lstStyle/>
              <a:p>
                <a:r>
                  <a:rPr lang="vi-VN" sz="2000" b="1" dirty="0"/>
                  <a:t>for</a:t>
                </a:r>
                <a:r>
                  <a:rPr lang="vi-VN" sz="2000" dirty="0"/>
                  <a:t> each time instant </a:t>
                </a:r>
                <a14:m>
                  <m:oMath xmlns:m="http://schemas.openxmlformats.org/officeDocument/2006/math">
                    <m:r>
                      <a:rPr lang="vi-V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vi-VN" sz="20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vi-VN" sz="2000" i="0"/>
                              <m:t>start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vi-VN" sz="2000" i="0"/>
                              <m:t>end</m:t>
                            </m:r>
                          </m:sub>
                        </m:sSub>
                      </m:e>
                    </m:d>
                  </m:oMath>
                </a14:m>
                <a:r>
                  <a:rPr lang="vi-VN" sz="2000" b="1" dirty="0"/>
                  <a:t>do</a:t>
                </a:r>
                <a:r>
                  <a:rPr lang="en-US" sz="2000" b="1" dirty="0"/>
                  <a:t>                               </a:t>
                </a:r>
              </a:p>
              <a:p>
                <a:pPr lvl="1"/>
                <a:r>
                  <a:rPr lang="en-US" sz="1800" dirty="0"/>
                  <a:t>Obtain fixed-frame positions of all GSO satellites and GSO ground stations</a:t>
                </a:r>
                <a:endParaRPr lang="en-US" sz="1800" b="1" dirty="0"/>
              </a:p>
              <a:p>
                <a:pPr lvl="1"/>
                <a:r>
                  <a:rPr lang="en-US" sz="1800" b="1" dirty="0"/>
                  <a:t>for</a:t>
                </a:r>
                <a:r>
                  <a:rPr lang="en-US" sz="1800" dirty="0"/>
                  <a:t> each NGSO satellite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800" b="1" dirty="0"/>
                  <a:t>do</a:t>
                </a:r>
              </a:p>
              <a:p>
                <a:pPr lvl="2"/>
                <a:r>
                  <a:rPr lang="vi-VN" sz="1600" dirty="0"/>
                  <a:t>Compute NGSO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vi-VN" sz="1600" dirty="0"/>
                  <a:t>and sub-satellite latitude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lvl="2"/>
                <a:r>
                  <a:rPr lang="vi-VN" sz="1600" dirty="0"/>
                  <a:t>Compute discrimination angles</a:t>
                </a:r>
                <a:endParaRPr lang="en-US" sz="1600" dirty="0"/>
              </a:p>
              <a:p>
                <a:pPr lvl="2"/>
                <a:r>
                  <a:rPr lang="en-US" sz="1600" b="1" dirty="0"/>
                  <a:t>for</a:t>
                </a:r>
                <a:r>
                  <a:rPr lang="en-US" sz="1600" dirty="0"/>
                  <a:t> each beam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b="1" dirty="0"/>
                  <a:t>do</a:t>
                </a:r>
              </a:p>
              <a:p>
                <a:pPr lvl="3"/>
                <a:r>
                  <a:rPr lang="vi-VN" sz="1400" dirty="0"/>
                  <a:t>Compute effective beam width</a:t>
                </a:r>
                <a:endParaRPr lang="en-US" sz="1400" dirty="0"/>
              </a:p>
              <a:p>
                <a:pPr lvl="3"/>
                <a:r>
                  <a:rPr lang="vi-VN" sz="1400" dirty="0"/>
                  <a:t>Compute latitude coverage bounds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</m:e>
                    </m:d>
                  </m:oMath>
                </a14:m>
                <a:endParaRPr lang="en-US" sz="1400" dirty="0"/>
              </a:p>
              <a:p>
                <a:pPr lvl="3"/>
                <a:r>
                  <a:rPr lang="vi-VN" sz="1400" dirty="0"/>
                  <a:t>Determine covered ground stations</a:t>
                </a:r>
                <a:endParaRPr lang="en-US" sz="1400" dirty="0"/>
              </a:p>
              <a:p>
                <a:pPr lvl="3"/>
                <a:r>
                  <a:rPr lang="vi-VN" sz="1400" dirty="0"/>
                  <a:t> </a:t>
                </a:r>
                <a:r>
                  <a:rPr lang="vi-VN" sz="1400" b="1" dirty="0"/>
                  <a:t>if</a:t>
                </a:r>
                <a:r>
                  <a:rPr lang="vi-VN" sz="1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400" i="0"/>
                          <m:t>cov</m:t>
                        </m:r>
                      </m:sub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vi-VN" sz="1400" b="1" dirty="0"/>
                  <a:t>then</a:t>
                </a:r>
                <a:endParaRPr lang="en-US" sz="1400" b="1" dirty="0"/>
              </a:p>
              <a:p>
                <a:pPr lvl="4"/>
                <a:r>
                  <a:rPr lang="vi-VN" sz="1400" dirty="0"/>
                  <a:t>Set beam </a:t>
                </a:r>
                <a14:m>
                  <m:oMath xmlns:m="http://schemas.openxmlformats.org/officeDocument/2006/math">
                    <m:r>
                      <a:rPr lang="vi-VN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1400" b="1" dirty="0"/>
                  <a:t>ON</a:t>
                </a:r>
                <a:endParaRPr lang="en-US" sz="1400" b="1" dirty="0"/>
              </a:p>
              <a:p>
                <a:pPr lvl="3"/>
                <a:r>
                  <a:rPr lang="vi-VN" sz="1400" dirty="0"/>
                  <a:t>Else</a:t>
                </a:r>
                <a:endParaRPr lang="en-US" sz="1400" dirty="0"/>
              </a:p>
              <a:p>
                <a:pPr lvl="4"/>
                <a:r>
                  <a:rPr lang="vi-VN" sz="1400" b="1" dirty="0"/>
                  <a:t>if</a:t>
                </a:r>
                <a:r>
                  <a:rPr lang="vi-VN" sz="1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40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func>
                          <m:func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fName>
                          <m:e/>
                        </m:func>
                      </m:sup>
                    </m:sSubSup>
                    <m:r>
                      <a:rPr lang="ar-AE" sz="1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400" i="0"/>
                          <m:t>th</m:t>
                        </m:r>
                      </m:sub>
                    </m:sSub>
                  </m:oMath>
                </a14:m>
                <a:r>
                  <a:rPr lang="vi-VN" sz="1400" b="1" dirty="0"/>
                  <a:t>then</a:t>
                </a:r>
                <a:endParaRPr lang="en-US" sz="1400" b="1" dirty="0"/>
              </a:p>
              <a:p>
                <a:pPr lvl="5"/>
                <a:r>
                  <a:rPr lang="vi-VN" sz="1400" dirty="0"/>
                  <a:t>Set beam </a:t>
                </a:r>
                <a14:m>
                  <m:oMath xmlns:m="http://schemas.openxmlformats.org/officeDocument/2006/math">
                    <m:r>
                      <a:rPr lang="vi-VN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1400" b="1" dirty="0"/>
                  <a:t>OFF</a:t>
                </a:r>
                <a:endParaRPr lang="en-US" sz="1400" b="1" dirty="0"/>
              </a:p>
              <a:p>
                <a:pPr lvl="4"/>
                <a:r>
                  <a:rPr lang="da-DK" sz="1400" b="1" dirty="0"/>
                  <a:t>else</a:t>
                </a:r>
                <a:r>
                  <a:rPr lang="da-DK" sz="1400" dirty="0"/>
                  <a:t> set beam </a:t>
                </a:r>
                <a14:m>
                  <m:oMath xmlns:m="http://schemas.openxmlformats.org/officeDocument/2006/math">
                    <m:r>
                      <a:rPr lang="da-DK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a-DK" sz="1400" b="1" dirty="0"/>
                  <a:t>ON</a:t>
                </a:r>
                <a:endParaRPr lang="en-US" sz="1400" dirty="0"/>
              </a:p>
              <a:p>
                <a:pPr lvl="3"/>
                <a:r>
                  <a:rPr lang="vi-VN" sz="1400" dirty="0"/>
                  <a:t>end if</a:t>
                </a:r>
                <a:endParaRPr lang="en-US" sz="1400" b="1" dirty="0"/>
              </a:p>
              <a:p>
                <a:pPr lvl="2"/>
                <a:r>
                  <a:rPr lang="vi-VN" sz="1600" dirty="0"/>
                  <a:t>end for</a:t>
                </a:r>
                <a:endParaRPr lang="en-US" sz="1600" b="1" dirty="0"/>
              </a:p>
              <a:p>
                <a:pPr lvl="1"/>
                <a:r>
                  <a:rPr lang="vi-VN" sz="1800" dirty="0"/>
                  <a:t>end for</a:t>
                </a:r>
                <a:endParaRPr lang="en-US" sz="1800" b="1" dirty="0"/>
              </a:p>
              <a:p>
                <a:r>
                  <a:rPr lang="vi-VN" sz="2000" dirty="0"/>
                  <a:t>end for</a:t>
                </a:r>
                <a:endParaRPr lang="en-US" sz="2000" b="1" dirty="0"/>
              </a:p>
              <a:p>
                <a:pPr lvl="2"/>
                <a:endParaRPr lang="en-US" sz="1600" b="1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40E60A4-D88B-A9DE-91C9-976F5AAC0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67980"/>
                <a:ext cx="10515600" cy="5691373"/>
              </a:xfrm>
              <a:blipFill>
                <a:blip r:embed="rId2"/>
                <a:stretch>
                  <a:fillRect l="-522" t="-75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202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FDE752-3C86-D23E-5D5C-506FF779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論文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6A8FD7-866C-53A1-51E7-B2A0DA5D1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963"/>
            <a:ext cx="10515600" cy="4386000"/>
          </a:xfrm>
        </p:spPr>
        <p:txBody>
          <a:bodyPr/>
          <a:lstStyle/>
          <a:p>
            <a:r>
              <a:rPr lang="en-US" dirty="0"/>
              <a:t>Joint Power and Tilt Control in Satellite Constellation for NGSO-GSO Interference Mitigation</a:t>
            </a:r>
          </a:p>
          <a:p>
            <a:pPr lvl="1"/>
            <a:r>
              <a:rPr lang="zh-TW" altLang="en-US" dirty="0"/>
              <a:t>功率（</a:t>
            </a:r>
            <a:r>
              <a:rPr lang="vi-VN" dirty="0"/>
              <a:t>power）</a:t>
            </a:r>
            <a:endParaRPr lang="en-US" dirty="0"/>
          </a:p>
          <a:p>
            <a:pPr lvl="1"/>
            <a:r>
              <a:rPr lang="zh-TW" altLang="en-US" dirty="0"/>
              <a:t>傾角（</a:t>
            </a:r>
            <a:r>
              <a:rPr lang="vi-VN" dirty="0"/>
              <a:t>tilt）</a:t>
            </a:r>
          </a:p>
        </p:txBody>
      </p:sp>
    </p:spTree>
    <p:extLst>
      <p:ext uri="{BB962C8B-B14F-4D97-AF65-F5344CB8AC3E}">
        <p14:creationId xmlns:p14="http://schemas.microsoft.com/office/powerpoint/2010/main" val="344065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4421-F92A-E693-6F26-70AA8B75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9B8792-CC6A-4859-C968-CFF5FBD7F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1/7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33C0EA8-1F22-76E1-B57C-FE32EBDB70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9763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B669-B4D7-78DE-5EFA-9BA88DDC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0500D6-D0CC-4427-B6D1-78E57801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模型確認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DDA36B1-B6D0-6843-564F-3C8F02E4AB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vi-VN" dirty="0"/>
                  <a:t>beam slice </a:t>
                </a:r>
                <a:r>
                  <a:rPr lang="zh-TW" altLang="en-US" dirty="0"/>
                  <a:t>的定義 </a:t>
                </a:r>
                <a:r>
                  <a:rPr lang="en-US" altLang="zh-TW" dirty="0"/>
                  <a:t>:</a:t>
                </a:r>
                <a:r>
                  <a:rPr lang="el-GR" dirty="0"/>
                  <a:t>β</a:t>
                </a:r>
                <a:r>
                  <a:rPr lang="vi-VN" dirty="0"/>
                  <a:t>b​​=</a:t>
                </a:r>
                <a:r>
                  <a:rPr lang="el-GR" dirty="0"/>
                  <a:t>β0​−(2</a:t>
                </a:r>
                <a:r>
                  <a:rPr lang="vi-VN" dirty="0"/>
                  <a:t>b−1)</a:t>
                </a:r>
                <a:r>
                  <a:rPr lang="el-GR" dirty="0"/>
                  <a:t>β</a:t>
                </a:r>
                <a:r>
                  <a:rPr lang="vi-VN" dirty="0"/>
                  <a:t>ellipse​</a:t>
                </a:r>
                <a:endParaRPr lang="en-US" dirty="0"/>
              </a:p>
              <a:p>
                <a:r>
                  <a:rPr lang="zh-TW" altLang="en-US" dirty="0"/>
                  <a:t>這個公式用來</a:t>
                </a:r>
                <a:r>
                  <a:rPr lang="zh-TW" altLang="en-US" b="1" dirty="0"/>
                  <a:t>定義第 </a:t>
                </a:r>
                <a:r>
                  <a:rPr lang="vi-VN" b="1" dirty="0"/>
                  <a:t>b </a:t>
                </a:r>
                <a:r>
                  <a:rPr lang="zh-TW" altLang="en-US" b="1" dirty="0"/>
                  <a:t>條 </a:t>
                </a:r>
                <a:r>
                  <a:rPr lang="vi-VN" b="1" dirty="0"/>
                  <a:t>beam slice </a:t>
                </a:r>
                <a:r>
                  <a:rPr lang="zh-TW" altLang="en-US" b="1" dirty="0"/>
                  <a:t>對應的 </a:t>
                </a:r>
                <a:r>
                  <a:rPr lang="vi-VN" b="1" dirty="0"/>
                  <a:t>off-axis </a:t>
                </a:r>
                <a:r>
                  <a:rPr lang="zh-TW" altLang="en-US" b="1" dirty="0"/>
                  <a:t>角度大小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最外層 </a:t>
                </a:r>
                <a:r>
                  <a:rPr lang="vi-VN" dirty="0"/>
                  <a:t>beam </a:t>
                </a:r>
                <a:r>
                  <a:rPr lang="zh-TW" altLang="en-US" dirty="0"/>
                  <a:t>的最大 </a:t>
                </a:r>
                <a:r>
                  <a:rPr lang="vi-VN" dirty="0"/>
                  <a:t>off-axis </a:t>
                </a:r>
                <a:r>
                  <a:rPr lang="zh-TW" altLang="en-US" dirty="0"/>
                  <a:t>角度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nor/>
                          </m:rPr>
                          <a:rPr lang="vi-VN" i="0"/>
                          <m:t>ellipse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相鄰 </a:t>
                </a:r>
                <a:r>
                  <a:rPr lang="vi-VN" dirty="0"/>
                  <a:t>beam slice </a:t>
                </a:r>
                <a:r>
                  <a:rPr lang="zh-TW" altLang="en-US" dirty="0"/>
                  <a:t>之間的角度間距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vi-VN" dirty="0"/>
                  <a:t>beam slice </a:t>
                </a:r>
                <a:r>
                  <a:rPr lang="zh-TW" altLang="en-US" dirty="0"/>
                  <a:t>的索引（只是編號）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TW" altLang="en-US" dirty="0"/>
                  <a:t>是一個</a:t>
                </a:r>
                <a:r>
                  <a:rPr lang="zh-TW" altLang="en-US" b="1" dirty="0"/>
                  <a:t>純角度大小</a:t>
                </a:r>
                <a:r>
                  <a:rPr lang="en-US" altLang="zh-TW" b="1" dirty="0"/>
                  <a:t>	</a:t>
                </a:r>
              </a:p>
              <a:p>
                <a:r>
                  <a:rPr lang="zh-TW" altLang="en-US" dirty="0"/>
                  <a:t>距離衛星視軸有多遠</a:t>
                </a:r>
                <a:endParaRPr lang="vi-VN" dirty="0"/>
              </a:p>
              <a:p>
                <a:pPr marL="457200" lvl="1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DDA36B1-B6D0-6843-564F-3C8F02E4AB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  <a:blipFill>
                <a:blip r:embed="rId2"/>
                <a:stretch>
                  <a:fillRect l="-1043" t="-250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 descr="一張含有 文字, 字型, 螢幕擷取畫面, 黑色 的圖片&#10;&#10;AI 產生的內容可能不正確。">
            <a:extLst>
              <a:ext uri="{FF2B5EF4-FFF2-40B4-BE49-F238E27FC236}">
                <a16:creationId xmlns:a16="http://schemas.microsoft.com/office/drawing/2014/main" id="{D6BAD14B-646D-B583-91F7-4F747765D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594" y="3325150"/>
            <a:ext cx="3465863" cy="316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77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48EE-D379-A5C9-FA98-348163BD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C951E-7FAB-FD5F-B9F5-955FEE43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模型確認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E7BED94-419E-1CA5-8F3B-273286E4C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TW" altLang="en-US" dirty="0"/>
                  <a:t>地面可見緯度範圍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:r>
                  <a:rPr lang="el-GR" dirty="0"/>
                  <a:t>ϕ</a:t>
                </a:r>
                <a:r>
                  <a:rPr lang="vi-VN" dirty="0"/>
                  <a:t>B1​=</a:t>
                </a:r>
                <a:r>
                  <a:rPr lang="el-GR" dirty="0"/>
                  <a:t>ϕ</a:t>
                </a:r>
                <a:r>
                  <a:rPr lang="vi-VN" dirty="0"/>
                  <a:t>S​+</a:t>
                </a:r>
                <a:r>
                  <a:rPr lang="el-GR" dirty="0"/>
                  <a:t>Δ(β</a:t>
                </a:r>
                <a:r>
                  <a:rPr lang="vi-VN" dirty="0"/>
                  <a:t>b​−</a:t>
                </a:r>
                <a:r>
                  <a:rPr lang="el-GR" dirty="0"/>
                  <a:t>θ)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l-GR" dirty="0"/>
                  <a:t>ϕ</a:t>
                </a:r>
                <a:r>
                  <a:rPr lang="vi-VN" dirty="0"/>
                  <a:t>B2​=</a:t>
                </a:r>
                <a:r>
                  <a:rPr lang="el-GR" dirty="0"/>
                  <a:t>ϕ</a:t>
                </a:r>
                <a:r>
                  <a:rPr lang="vi-VN" dirty="0"/>
                  <a:t>S​−</a:t>
                </a:r>
                <a:r>
                  <a:rPr lang="el-GR" dirty="0"/>
                  <a:t>Δ(β0​+θ)</a:t>
                </a:r>
                <a:endParaRPr lang="en-US" dirty="0"/>
              </a:p>
              <a:p>
                <a:r>
                  <a:rPr lang="zh-TW" altLang="en-US" dirty="0"/>
                  <a:t>某一條 </a:t>
                </a:r>
                <a:r>
                  <a:rPr lang="en-US" altLang="zh-TW" dirty="0"/>
                  <a:t>beam slice</a:t>
                </a:r>
                <a:r>
                  <a:rPr lang="zh-TW" altLang="en-US" dirty="0"/>
                  <a:t>，在地面上「理論上可能影響到的緯度範圍」。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衛星當下的 </a:t>
                </a:r>
                <a:r>
                  <a:rPr lang="vi-VN" dirty="0"/>
                  <a:t>sub-satellite </a:t>
                </a:r>
                <a:r>
                  <a:rPr lang="zh-TW" altLang="en-US" dirty="0"/>
                  <a:t>緯度</a:t>
                </a:r>
                <a:endParaRPr lang="en-US" altLang="zh-TW" dirty="0"/>
              </a:p>
              <a:p>
                <a:r>
                  <a:rPr lang="en-US" altLang="zh-TW" dirty="0"/>
                  <a:t>Δ(⋅)</a:t>
                </a:r>
                <a:r>
                  <a:rPr lang="zh-TW" altLang="en-US" dirty="0"/>
                  <a:t>：由幾何關係推導出的「可視緯度偏移量」</a:t>
                </a:r>
                <a:endParaRPr lang="en-US" altLang="zh-TW" dirty="0"/>
              </a:p>
              <a:p>
                <a:r>
                  <a:rPr lang="zh-TW" altLang="en-US" dirty="0"/>
                  <a:t>在最壞幾何情況下，這條 </a:t>
                </a:r>
                <a:r>
                  <a:rPr lang="en-US" altLang="zh-TW" dirty="0"/>
                  <a:t>beam slice </a:t>
                </a:r>
                <a:r>
                  <a:rPr lang="zh-TW" altLang="en-US" dirty="0"/>
                  <a:t>有沒有「可能」照到某個 </a:t>
                </a:r>
                <a:r>
                  <a:rPr lang="en-US" altLang="zh-TW" dirty="0"/>
                  <a:t>GS</a:t>
                </a:r>
                <a:r>
                  <a:rPr lang="zh-TW" altLang="en-US" dirty="0"/>
                  <a:t>？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E7BED94-419E-1CA5-8F3B-273286E4C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0963"/>
                <a:ext cx="10515600" cy="4386000"/>
              </a:xfrm>
              <a:blipFill>
                <a:blip r:embed="rId2"/>
                <a:stretch>
                  <a:fillRect l="-1043" t="-23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860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5284-8148-E18F-579B-902E752B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9FC64-AC06-1B8C-9DE3-2CE93266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模型確認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209A62-A68C-AB4B-0669-CD83C1EB8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963"/>
            <a:ext cx="10515600" cy="438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目前模型是對的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幾何判斷條件</a:t>
            </a:r>
            <a:r>
              <a:rPr lang="en-US" altLang="zh-TW" dirty="0"/>
              <a:t>:</a:t>
            </a:r>
            <a:r>
              <a:rPr lang="el-GR" dirty="0"/>
              <a:t>ϕ</a:t>
            </a:r>
            <a:r>
              <a:rPr lang="vi-VN" dirty="0"/>
              <a:t>B2​≤</a:t>
            </a:r>
            <a:r>
              <a:rPr lang="el-GR" dirty="0"/>
              <a:t>ϕ</a:t>
            </a:r>
            <a:r>
              <a:rPr lang="vi-VN" dirty="0"/>
              <a:t>ES​≤</a:t>
            </a:r>
            <a:r>
              <a:rPr lang="el-GR" dirty="0"/>
              <a:t>ϕ</a:t>
            </a:r>
            <a:r>
              <a:rPr lang="vi-VN" dirty="0"/>
              <a:t>B1​</a:t>
            </a:r>
            <a:endParaRPr lang="en-US" dirty="0"/>
          </a:p>
          <a:p>
            <a:pPr marL="0" indent="0">
              <a:buNone/>
            </a:pPr>
            <a:r>
              <a:rPr lang="zh-TW" altLang="en-US" dirty="0"/>
              <a:t>成立 → </a:t>
            </a:r>
            <a:r>
              <a:rPr lang="vi-VN" dirty="0"/>
              <a:t>inCov = true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ϕ</a:t>
            </a:r>
            <a:r>
              <a:rPr lang="vi-VN" dirty="0"/>
              <a:t>B2​=</a:t>
            </a:r>
            <a:r>
              <a:rPr lang="el-GR" dirty="0"/>
              <a:t>ϕ</a:t>
            </a:r>
            <a:r>
              <a:rPr lang="vi-VN" dirty="0"/>
              <a:t>S​−</a:t>
            </a:r>
            <a:r>
              <a:rPr lang="el-GR" dirty="0"/>
              <a:t>Δ(β0​+θ)</a:t>
            </a:r>
            <a:r>
              <a:rPr lang="en-US" altLang="zh-TW" dirty="0"/>
              <a:t>:</a:t>
            </a:r>
            <a:r>
              <a:rPr lang="zh-TW" altLang="en-US" dirty="0"/>
              <a:t>導致我視覺上來看衛星非過去中間的</a:t>
            </a:r>
            <a:r>
              <a:rPr lang="en-US" altLang="zh-TW" dirty="0"/>
              <a:t>beam</a:t>
            </a:r>
            <a:r>
              <a:rPr lang="zh-TW" altLang="en-US" dirty="0"/>
              <a:t>沒覆蓋到地面站，但計算下來還是把它視為威脅 </a:t>
            </a:r>
            <a:r>
              <a:rPr lang="en-US" altLang="zh-TW" dirty="0"/>
              <a:t>worst case</a:t>
            </a:r>
            <a:endParaRPr lang="en-US" dirty="0"/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30072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6DA9-4994-CBA6-62E6-F282ED61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8ED933-847C-58A7-8176-ED0627923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9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CA81B7-A94E-EF4B-5776-0D23F10A23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9558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408318-B6EE-34C6-7865-0C4C076E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36DBD9-F5B2-C2BD-0889-9394D561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β</a:t>
            </a:r>
            <a:r>
              <a:rPr lang="vi-VN" dirty="0"/>
              <a:t>b​​=</a:t>
            </a:r>
            <a:r>
              <a:rPr lang="el-GR" dirty="0"/>
              <a:t>β0​−(2</a:t>
            </a:r>
            <a:r>
              <a:rPr lang="vi-VN" dirty="0"/>
              <a:t>b−1)</a:t>
            </a:r>
            <a:r>
              <a:rPr lang="el-GR" dirty="0"/>
              <a:t>β</a:t>
            </a:r>
            <a:r>
              <a:rPr lang="vi-VN" dirty="0"/>
              <a:t>ellipse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zh-TW" altLang="en-US" dirty="0"/>
              <a:t>地面可見緯度範圍</a:t>
            </a:r>
            <a:r>
              <a:rPr lang="en-US" altLang="zh-TW" dirty="0"/>
              <a:t>: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ϕ</a:t>
            </a:r>
            <a:r>
              <a:rPr lang="vi-VN" dirty="0"/>
              <a:t>B1​=</a:t>
            </a:r>
            <a:r>
              <a:rPr lang="el-GR" dirty="0"/>
              <a:t>ϕ</a:t>
            </a:r>
            <a:r>
              <a:rPr lang="vi-VN" dirty="0"/>
              <a:t>S​+</a:t>
            </a:r>
            <a:r>
              <a:rPr lang="el-GR" dirty="0"/>
              <a:t>Δ(β</a:t>
            </a:r>
            <a:r>
              <a:rPr lang="vi-VN" dirty="0"/>
              <a:t>b​−</a:t>
            </a:r>
            <a:r>
              <a:rPr lang="el-GR" dirty="0"/>
              <a:t>θ)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ϕ</a:t>
            </a:r>
            <a:r>
              <a:rPr lang="vi-VN" dirty="0"/>
              <a:t>B2​=</a:t>
            </a:r>
            <a:r>
              <a:rPr lang="el-GR" dirty="0"/>
              <a:t>ϕ</a:t>
            </a:r>
            <a:r>
              <a:rPr lang="vi-VN" dirty="0"/>
              <a:t>S​−</a:t>
            </a:r>
            <a:r>
              <a:rPr lang="el-GR" dirty="0"/>
              <a:t>Δ(β0​+θ)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zh-TW" altLang="en-US" dirty="0"/>
              <a:t>幾何判斷條件</a:t>
            </a:r>
            <a:r>
              <a:rPr lang="en-US" altLang="zh-TW" dirty="0"/>
              <a:t>:</a:t>
            </a:r>
            <a:r>
              <a:rPr lang="el-GR" dirty="0"/>
              <a:t>ϕ</a:t>
            </a:r>
            <a:r>
              <a:rPr lang="vi-VN" dirty="0"/>
              <a:t>B2​≤</a:t>
            </a:r>
            <a:r>
              <a:rPr lang="el-GR" dirty="0"/>
              <a:t>ϕ</a:t>
            </a:r>
            <a:r>
              <a:rPr lang="vi-VN" dirty="0"/>
              <a:t>ES​≤</a:t>
            </a:r>
            <a:r>
              <a:rPr lang="el-GR" dirty="0"/>
              <a:t>ϕ</a:t>
            </a:r>
            <a:r>
              <a:rPr lang="vi-VN" dirty="0"/>
              <a:t>B1​</a:t>
            </a:r>
            <a:endParaRPr lang="en-US" dirty="0"/>
          </a:p>
          <a:p>
            <a:pPr marL="0" indent="0">
              <a:buNone/>
            </a:pPr>
            <a:r>
              <a:rPr lang="zh-TW" altLang="en-US" dirty="0"/>
              <a:t>成立 → </a:t>
            </a:r>
            <a:r>
              <a:rPr lang="vi-VN" dirty="0"/>
              <a:t>inCov = true</a:t>
            </a:r>
            <a:endParaRPr lang="en-US" dirty="0"/>
          </a:p>
          <a:p>
            <a:endParaRPr lang="en-US" dirty="0"/>
          </a:p>
          <a:p>
            <a:endParaRPr lang="vi-VN" dirty="0"/>
          </a:p>
        </p:txBody>
      </p:sp>
      <p:pic>
        <p:nvPicPr>
          <p:cNvPr id="10" name="圖片 9" descr="一張含有 行, 寫生, 平行, 黑與白 的圖片&#10;&#10;AI 產生的內容可能不正確。">
            <a:extLst>
              <a:ext uri="{FF2B5EF4-FFF2-40B4-BE49-F238E27FC236}">
                <a16:creationId xmlns:a16="http://schemas.microsoft.com/office/drawing/2014/main" id="{956F47CE-55DA-842C-AF86-3581082AC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99" y="731520"/>
            <a:ext cx="5287198" cy="56472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7CBA6BB-05A1-F287-503B-F58DA6A12EE9}"/>
              </a:ext>
            </a:extLst>
          </p:cNvPr>
          <p:cNvSpPr txBox="1"/>
          <p:nvPr/>
        </p:nvSpPr>
        <p:spPr>
          <a:xfrm>
            <a:off x="6375575" y="5694505"/>
            <a:ext cx="5365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    </a:t>
            </a:r>
            <a:r>
              <a:rPr lang="en-US" altLang="zh-TW" sz="1200" dirty="0"/>
              <a:t>4</a:t>
            </a:r>
            <a:r>
              <a:rPr lang="zh-TW" altLang="en-US" sz="1200" dirty="0"/>
              <a:t>    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0.5</a:t>
            </a:r>
            <a:r>
              <a:rPr lang="zh-TW" altLang="en-US" sz="1200" dirty="0"/>
              <a:t>   </a:t>
            </a:r>
            <a:r>
              <a:rPr lang="en-US" altLang="zh-TW" sz="1200" dirty="0"/>
              <a:t>-0.2</a:t>
            </a:r>
            <a:r>
              <a:rPr lang="zh-TW" altLang="en-US" sz="1200" dirty="0"/>
              <a:t>   </a:t>
            </a:r>
            <a:r>
              <a:rPr lang="en-US" altLang="zh-TW" sz="1200" dirty="0"/>
              <a:t>-1</a:t>
            </a:r>
            <a:r>
              <a:rPr lang="zh-TW" altLang="en-US" sz="1200" dirty="0"/>
              <a:t>      </a:t>
            </a:r>
            <a:r>
              <a:rPr lang="en-US" altLang="zh-TW" sz="1200" dirty="0"/>
              <a:t>-1</a:t>
            </a:r>
            <a:r>
              <a:rPr lang="zh-TW" altLang="en-US" sz="1200" dirty="0"/>
              <a:t>    </a:t>
            </a:r>
            <a:r>
              <a:rPr lang="en-US" altLang="zh-TW" sz="1200" dirty="0"/>
              <a:t>-0.2</a:t>
            </a:r>
            <a:r>
              <a:rPr lang="zh-TW" altLang="en-US" sz="1200" dirty="0"/>
              <a:t>  </a:t>
            </a:r>
            <a:r>
              <a:rPr lang="en-US" altLang="zh-TW" sz="1200" dirty="0"/>
              <a:t>0.5</a:t>
            </a:r>
            <a:r>
              <a:rPr lang="zh-TW" altLang="en-US" sz="1200" dirty="0"/>
              <a:t>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  </a:t>
            </a:r>
            <a:r>
              <a:rPr lang="en-US" altLang="zh-TW" sz="1200" dirty="0"/>
              <a:t>4</a:t>
            </a:r>
            <a:endParaRPr lang="vi-VN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CA06585-CB41-D0EF-2E08-71EC2777CA36}"/>
              </a:ext>
            </a:extLst>
          </p:cNvPr>
          <p:cNvSpPr txBox="1"/>
          <p:nvPr/>
        </p:nvSpPr>
        <p:spPr>
          <a:xfrm>
            <a:off x="8116089" y="5417506"/>
            <a:ext cx="409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=0</a:t>
            </a:r>
            <a:endParaRPr lang="vi-V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628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7794-D1AC-D620-F700-49733D57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EDB5C-4E87-DE20-B999-CD23BDE1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9B2D05-D894-6EBA-433E-F8433FCA86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altLang="zh-TW" sz="1800" dirty="0"/>
                  <a:t>7</a:t>
                </a:r>
                <a:r>
                  <a:rPr lang="vi-VN" sz="1800" dirty="0"/>
                  <a:t>​−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-1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-4&lt;=0&lt;=-1 =&gt; </a:t>
                </a:r>
                <a:r>
                  <a:rPr lang="zh-TW" altLang="en-US" sz="1800" dirty="0"/>
                  <a:t>不覆蓋</a:t>
                </a:r>
                <a:endParaRPr lang="en-US" altLang="zh-TW" sz="1800" dirty="0"/>
              </a:p>
              <a:p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sz="1800" dirty="0"/>
                  <a:t>3</a:t>
                </a:r>
                <a:r>
                  <a:rPr lang="vi-VN" sz="1800" dirty="0"/>
                  <a:t>​−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1.9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-4&lt;=0&lt;=1.9=&gt; </a:t>
                </a:r>
                <a:r>
                  <a:rPr lang="zh-TW" altLang="en-US" sz="1800" dirty="0"/>
                  <a:t>覆蓋</a:t>
                </a:r>
                <a:endParaRPr lang="en-US" altLang="zh-TW" sz="1800" dirty="0"/>
              </a:p>
              <a:p>
                <a:endParaRPr lang="en-US" sz="1800" dirty="0"/>
              </a:p>
              <a:p>
                <a:endParaRPr lang="vi-VN" sz="1800" dirty="0"/>
              </a:p>
              <a:p>
                <a:endParaRPr lang="vi-VN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9B2D05-D894-6EBA-433E-F8433FCA86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  <a:blipFill>
                <a:blip r:embed="rId2"/>
                <a:stretch>
                  <a:fillRect l="-771" t="-1261" b="-12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 descr="一張含有 行, 寫生, 平行, 黑與白 的圖片&#10;&#10;AI 產生的內容可能不正確。">
            <a:extLst>
              <a:ext uri="{FF2B5EF4-FFF2-40B4-BE49-F238E27FC236}">
                <a16:creationId xmlns:a16="http://schemas.microsoft.com/office/drawing/2014/main" id="{5CE9C4D3-8516-1E34-B42B-252AC1260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99" y="731520"/>
            <a:ext cx="5287198" cy="56472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E14B04E-DC54-7121-0995-1C9E3A406E20}"/>
              </a:ext>
            </a:extLst>
          </p:cNvPr>
          <p:cNvSpPr txBox="1"/>
          <p:nvPr/>
        </p:nvSpPr>
        <p:spPr>
          <a:xfrm>
            <a:off x="6096000" y="5694505"/>
            <a:ext cx="564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 </a:t>
            </a:r>
            <a:r>
              <a:rPr lang="el-GR" sz="1200" dirty="0"/>
              <a:t>ϕ</a:t>
            </a:r>
            <a:r>
              <a:rPr lang="vi-VN" sz="1200" dirty="0"/>
              <a:t>B2</a:t>
            </a:r>
            <a:r>
              <a:rPr lang="zh-TW" altLang="en-US" sz="1200" dirty="0"/>
              <a:t> </a:t>
            </a:r>
            <a:r>
              <a:rPr lang="en-US" altLang="zh-TW" sz="1200" dirty="0"/>
              <a:t>=</a:t>
            </a:r>
            <a:r>
              <a:rPr lang="en-US" altLang="zh-TW" sz="1200" dirty="0">
                <a:solidFill>
                  <a:schemeClr val="tx2"/>
                </a:solidFill>
                <a:highlight>
                  <a:srgbClr val="FF0000"/>
                </a:highlight>
              </a:rPr>
              <a:t>4</a:t>
            </a:r>
            <a:r>
              <a:rPr lang="zh-TW" altLang="en-US" sz="1200" dirty="0"/>
              <a:t>   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0.5</a:t>
            </a:r>
            <a:r>
              <a:rPr lang="zh-TW" altLang="en-US" sz="1200" dirty="0"/>
              <a:t>   </a:t>
            </a:r>
            <a:r>
              <a:rPr lang="en-US" altLang="zh-TW" sz="1200" dirty="0"/>
              <a:t>-0.2</a:t>
            </a:r>
            <a:r>
              <a:rPr lang="zh-TW" altLang="en-US" sz="1200" dirty="0"/>
              <a:t>   </a:t>
            </a:r>
            <a:r>
              <a:rPr lang="en-US" altLang="zh-TW" sz="1200" dirty="0"/>
              <a:t>-1</a:t>
            </a:r>
            <a:r>
              <a:rPr lang="zh-TW" altLang="en-US" sz="1200" dirty="0"/>
              <a:t>      </a:t>
            </a:r>
            <a:r>
              <a:rPr lang="en-US" altLang="zh-TW" sz="1200" dirty="0"/>
              <a:t>-1</a:t>
            </a:r>
            <a:r>
              <a:rPr lang="zh-TW" altLang="en-US" sz="1200" dirty="0"/>
              <a:t>    </a:t>
            </a:r>
            <a:r>
              <a:rPr lang="en-US" altLang="zh-TW" sz="1200" dirty="0"/>
              <a:t>-0.2</a:t>
            </a:r>
            <a:r>
              <a:rPr lang="zh-TW" altLang="en-US" sz="1200" dirty="0"/>
              <a:t>  </a:t>
            </a:r>
            <a:r>
              <a:rPr lang="en-US" altLang="zh-TW" sz="1200" dirty="0"/>
              <a:t>0.5</a:t>
            </a:r>
            <a:r>
              <a:rPr lang="zh-TW" altLang="en-US" sz="1200" dirty="0"/>
              <a:t>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  </a:t>
            </a:r>
            <a:r>
              <a:rPr lang="en-US" altLang="zh-TW" sz="1200" dirty="0"/>
              <a:t>4</a:t>
            </a:r>
            <a:endParaRPr lang="vi-VN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280D418-DB69-AEFC-6B7E-37DADA0EB378}"/>
              </a:ext>
            </a:extLst>
          </p:cNvPr>
          <p:cNvSpPr txBox="1"/>
          <p:nvPr/>
        </p:nvSpPr>
        <p:spPr>
          <a:xfrm>
            <a:off x="8116089" y="5417506"/>
            <a:ext cx="409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=0</a:t>
            </a:r>
            <a:endParaRPr lang="vi-V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921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7BBD-E9EE-908B-F509-4C4DC3108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F20BD-6C65-8273-0FDB-CD6EAF31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EA2DC91-2C5C-A4D0-DC62-7C7397A73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sz="1800" dirty="0"/>
                  <a:t>12</a:t>
                </a:r>
                <a:r>
                  <a:rPr lang="vi-VN" sz="1800" dirty="0"/>
                  <a:t>​−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1.9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-4&lt;=0&lt;=1.9=&gt; </a:t>
                </a:r>
                <a:r>
                  <a:rPr lang="zh-TW" altLang="en-US" sz="1800" dirty="0"/>
                  <a:t>覆蓋</a:t>
                </a:r>
                <a:endParaRPr lang="en-US" altLang="zh-TW" sz="1800" dirty="0"/>
              </a:p>
              <a:p>
                <a:endParaRPr lang="en-US" altLang="zh-TW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1800" dirty="0"/>
                  <a:t>(</a:t>
                </a:r>
                <a:r>
                  <a:rPr lang="zh-TW" altLang="en-US" sz="1800" dirty="0"/>
                  <a:t>已經超過地面站，並且不覆蓋</a:t>
                </a:r>
                <a:r>
                  <a:rPr lang="en-US" altLang="zh-TW" sz="1800" dirty="0"/>
                  <a:t>)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B1​=</a:t>
                </a:r>
                <a:r>
                  <a:rPr lang="el-GR" sz="1800" dirty="0"/>
                  <a:t>ϕ</a:t>
                </a:r>
                <a:r>
                  <a:rPr lang="vi-VN" sz="1800" dirty="0"/>
                  <a:t>S</a:t>
                </a:r>
                <a:r>
                  <a:rPr lang="en-US" sz="1800" dirty="0"/>
                  <a:t>(</a:t>
                </a:r>
                <a:r>
                  <a:rPr lang="zh-TW" altLang="en-US" sz="1800" dirty="0"/>
                  <a:t>衛星當前的緯度</a:t>
                </a:r>
                <a:r>
                  <a:rPr lang="en-US" sz="1800" dirty="0"/>
                  <a:t>)</a:t>
                </a:r>
                <a:r>
                  <a:rPr lang="vi-VN" sz="1800" dirty="0"/>
                  <a:t>​+</a:t>
                </a:r>
                <a:r>
                  <a:rPr lang="el-GR" sz="1800" dirty="0"/>
                  <a:t>Δ(β</a:t>
                </a:r>
                <a:r>
                  <a:rPr lang="en-US" sz="1800" dirty="0"/>
                  <a:t>0</a:t>
                </a:r>
                <a:r>
                  <a:rPr lang="vi-VN" sz="1800" dirty="0"/>
                  <a:t>−</a:t>
                </a:r>
                <a:r>
                  <a:rPr lang="el-GR" sz="1800" dirty="0"/>
                  <a:t>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=4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l-GR" sz="1800" dirty="0"/>
                  <a:t>ϕ</a:t>
                </a:r>
                <a:r>
                  <a:rPr lang="vi-VN" sz="1800" dirty="0"/>
                  <a:t>B2​=</a:t>
                </a:r>
                <a:r>
                  <a:rPr lang="el-GR" sz="1800" dirty="0"/>
                  <a:t>ϕ</a:t>
                </a:r>
                <a:r>
                  <a:rPr lang="vi-VN" sz="1800" dirty="0"/>
                  <a:t>S​−</a:t>
                </a:r>
                <a:r>
                  <a:rPr lang="el-GR" sz="1800" dirty="0"/>
                  <a:t>Δ(β0​+θ)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 </a:t>
                </a:r>
                <a:r>
                  <a:rPr lang="en-US" altLang="zh-TW" sz="1800" dirty="0"/>
                  <a:t>-4</a:t>
                </a:r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zh-TW" altLang="en-US" sz="1800" dirty="0"/>
                  <a:t>幾何判斷條件</a:t>
                </a:r>
                <a:r>
                  <a:rPr lang="en-US" altLang="zh-TW" sz="1800" dirty="0"/>
                  <a:t>:</a:t>
                </a:r>
                <a:r>
                  <a:rPr lang="el-GR" sz="1800" dirty="0"/>
                  <a:t>ϕ</a:t>
                </a:r>
                <a:r>
                  <a:rPr lang="vi-VN" sz="1800" dirty="0"/>
                  <a:t>B2​≤</a:t>
                </a:r>
                <a:r>
                  <a:rPr lang="el-GR" sz="1800" dirty="0"/>
                  <a:t>ϕ</a:t>
                </a:r>
                <a:r>
                  <a:rPr lang="vi-VN" sz="1800" dirty="0"/>
                  <a:t>ES​≤</a:t>
                </a:r>
                <a:r>
                  <a:rPr lang="el-GR" sz="1800" dirty="0"/>
                  <a:t>ϕ</a:t>
                </a:r>
                <a:r>
                  <a:rPr lang="vi-VN" sz="1800" dirty="0"/>
                  <a:t>B1​</a:t>
                </a:r>
                <a:endParaRPr lang="en-US" sz="1800" dirty="0"/>
              </a:p>
              <a:p>
                <a:r>
                  <a:rPr lang="en-US" altLang="zh-TW" sz="1800" dirty="0"/>
                  <a:t>-4&lt;=0&lt;=4=&gt; </a:t>
                </a:r>
                <a:r>
                  <a:rPr lang="zh-TW" altLang="en-US" sz="1800" dirty="0"/>
                  <a:t>覆蓋</a:t>
                </a:r>
                <a:endParaRPr lang="en-US" altLang="zh-TW" sz="1800" dirty="0"/>
              </a:p>
              <a:p>
                <a:endParaRPr lang="en-US" altLang="zh-TW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vi-VN" sz="1800" dirty="0"/>
              </a:p>
              <a:p>
                <a:endParaRPr lang="vi-VN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EA2DC91-2C5C-A4D0-DC62-7C7397A73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37375" cy="4351338"/>
              </a:xfrm>
              <a:blipFill>
                <a:blip r:embed="rId2"/>
                <a:stretch>
                  <a:fillRect l="-771" t="-1261" b="-12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 descr="一張含有 行, 寫生, 平行, 黑與白 的圖片&#10;&#10;AI 產生的內容可能不正確。">
            <a:extLst>
              <a:ext uri="{FF2B5EF4-FFF2-40B4-BE49-F238E27FC236}">
                <a16:creationId xmlns:a16="http://schemas.microsoft.com/office/drawing/2014/main" id="{F9E584DB-D047-0BC1-4BD4-9A827935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75" y="730493"/>
            <a:ext cx="5287198" cy="564720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B456B8B-0622-7B7D-EEC8-B9AD3F9BDD5A}"/>
              </a:ext>
            </a:extLst>
          </p:cNvPr>
          <p:cNvSpPr txBox="1"/>
          <p:nvPr/>
        </p:nvSpPr>
        <p:spPr>
          <a:xfrm>
            <a:off x="6096000" y="5664815"/>
            <a:ext cx="563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    </a:t>
            </a:r>
            <a:r>
              <a:rPr lang="en-US" altLang="zh-TW" sz="1200" dirty="0"/>
              <a:t>b0=</a:t>
            </a:r>
            <a:r>
              <a:rPr lang="en-US" altLang="zh-TW" sz="1200" dirty="0">
                <a:highlight>
                  <a:srgbClr val="FF0000"/>
                </a:highlight>
              </a:rPr>
              <a:t>4</a:t>
            </a:r>
            <a:r>
              <a:rPr lang="zh-TW" altLang="en-US" sz="1200" dirty="0"/>
              <a:t>    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0.5</a:t>
            </a:r>
            <a:r>
              <a:rPr lang="zh-TW" altLang="en-US" sz="1200" dirty="0"/>
              <a:t>   </a:t>
            </a:r>
            <a:r>
              <a:rPr lang="en-US" altLang="zh-TW" sz="1200" dirty="0"/>
              <a:t>-0.2</a:t>
            </a:r>
            <a:r>
              <a:rPr lang="zh-TW" altLang="en-US" sz="1200" dirty="0"/>
              <a:t>   </a:t>
            </a:r>
            <a:r>
              <a:rPr lang="en-US" altLang="zh-TW" sz="1200" dirty="0"/>
              <a:t>-1</a:t>
            </a:r>
            <a:r>
              <a:rPr lang="zh-TW" altLang="en-US" sz="1200" dirty="0"/>
              <a:t>      </a:t>
            </a:r>
            <a:r>
              <a:rPr lang="en-US" altLang="zh-TW" sz="1200" dirty="0"/>
              <a:t>-1</a:t>
            </a:r>
            <a:r>
              <a:rPr lang="zh-TW" altLang="en-US" sz="1200" dirty="0"/>
              <a:t>    </a:t>
            </a:r>
            <a:r>
              <a:rPr lang="en-US" altLang="zh-TW" sz="1200" dirty="0"/>
              <a:t>-0.2</a:t>
            </a:r>
            <a:r>
              <a:rPr lang="zh-TW" altLang="en-US" sz="1200" dirty="0"/>
              <a:t>  </a:t>
            </a:r>
            <a:r>
              <a:rPr lang="en-US" altLang="zh-TW" sz="1200" dirty="0"/>
              <a:t>0.5</a:t>
            </a:r>
            <a:r>
              <a:rPr lang="zh-TW" altLang="en-US" sz="1200" dirty="0"/>
              <a:t>  </a:t>
            </a:r>
            <a:r>
              <a:rPr lang="en-US" altLang="zh-TW" sz="1200" dirty="0"/>
              <a:t>1.2</a:t>
            </a:r>
            <a:r>
              <a:rPr lang="zh-TW" altLang="en-US" sz="1200" dirty="0"/>
              <a:t>   </a:t>
            </a:r>
            <a:r>
              <a:rPr lang="en-US" altLang="zh-TW" sz="1200" dirty="0"/>
              <a:t>1.9</a:t>
            </a:r>
            <a:r>
              <a:rPr lang="zh-TW" altLang="en-US" sz="1200" dirty="0"/>
              <a:t>    </a:t>
            </a:r>
            <a:r>
              <a:rPr lang="en-US" altLang="zh-TW" sz="1200" dirty="0"/>
              <a:t>2.6</a:t>
            </a:r>
            <a:r>
              <a:rPr lang="zh-TW" altLang="en-US" sz="1200" dirty="0"/>
              <a:t>     </a:t>
            </a:r>
            <a:r>
              <a:rPr lang="en-US" altLang="zh-TW" sz="1200" dirty="0"/>
              <a:t>3.3</a:t>
            </a:r>
            <a:r>
              <a:rPr lang="zh-TW" altLang="en-US" sz="1200" dirty="0"/>
              <a:t>      </a:t>
            </a:r>
            <a:r>
              <a:rPr lang="en-US" altLang="zh-TW" sz="1200" dirty="0"/>
              <a:t>4</a:t>
            </a:r>
            <a:endParaRPr lang="vi-VN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336DBE4-E6DF-1A52-F38F-CECABD0FE8DD}"/>
              </a:ext>
            </a:extLst>
          </p:cNvPr>
          <p:cNvSpPr txBox="1"/>
          <p:nvPr/>
        </p:nvSpPr>
        <p:spPr>
          <a:xfrm>
            <a:off x="8116089" y="5417506"/>
            <a:ext cx="409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=0</a:t>
            </a:r>
            <a:endParaRPr lang="vi-VN" sz="1200" dirty="0">
              <a:solidFill>
                <a:srgbClr val="FF0000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643CC56A-31BA-BF32-A6D2-962CB880DE93}"/>
              </a:ext>
            </a:extLst>
          </p:cNvPr>
          <p:cNvCxnSpPr/>
          <p:nvPr/>
        </p:nvCxnSpPr>
        <p:spPr>
          <a:xfrm flipH="1">
            <a:off x="8296656" y="780288"/>
            <a:ext cx="1584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7D4F4E2C-9D02-6807-1528-42A34C48A29D}"/>
              </a:ext>
            </a:extLst>
          </p:cNvPr>
          <p:cNvSpPr txBox="1"/>
          <p:nvPr/>
        </p:nvSpPr>
        <p:spPr>
          <a:xfrm>
            <a:off x="8321040" y="410956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衛星移動方向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0247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4C4FD8-D88E-DE4D-B825-86F19C17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論文方向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FD3789-B136-6299-6BF0-BC1697348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LEO</a:t>
            </a:r>
            <a:r>
              <a:rPr lang="zh-TW" altLang="en-US" dirty="0"/>
              <a:t>下手</a:t>
            </a:r>
            <a:endParaRPr lang="en-US" altLang="zh-TW" dirty="0"/>
          </a:p>
          <a:p>
            <a:r>
              <a:rPr lang="zh-TW" altLang="en-US" dirty="0"/>
              <a:t>使用者方面</a:t>
            </a:r>
            <a:endParaRPr lang="en-US" altLang="zh-TW" dirty="0"/>
          </a:p>
          <a:p>
            <a:r>
              <a:rPr lang="en-US" altLang="zh-TW" dirty="0"/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508038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BAD5C-A09C-AF3B-8CE9-35563EA2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LEO</a:t>
            </a:r>
            <a:r>
              <a:rPr lang="zh-TW" altLang="en-US" dirty="0"/>
              <a:t>下手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A3A7A8-56D1-52DF-E559-BF2A73B9D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衛星</a:t>
            </a:r>
            <a:r>
              <a:rPr lang="en-US" altLang="zh-TW" dirty="0"/>
              <a:t>LEO</a:t>
            </a:r>
            <a:r>
              <a:rPr lang="zh-TW" altLang="en-US" dirty="0"/>
              <a:t>不</a:t>
            </a:r>
            <a:r>
              <a:rPr lang="en-US" altLang="zh-TW" dirty="0"/>
              <a:t>tilt</a:t>
            </a:r>
          </a:p>
          <a:p>
            <a:r>
              <a:rPr lang="en-US" dirty="0"/>
              <a:t>critical</a:t>
            </a:r>
            <a:r>
              <a:rPr lang="zh-TW" altLang="en-US" dirty="0"/>
              <a:t>衛星改變</a:t>
            </a:r>
            <a:r>
              <a:rPr lang="en-US" altLang="zh-TW" dirty="0"/>
              <a:t>beam</a:t>
            </a:r>
            <a:r>
              <a:rPr lang="zh-TW" altLang="en-US" dirty="0"/>
              <a:t>的方向</a:t>
            </a:r>
            <a:endParaRPr lang="en-US" altLang="zh-TW" dirty="0"/>
          </a:p>
          <a:p>
            <a:r>
              <a:rPr lang="zh-TW" altLang="en-US" dirty="0"/>
              <a:t>查看現有論文</a:t>
            </a:r>
            <a:endParaRPr lang="en-US" altLang="zh-TW" dirty="0"/>
          </a:p>
          <a:p>
            <a:endParaRPr lang="en-US" dirty="0"/>
          </a:p>
          <a:p>
            <a:endParaRPr lang="en-US" dirty="0"/>
          </a:p>
          <a:p>
            <a:r>
              <a:rPr lang="zh-TW" altLang="en-US" dirty="0"/>
              <a:t>大</a:t>
            </a:r>
            <a:r>
              <a:rPr lang="en-US" altLang="zh-TW" dirty="0"/>
              <a:t>beam </a:t>
            </a:r>
            <a:r>
              <a:rPr lang="zh-TW" altLang="en-US" dirty="0"/>
              <a:t>切小</a:t>
            </a:r>
            <a:r>
              <a:rPr lang="en-US" altLang="zh-TW" dirty="0"/>
              <a:t>beam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36912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3813E1-86E1-5AD5-2106-272F98E8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使用者方面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7DD84D-0388-EE6C-D587-8273F7F35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服務當前使用者的衛星變成</a:t>
            </a:r>
            <a:r>
              <a:rPr lang="en-US" altLang="zh-TW" dirty="0"/>
              <a:t>critical</a:t>
            </a:r>
            <a:r>
              <a:rPr lang="zh-TW" altLang="en-US" dirty="0"/>
              <a:t>，則換手給也可服務使用者且符合</a:t>
            </a:r>
            <a:r>
              <a:rPr lang="en-US" altLang="zh-TW" dirty="0"/>
              <a:t>EPFD</a:t>
            </a:r>
            <a:r>
              <a:rPr lang="zh-TW" altLang="en-US" dirty="0"/>
              <a:t>的衛星，或著資料經由</a:t>
            </a:r>
            <a:r>
              <a:rPr lang="en-US" altLang="zh-TW" dirty="0"/>
              <a:t>ISL</a:t>
            </a:r>
            <a:r>
              <a:rPr lang="zh-TW" altLang="en-US" dirty="0"/>
              <a:t>給其他衛星去做下傳資料</a:t>
            </a:r>
            <a:endParaRPr lang="en-US" altLang="zh-TW" dirty="0"/>
          </a:p>
          <a:p>
            <a:r>
              <a:rPr lang="zh-TW" altLang="en-US" dirty="0"/>
              <a:t>結果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原本</a:t>
            </a:r>
            <a:r>
              <a:rPr lang="en-US" altLang="zh-TW" dirty="0"/>
              <a:t>critical</a:t>
            </a:r>
            <a:r>
              <a:rPr lang="zh-TW" altLang="en-US" dirty="0"/>
              <a:t>衛星關</a:t>
            </a:r>
            <a:r>
              <a:rPr lang="en-US" altLang="zh-TW" dirty="0"/>
              <a:t>beam</a:t>
            </a:r>
            <a:r>
              <a:rPr lang="zh-TW" altLang="en-US" dirty="0"/>
              <a:t>，</a:t>
            </a:r>
            <a:r>
              <a:rPr lang="en-US" altLang="zh-TW" dirty="0"/>
              <a:t>user</a:t>
            </a:r>
            <a:r>
              <a:rPr lang="zh-TW" altLang="en-US" dirty="0"/>
              <a:t>也滿足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96374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3E14FE-7FD3-E874-5B0B-A065232AE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5F0680-703D-2F07-7BA9-E5E285F3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現在都只是衛星到了當下</a:t>
            </a:r>
            <a:r>
              <a:rPr lang="en-US" altLang="zh-TW" dirty="0"/>
              <a:t>snapshot</a:t>
            </a:r>
            <a:r>
              <a:rPr lang="zh-TW" altLang="en-US" dirty="0"/>
              <a:t>，再去判斷這顆衛星是否超標</a:t>
            </a:r>
            <a:endParaRPr lang="en-US" altLang="zh-TW" dirty="0"/>
          </a:p>
          <a:p>
            <a:r>
              <a:rPr lang="zh-TW" altLang="en-US" dirty="0"/>
              <a:t>運用</a:t>
            </a:r>
            <a:r>
              <a:rPr lang="en-US" altLang="zh-TW" dirty="0"/>
              <a:t>AI</a:t>
            </a:r>
            <a:r>
              <a:rPr lang="zh-TW" altLang="en-US" dirty="0"/>
              <a:t>提前預測</a:t>
            </a:r>
            <a:endParaRPr lang="en-US" altLang="zh-TW" dirty="0"/>
          </a:p>
          <a:p>
            <a:r>
              <a:rPr lang="zh-TW" altLang="en-US" dirty="0"/>
              <a:t>目前不考慮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75014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FFC98-91A8-9D16-5D52-924DF9C5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10CC8-0A77-83BA-FAE4-FA390833E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12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F359D3-46D3-A9C9-7888-00C84457C8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32135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AE4359-94AF-BF99-D3A1-DACEC341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dirty="0"/>
              <a:t>Beam </a:t>
            </a:r>
            <a:r>
              <a:rPr lang="zh-TW" altLang="en-US" dirty="0"/>
              <a:t>方向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2189AC-842D-EDB6-76AA-BF0F4E6D8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目前沒找到有實際說明定義的論文，只有說這方法可行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可能原因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業者沒有公布調整</a:t>
            </a:r>
            <a:r>
              <a:rPr lang="en-US" altLang="zh-TW" dirty="0"/>
              <a:t>beam</a:t>
            </a:r>
            <a:r>
              <a:rPr lang="zh-TW" altLang="en-US" dirty="0"/>
              <a:t>相關的數據</a:t>
            </a:r>
            <a:endParaRPr lang="en-US" altLang="zh-TW" dirty="0"/>
          </a:p>
          <a:p>
            <a:pPr lvl="1"/>
            <a:r>
              <a:rPr lang="en-US" altLang="zh-TW" dirty="0" err="1"/>
              <a:t>Oneweb</a:t>
            </a:r>
            <a:r>
              <a:rPr lang="zh-TW" altLang="en-US" dirty="0"/>
              <a:t>有</a:t>
            </a:r>
            <a:r>
              <a:rPr lang="en-US" altLang="zh-TW" dirty="0"/>
              <a:t>16</a:t>
            </a:r>
            <a:r>
              <a:rPr lang="zh-TW" altLang="en-US" dirty="0"/>
              <a:t>條</a:t>
            </a:r>
            <a:r>
              <a:rPr lang="en-US" altLang="zh-TW" dirty="0"/>
              <a:t>beam</a:t>
            </a:r>
            <a:r>
              <a:rPr lang="zh-TW" altLang="en-US" dirty="0"/>
              <a:t>，複雜度提高</a:t>
            </a:r>
            <a:endParaRPr lang="en-US" altLang="zh-TW" dirty="0"/>
          </a:p>
          <a:p>
            <a:pPr marL="457200" lvl="1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17198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8B6882-FD5A-5290-D304-7A688C6F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Optimal Progressive Pitch for OneWeb Constellation with Seamless Coverage</a:t>
            </a:r>
            <a:br>
              <a:rPr lang="en-US" sz="2800" dirty="0"/>
            </a:br>
            <a:r>
              <a:rPr lang="vi-VN" sz="2000" dirty="0"/>
              <a:t>Italian National Conference on Sensor</a:t>
            </a:r>
            <a:r>
              <a:rPr lang="en-US" sz="2000" dirty="0"/>
              <a:t>s   </a:t>
            </a:r>
            <a:r>
              <a:rPr lang="en-US" altLang="zh-TW" sz="2000" dirty="0"/>
              <a:t>2023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921E9A-6803-91C9-CFD1-AEEF39083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參考了</a:t>
            </a:r>
            <a:r>
              <a:rPr lang="en-US" altLang="zh-TW" dirty="0" err="1"/>
              <a:t>oneweb</a:t>
            </a:r>
            <a:r>
              <a:rPr lang="zh-TW" altLang="en-US" dirty="0"/>
              <a:t>公布的參數</a:t>
            </a:r>
            <a:endParaRPr lang="en-US" altLang="zh-TW" dirty="0"/>
          </a:p>
          <a:p>
            <a:r>
              <a:rPr lang="zh-TW" altLang="en-US" dirty="0"/>
              <a:t>去模擬</a:t>
            </a:r>
            <a:r>
              <a:rPr lang="en-US" altLang="zh-TW" dirty="0" err="1"/>
              <a:t>oneweb</a:t>
            </a:r>
            <a:r>
              <a:rPr lang="zh-TW" altLang="en-US" dirty="0"/>
              <a:t>所使用的策略</a:t>
            </a:r>
            <a:endParaRPr lang="en-US" altLang="zh-TW" dirty="0"/>
          </a:p>
          <a:p>
            <a:r>
              <a:rPr lang="zh-TW" altLang="en-US" dirty="0"/>
              <a:t>姿態調整</a:t>
            </a:r>
            <a:r>
              <a:rPr lang="en-US" altLang="zh-TW" dirty="0"/>
              <a:t>+</a:t>
            </a:r>
            <a:r>
              <a:rPr lang="zh-TW" altLang="en-US" dirty="0"/>
              <a:t>關</a:t>
            </a:r>
            <a:r>
              <a:rPr lang="en-US" altLang="zh-TW" dirty="0"/>
              <a:t>beam(</a:t>
            </a:r>
            <a:r>
              <a:rPr lang="zh-TW" altLang="en-US" dirty="0"/>
              <a:t>一直線情況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姿態調整規範在使用者不能沒有衛星去覆蓋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目前</a:t>
            </a:r>
            <a:r>
              <a:rPr lang="en-US" altLang="zh-TW" dirty="0"/>
              <a:t>STK</a:t>
            </a:r>
            <a:r>
              <a:rPr lang="zh-TW" altLang="en-US" dirty="0"/>
              <a:t>環境的延伸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52337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C8A0B-FECA-EEA5-5D3E-E64CB164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</a:t>
            </a:r>
            <a:r>
              <a:rPr lang="en-US" altLang="zh-TW" dirty="0"/>
              <a:t>beam</a:t>
            </a:r>
            <a:r>
              <a:rPr lang="zh-TW" altLang="en-US" dirty="0"/>
              <a:t>後使用者需求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F5408B-81CD-4408-AE13-6E085E54B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目前沒找到</a:t>
            </a:r>
            <a:r>
              <a:rPr lang="en-US" altLang="zh-TW" dirty="0"/>
              <a:t>GSO-NGSO</a:t>
            </a:r>
            <a:r>
              <a:rPr lang="zh-TW" altLang="en-US" dirty="0"/>
              <a:t>議題裡，有論文在講關</a:t>
            </a:r>
            <a:r>
              <a:rPr lang="en-US" altLang="zh-TW" dirty="0"/>
              <a:t>beam</a:t>
            </a:r>
            <a:r>
              <a:rPr lang="zh-TW" altLang="en-US" dirty="0"/>
              <a:t>後，沒被覆蓋的使用者使否可被其他衛星去支援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相關論文情景</a:t>
            </a:r>
            <a:endParaRPr lang="en-US" altLang="zh-TW" dirty="0"/>
          </a:p>
          <a:p>
            <a:pPr lvl="1"/>
            <a:r>
              <a:rPr lang="en-US" altLang="zh-TW" dirty="0"/>
              <a:t>NGSO</a:t>
            </a:r>
            <a:r>
              <a:rPr lang="zh-TW" altLang="en-US" dirty="0"/>
              <a:t>與</a:t>
            </a:r>
            <a:r>
              <a:rPr lang="en-US" altLang="zh-TW" dirty="0"/>
              <a:t>NGSO</a:t>
            </a:r>
            <a:r>
              <a:rPr lang="zh-TW" altLang="en-US" dirty="0"/>
              <a:t>干擾，並去做後續換手，還沒仔細讀</a:t>
            </a:r>
            <a:endParaRPr lang="en-US" altLang="zh-TW" dirty="0"/>
          </a:p>
          <a:p>
            <a:pPr lvl="1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344370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6745-8749-EF27-C8E9-431383A2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F1B69-B38F-CCD2-C000-6BAE34F7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方向</a:t>
            </a:r>
            <a:r>
              <a:rPr lang="en-US" altLang="zh-TW" sz="4000" dirty="0"/>
              <a:t>?</a:t>
            </a:r>
            <a:endParaRPr lang="vi-VN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EB79B1-A379-8F65-F74D-6AC828A36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避開干擾的方法</a:t>
            </a:r>
            <a:endParaRPr lang="en-US" altLang="zh-TW" dirty="0"/>
          </a:p>
          <a:p>
            <a:r>
              <a:rPr lang="zh-TW" altLang="en-US" dirty="0"/>
              <a:t>沒覆蓋的使用者，則靠其他有覆蓋使用者</a:t>
            </a:r>
            <a:r>
              <a:rPr lang="en-US" altLang="zh-TW" dirty="0"/>
              <a:t>(</a:t>
            </a:r>
            <a:r>
              <a:rPr lang="zh-TW" altLang="en-US" dirty="0"/>
              <a:t>沒違規</a:t>
            </a:r>
            <a:r>
              <a:rPr lang="en-US" altLang="zh-TW" dirty="0"/>
              <a:t>)</a:t>
            </a:r>
            <a:r>
              <a:rPr lang="zh-TW" altLang="en-US" dirty="0"/>
              <a:t>的衛星去做服務</a:t>
            </a:r>
            <a:endParaRPr lang="en-US" altLang="zh-TW" dirty="0"/>
          </a:p>
          <a:p>
            <a:pPr lvl="1"/>
            <a:r>
              <a:rPr lang="en-US" altLang="zh-TW" dirty="0"/>
              <a:t>Baseline : </a:t>
            </a:r>
            <a:r>
              <a:rPr lang="zh-TW" altLang="en-US" dirty="0"/>
              <a:t>最近衛星</a:t>
            </a:r>
            <a:endParaRPr lang="en-US" altLang="zh-TW" dirty="0"/>
          </a:p>
          <a:p>
            <a:pPr lvl="1"/>
            <a:r>
              <a:rPr lang="zh-TW" altLang="en-US" dirty="0"/>
              <a:t>找</a:t>
            </a:r>
            <a:r>
              <a:rPr lang="en-US" altLang="zh-TW" dirty="0"/>
              <a:t>EPFD</a:t>
            </a:r>
            <a:r>
              <a:rPr lang="zh-TW" altLang="en-US" dirty="0"/>
              <a:t>最合適的衛星來做服務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7150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A13D-A29A-7079-AC9E-4DD787F4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40348B-E120-5E99-5E3C-0CFA967AF7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13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A30992-85B9-52C5-B35A-C0F9638A1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95764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0F461-547E-0336-338F-3D375C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4961E8-A7E8-B5EA-0943-66B29051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800" dirty="0"/>
              <a:t>Downlink Beamforming Strategies for Interference-Aware NGSO Satellite Systems</a:t>
            </a:r>
            <a:br>
              <a:rPr lang="en-US" sz="2800" dirty="0"/>
            </a:br>
            <a:r>
              <a:rPr lang="en-US" sz="2000" dirty="0"/>
              <a:t>IEEE Open Journal of the Communications Society </a:t>
            </a:r>
            <a:r>
              <a:rPr lang="vi-VN" sz="2000" dirty="0"/>
              <a:t>2024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C6AEAC-BB5E-3025-3E7A-41679A26C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7422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LEO:</a:t>
            </a:r>
          </a:p>
          <a:p>
            <a:pPr lvl="1"/>
            <a:r>
              <a:rPr lang="zh-TW" altLang="en-US" sz="2000" dirty="0"/>
              <a:t>多天線，同時服務多個使用者，沒有說參考了甚麼星座</a:t>
            </a:r>
            <a:endParaRPr lang="en-US" altLang="zh-TW" sz="2000" dirty="0"/>
          </a:p>
          <a:p>
            <a:r>
              <a:rPr lang="zh-TW" altLang="en-US" sz="2400" dirty="0"/>
              <a:t>最佳化</a:t>
            </a:r>
            <a:r>
              <a:rPr lang="en-US" altLang="zh-TW" sz="2400" dirty="0"/>
              <a:t>:</a:t>
            </a:r>
            <a:r>
              <a:rPr lang="zh-TW" altLang="en-US" sz="2400" dirty="0"/>
              <a:t>遵守法規</a:t>
            </a:r>
            <a:r>
              <a:rPr lang="en-US" altLang="zh-TW" sz="2400" dirty="0"/>
              <a:t>+</a:t>
            </a:r>
            <a:r>
              <a:rPr lang="zh-TW" altLang="en-US" sz="2400" dirty="0"/>
              <a:t>功率盡量小</a:t>
            </a:r>
            <a:endParaRPr lang="en-US" altLang="zh-TW" sz="2400" dirty="0"/>
          </a:p>
          <a:p>
            <a:r>
              <a:rPr lang="zh-TW" altLang="en-US" sz="2400" dirty="0"/>
              <a:t>流程</a:t>
            </a:r>
            <a:r>
              <a:rPr lang="en-US" altLang="zh-TW" sz="2400" dirty="0"/>
              <a:t>:</a:t>
            </a:r>
          </a:p>
          <a:p>
            <a:pPr lvl="1"/>
            <a:r>
              <a:rPr lang="zh-TW" altLang="en-US" sz="2000" dirty="0"/>
              <a:t>下列做重複迭帶</a:t>
            </a:r>
            <a:endParaRPr lang="en-US" altLang="zh-TW" sz="2000" dirty="0"/>
          </a:p>
          <a:p>
            <a:pPr lvl="1"/>
            <a:r>
              <a:rPr lang="en-US" altLang="zh-TW" sz="2000" dirty="0"/>
              <a:t>Step1:</a:t>
            </a:r>
            <a:r>
              <a:rPr lang="zh-TW" altLang="en-US" sz="2000" dirty="0"/>
              <a:t>幫每一個使用者算一個</a:t>
            </a:r>
            <a:r>
              <a:rPr lang="en-US" altLang="zh-TW" sz="2000" dirty="0"/>
              <a:t>beam</a:t>
            </a:r>
            <a:r>
              <a:rPr lang="zh-TW" altLang="en-US" sz="2000" dirty="0"/>
              <a:t>，主辦指向，</a:t>
            </a:r>
            <a:r>
              <a:rPr lang="en-US" altLang="zh-TW" sz="2000" dirty="0"/>
              <a:t>GSO</a:t>
            </a:r>
            <a:r>
              <a:rPr lang="zh-TW" altLang="en-US" sz="2000" dirty="0"/>
              <a:t>懲罰預設不大</a:t>
            </a:r>
            <a:endParaRPr lang="en-US" altLang="zh-TW" sz="2000" dirty="0"/>
          </a:p>
          <a:p>
            <a:pPr lvl="1"/>
            <a:r>
              <a:rPr lang="en-US" altLang="zh-TW" sz="2000" dirty="0"/>
              <a:t>Step2:</a:t>
            </a:r>
            <a:r>
              <a:rPr lang="zh-TW" altLang="en-US" sz="2000" dirty="0"/>
              <a:t>所有</a:t>
            </a:r>
            <a:r>
              <a:rPr lang="en-US" altLang="zh-TW" sz="2000" dirty="0"/>
              <a:t>NGSO beam</a:t>
            </a:r>
            <a:r>
              <a:rPr lang="zh-TW" altLang="en-US" sz="2000" dirty="0"/>
              <a:t>加起來，</a:t>
            </a:r>
            <a:r>
              <a:rPr lang="en-US" altLang="zh-TW" sz="2000" dirty="0"/>
              <a:t>GSO</a:t>
            </a:r>
            <a:r>
              <a:rPr lang="zh-TW" altLang="en-US" sz="2000" dirty="0"/>
              <a:t>地面站干擾是否超標</a:t>
            </a:r>
            <a:endParaRPr lang="en-US" altLang="zh-TW" sz="2000" dirty="0"/>
          </a:p>
          <a:p>
            <a:pPr lvl="2"/>
            <a:r>
              <a:rPr lang="zh-TW" altLang="en-US" sz="1800" dirty="0"/>
              <a:t>沒超標</a:t>
            </a:r>
            <a:r>
              <a:rPr lang="en-US" altLang="zh-TW" sz="1800" dirty="0"/>
              <a:t>:</a:t>
            </a:r>
            <a:r>
              <a:rPr lang="zh-TW" altLang="en-US" sz="1800" dirty="0"/>
              <a:t>這個解不錯</a:t>
            </a:r>
            <a:r>
              <a:rPr lang="en-US" altLang="zh-TW" sz="1800" dirty="0"/>
              <a:t>		</a:t>
            </a:r>
          </a:p>
          <a:p>
            <a:pPr lvl="2"/>
            <a:r>
              <a:rPr lang="zh-TW" altLang="en-US" sz="1800" dirty="0"/>
              <a:t>超標</a:t>
            </a:r>
            <a:r>
              <a:rPr lang="en-US" altLang="zh-TW" sz="1800" dirty="0"/>
              <a:t>:</a:t>
            </a:r>
            <a:r>
              <a:rPr lang="zh-TW" altLang="en-US" sz="1800" dirty="0"/>
              <a:t>下一輪提高</a:t>
            </a:r>
            <a:r>
              <a:rPr lang="en-US" altLang="zh-TW" sz="1800" dirty="0"/>
              <a:t>GSO</a:t>
            </a:r>
            <a:r>
              <a:rPr lang="zh-TW" altLang="en-US" sz="1800" dirty="0"/>
              <a:t>權重</a:t>
            </a:r>
            <a:endParaRPr lang="en-US" altLang="zh-TW" sz="1800" dirty="0"/>
          </a:p>
          <a:p>
            <a:pPr lvl="1"/>
            <a:r>
              <a:rPr lang="zh-TW" altLang="en-US" sz="2000" dirty="0"/>
              <a:t>直到：所有 </a:t>
            </a:r>
            <a:r>
              <a:rPr lang="vi-VN" sz="2000" dirty="0"/>
              <a:t>NGSO </a:t>
            </a:r>
            <a:r>
              <a:rPr lang="zh-TW" altLang="en-US" sz="2000" dirty="0"/>
              <a:t>使用者 </a:t>
            </a:r>
            <a:r>
              <a:rPr lang="vi-VN" sz="2000" dirty="0"/>
              <a:t>SINR </a:t>
            </a:r>
            <a:r>
              <a:rPr lang="zh-TW" altLang="en-US" sz="2000" dirty="0"/>
              <a:t>都滿足，</a:t>
            </a:r>
            <a:r>
              <a:rPr lang="vi-VN" sz="2000" dirty="0"/>
              <a:t>GSO aggregate </a:t>
            </a:r>
            <a:r>
              <a:rPr lang="zh-TW" altLang="en-US" sz="2000" dirty="0"/>
              <a:t>干擾 ≤ 門檻</a:t>
            </a:r>
            <a:endParaRPr lang="en-US" altLang="zh-TW" sz="2000" dirty="0"/>
          </a:p>
          <a:p>
            <a:pPr marL="457200" lvl="1" indent="0">
              <a:buNone/>
            </a:pPr>
            <a:endParaRPr lang="vi-VN" sz="2000" dirty="0"/>
          </a:p>
        </p:txBody>
      </p:sp>
      <p:pic>
        <p:nvPicPr>
          <p:cNvPr id="5" name="圖片 4" descr="一張含有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203BA19-377B-C7D0-F684-566F9D2F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622" y="1450426"/>
            <a:ext cx="4312462" cy="41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25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1881-4966-691D-532A-2E2FDE1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A20F0-59D1-E406-8581-4FAC7A44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800" dirty="0"/>
              <a:t>Downlink Beamforming Strategies for Interference-Aware NGSO Satellite Systems</a:t>
            </a:r>
            <a:br>
              <a:rPr lang="en-US" sz="2800" dirty="0"/>
            </a:br>
            <a:r>
              <a:rPr lang="en-US" sz="2000" dirty="0"/>
              <a:t>IEEE Open Journal of the Communications Society </a:t>
            </a:r>
            <a:r>
              <a:rPr lang="vi-VN" sz="2000" dirty="0"/>
              <a:t>2024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103E81-B862-3DFF-0178-75490DC17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跟</a:t>
            </a:r>
            <a:r>
              <a:rPr lang="en-US" altLang="zh-TW" dirty="0"/>
              <a:t>STK</a:t>
            </a:r>
            <a:r>
              <a:rPr lang="zh-TW" altLang="en-US" dirty="0"/>
              <a:t>環境差異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STK:</a:t>
            </a:r>
          </a:p>
          <a:p>
            <a:pPr lvl="1"/>
            <a:r>
              <a:rPr lang="zh-TW" altLang="en-US" dirty="0"/>
              <a:t>在每個時間點，去計算目前</a:t>
            </a:r>
            <a:r>
              <a:rPr lang="en-US" altLang="zh-TW" dirty="0"/>
              <a:t>LEO</a:t>
            </a:r>
            <a:r>
              <a:rPr lang="zh-TW" altLang="en-US" dirty="0"/>
              <a:t>跟</a:t>
            </a:r>
            <a:r>
              <a:rPr lang="en-US" altLang="zh-TW" dirty="0"/>
              <a:t>GEO</a:t>
            </a:r>
            <a:r>
              <a:rPr lang="zh-TW" altLang="en-US" dirty="0"/>
              <a:t>的</a:t>
            </a:r>
            <a:r>
              <a:rPr lang="en-US" altLang="zh-TW" dirty="0"/>
              <a:t>EPFD</a:t>
            </a:r>
            <a:r>
              <a:rPr lang="zh-TW" altLang="en-US" dirty="0"/>
              <a:t>，查看是否有違規，再去做調整</a:t>
            </a:r>
            <a:endParaRPr lang="en-US" altLang="zh-TW" dirty="0"/>
          </a:p>
          <a:p>
            <a:r>
              <a:rPr lang="zh-TW" altLang="en-US" dirty="0"/>
              <a:t>這篇論文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在一個時間點，去設計所有</a:t>
            </a:r>
            <a:r>
              <a:rPr lang="en-US" altLang="zh-TW" dirty="0"/>
              <a:t>beam</a:t>
            </a:r>
            <a:r>
              <a:rPr lang="zh-TW" altLang="en-US" dirty="0"/>
              <a:t>照射方向與功率，讓整體干擾不違規 </a:t>
            </a:r>
            <a:endParaRPr lang="en-US" altLang="zh-TW" dirty="0"/>
          </a:p>
          <a:p>
            <a:pPr lvl="1"/>
            <a:r>
              <a:rPr lang="zh-TW" altLang="en-US" dirty="0"/>
              <a:t>由於</a:t>
            </a:r>
            <a:r>
              <a:rPr lang="en-US" altLang="zh-TW" dirty="0"/>
              <a:t>beamforming</a:t>
            </a:r>
            <a:r>
              <a:rPr lang="zh-TW" altLang="en-US" dirty="0"/>
              <a:t>設計，不需要去辨別危險衛星，而是確保最佳化</a:t>
            </a:r>
            <a:r>
              <a:rPr lang="en-US" altLang="zh-TW" dirty="0"/>
              <a:t>beam</a:t>
            </a:r>
            <a:r>
              <a:rPr lang="zh-TW" altLang="en-US" dirty="0"/>
              <a:t>配置達到安全門檻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45999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EDA3-0057-FD72-296C-114E455E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E68C6B-0B5B-DF8A-5880-5E6C886C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 </a:t>
            </a:r>
            <a:r>
              <a:rPr lang="en-US" altLang="zh-TW" dirty="0"/>
              <a:t>1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35688D-64B8-19A5-3943-3B9196B2A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目前策略沒有</a:t>
            </a:r>
            <a:r>
              <a:rPr lang="en-US" altLang="zh-TW" dirty="0"/>
              <a:t>power control</a:t>
            </a:r>
            <a:r>
              <a:rPr lang="zh-TW" altLang="en-US" dirty="0"/>
              <a:t>、</a:t>
            </a:r>
            <a:r>
              <a:rPr lang="en-US" altLang="zh-TW" dirty="0"/>
              <a:t>tilt</a:t>
            </a:r>
            <a:r>
              <a:rPr lang="zh-TW" altLang="en-US" dirty="0"/>
              <a:t>、</a:t>
            </a:r>
            <a:r>
              <a:rPr lang="en-US" altLang="zh-TW" dirty="0"/>
              <a:t>beamforming</a:t>
            </a:r>
          </a:p>
          <a:p>
            <a:r>
              <a:rPr lang="zh-TW" altLang="en-US" dirty="0"/>
              <a:t>建置以上其中一個環境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6277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E61583-0A01-6915-11DA-566C34AC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 </a:t>
            </a:r>
            <a:r>
              <a:rPr lang="en-US" altLang="zh-TW" dirty="0"/>
              <a:t>2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FC546A2-AC32-B53F-EAEA-F6A9952D8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加入</a:t>
                </a:r>
                <a:r>
                  <a:rPr lang="en-US" altLang="zh-TW" dirty="0"/>
                  <a:t>LEO</a:t>
                </a:r>
                <a:r>
                  <a:rPr lang="zh-TW" altLang="en-US" dirty="0"/>
                  <a:t>使用者</a:t>
                </a:r>
                <a:endParaRPr lang="en-US" altLang="zh-TW" dirty="0"/>
              </a:p>
              <a:p>
                <a:r>
                  <a:rPr lang="zh-TW" altLang="en-US" dirty="0"/>
                  <a:t>先造就目前關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策略</a:t>
                </a:r>
                <a:endParaRPr lang="en-US" altLang="zh-TW" dirty="0"/>
              </a:p>
              <a:p>
                <a:r>
                  <a:rPr lang="zh-TW" altLang="en-US" dirty="0"/>
                  <a:t>關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後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使用者原本由 </a:t>
                </a:r>
                <a:r>
                  <a:rPr lang="vi-VN" dirty="0"/>
                  <a:t>satellite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服務</a:t>
                </a:r>
                <a:r>
                  <a:rPr lang="en-US" altLang="zh-TW" dirty="0"/>
                  <a:t>):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TW" altLang="en-US" dirty="0"/>
                  <a:t>成為 </a:t>
                </a:r>
                <a:r>
                  <a:rPr lang="vi-VN" dirty="0"/>
                  <a:t>critical</a:t>
                </a:r>
                <a:r>
                  <a:rPr lang="zh-TW" altLang="en-US" dirty="0"/>
                  <a:t>，搜尋候選集合：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從 </a:t>
                </a:r>
                <a:r>
                  <a:rPr lang="vi-VN" dirty="0"/>
                  <a:t>safe satellites </a:t>
                </a:r>
                <a:r>
                  <a:rPr lang="zh-TW" altLang="en-US" dirty="0"/>
                  <a:t>中選，滿足：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覆蓋存在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SINR&gt;=</a:t>
                </a:r>
                <a:r>
                  <a:rPr lang="zh-TW" altLang="en-US" dirty="0"/>
                  <a:t>門檻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EPFD(t)&lt;=limit</a:t>
                </a:r>
              </a:p>
              <a:p>
                <a:pPr lvl="1"/>
                <a:r>
                  <a:rPr lang="zh-TW" altLang="en-US" dirty="0"/>
                  <a:t>去做換手服務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紀錄一段時間內的使用者滿足率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FC546A2-AC32-B53F-EAEA-F6A9952D8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466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6D453-FF21-DAD8-CD10-970684D2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66CCB5-685E-B68C-6390-F7A07FF85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縮小使用者頻寬可以收得更好  正下方</a:t>
            </a:r>
            <a:r>
              <a:rPr lang="en-US" altLang="zh-TW" dirty="0"/>
              <a:t>GEO</a:t>
            </a:r>
            <a:r>
              <a:rPr lang="zh-TW" altLang="en-US" dirty="0"/>
              <a:t>朝著</a:t>
            </a:r>
            <a:r>
              <a:rPr lang="en-US" altLang="zh-TW" dirty="0"/>
              <a:t>GS</a:t>
            </a:r>
            <a:r>
              <a:rPr lang="zh-TW" altLang="en-US" dirty="0"/>
              <a:t>強度多少，</a:t>
            </a:r>
            <a:r>
              <a:rPr lang="en-US" altLang="zh-TW" dirty="0"/>
              <a:t>LEO</a:t>
            </a:r>
            <a:r>
              <a:rPr lang="zh-TW" altLang="en-US" dirty="0"/>
              <a:t>下行強度多少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講清楚</a:t>
            </a:r>
            <a:r>
              <a:rPr lang="en-US" altLang="zh-TW" dirty="0"/>
              <a:t>beamforming</a:t>
            </a:r>
            <a:r>
              <a:rPr lang="zh-TW" altLang="en-US" dirty="0"/>
              <a:t>在現在的</a:t>
            </a:r>
            <a:r>
              <a:rPr lang="en-US" altLang="zh-TW" dirty="0"/>
              <a:t>STK</a:t>
            </a:r>
            <a:r>
              <a:rPr lang="zh-TW" altLang="en-US" dirty="0"/>
              <a:t>怎麼去實作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畫表格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18433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7897-7BD7-0ADD-279F-C1DB4186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3FBBD0-854F-3081-CE2F-148E7BFA3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</a:t>
            </a:r>
            <a:r>
              <a:rPr lang="en-US" altLang="zh-TW" dirty="0"/>
              <a:t>27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722511-8423-5EC2-65C9-65B89B770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345228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16A4-CE81-7637-59C4-B8F809D0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0278E-9E81-3AD3-E8AD-BB3A00F9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91C83-F88F-3C10-027B-D9C244D6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縮小使用者頻寬可以收得更好   </a:t>
            </a:r>
            <a:r>
              <a:rPr lang="en-US" altLang="zh-TW" dirty="0"/>
              <a:t>:</a:t>
            </a:r>
            <a:r>
              <a:rPr lang="zh-TW" altLang="en-US" dirty="0"/>
              <a:t> 會</a:t>
            </a:r>
            <a:endParaRPr lang="en-US" altLang="zh-TW" dirty="0"/>
          </a:p>
          <a:p>
            <a:r>
              <a:rPr lang="zh-TW" altLang="en-US" dirty="0"/>
              <a:t>正下方</a:t>
            </a:r>
            <a:r>
              <a:rPr lang="en-US" altLang="zh-TW" dirty="0"/>
              <a:t>GEO</a:t>
            </a:r>
            <a:r>
              <a:rPr lang="zh-TW" altLang="en-US" dirty="0"/>
              <a:t>朝著</a:t>
            </a:r>
            <a:r>
              <a:rPr lang="en-US" altLang="zh-TW" dirty="0"/>
              <a:t>GS</a:t>
            </a:r>
            <a:r>
              <a:rPr lang="zh-TW" altLang="en-US" dirty="0"/>
              <a:t>強度多少，</a:t>
            </a:r>
            <a:r>
              <a:rPr lang="en-US" altLang="zh-TW" dirty="0"/>
              <a:t>LEO</a:t>
            </a:r>
            <a:r>
              <a:rPr lang="zh-TW" altLang="en-US" dirty="0"/>
              <a:t>下行強度多少</a:t>
            </a:r>
            <a:endParaRPr lang="en-US" altLang="zh-TW" dirty="0"/>
          </a:p>
          <a:p>
            <a:pPr lvl="1"/>
            <a:r>
              <a:rPr lang="en-US" altLang="zh-TW" dirty="0"/>
              <a:t>ITU</a:t>
            </a:r>
            <a:r>
              <a:rPr lang="zh-TW" altLang="en-US" dirty="0"/>
              <a:t>不會去管</a:t>
            </a:r>
            <a:r>
              <a:rPr lang="en-US" altLang="zh-TW" dirty="0"/>
              <a:t>GEO</a:t>
            </a:r>
            <a:r>
              <a:rPr lang="zh-TW" altLang="en-US" dirty="0"/>
              <a:t>跟</a:t>
            </a:r>
            <a:r>
              <a:rPr lang="en-US" altLang="zh-TW" dirty="0"/>
              <a:t>GS</a:t>
            </a:r>
            <a:r>
              <a:rPr lang="zh-TW" altLang="en-US" dirty="0"/>
              <a:t>這條線的強度，每個</a:t>
            </a:r>
            <a:r>
              <a:rPr lang="en-US" altLang="zh-TW" dirty="0"/>
              <a:t>GEO</a:t>
            </a:r>
            <a:r>
              <a:rPr lang="zh-TW" altLang="en-US" dirty="0"/>
              <a:t>下行強度都不同</a:t>
            </a:r>
            <a:endParaRPr lang="en-US" altLang="zh-TW" dirty="0"/>
          </a:p>
          <a:p>
            <a:pPr lvl="1"/>
            <a:r>
              <a:rPr lang="en-US" altLang="zh-TW" dirty="0" err="1"/>
              <a:t>Oneweb</a:t>
            </a:r>
            <a:r>
              <a:rPr lang="en-US" altLang="zh-TW" dirty="0"/>
              <a:t> </a:t>
            </a:r>
            <a:r>
              <a:rPr lang="en-US" altLang="zh-TW" dirty="0" err="1"/>
              <a:t>leo</a:t>
            </a:r>
            <a:r>
              <a:rPr lang="zh-TW" altLang="en-US" dirty="0"/>
              <a:t>下行強度</a:t>
            </a:r>
            <a:r>
              <a:rPr lang="en-US" altLang="zh-TW" dirty="0"/>
              <a:t>:</a:t>
            </a:r>
          </a:p>
          <a:p>
            <a:pPr lvl="1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5E3090E-1BC3-471F-FD3B-E0616EEC8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358640"/>
              </p:ext>
            </p:extLst>
          </p:nvPr>
        </p:nvGraphicFramePr>
        <p:xfrm>
          <a:off x="6170025" y="3819917"/>
          <a:ext cx="5791199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567">
                  <a:extLst>
                    <a:ext uri="{9D8B030D-6E8A-4147-A177-3AD203B41FA5}">
                      <a16:colId xmlns:a16="http://schemas.microsoft.com/office/drawing/2014/main" val="3450937541"/>
                    </a:ext>
                  </a:extLst>
                </a:gridCol>
                <a:gridCol w="2887632">
                  <a:extLst>
                    <a:ext uri="{9D8B030D-6E8A-4147-A177-3AD203B41FA5}">
                      <a16:colId xmlns:a16="http://schemas.microsoft.com/office/drawing/2014/main" val="4278329936"/>
                    </a:ext>
                  </a:extLst>
                </a:gridCol>
              </a:tblGrid>
              <a:tr h="351489">
                <a:tc>
                  <a:txBody>
                    <a:bodyPr/>
                    <a:lstStyle/>
                    <a:p>
                      <a:r>
                        <a:rPr lang="en-US" dirty="0"/>
                        <a:t>LEO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-&gt;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GS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71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頻段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19.7 – 20.2 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56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天線主瓣方向最大增益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39 – 40 dBi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15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最大可用發射功率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約 </a:t>
                      </a:r>
                      <a:r>
                        <a:rPr lang="en-US" altLang="zh-TW" dirty="0"/>
                        <a:t>10 </a:t>
                      </a:r>
                      <a:r>
                        <a:rPr lang="vi-VN" dirty="0"/>
                        <a:t>dBW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1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/>
                        <a:t>Reference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40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54138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989183E-E090-E255-8D14-C4460985D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90787"/>
              </p:ext>
            </p:extLst>
          </p:nvPr>
        </p:nvGraphicFramePr>
        <p:xfrm>
          <a:off x="230778" y="3819917"/>
          <a:ext cx="5791199" cy="1945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567">
                  <a:extLst>
                    <a:ext uri="{9D8B030D-6E8A-4147-A177-3AD203B41FA5}">
                      <a16:colId xmlns:a16="http://schemas.microsoft.com/office/drawing/2014/main" val="3450937541"/>
                    </a:ext>
                  </a:extLst>
                </a:gridCol>
                <a:gridCol w="2887632">
                  <a:extLst>
                    <a:ext uri="{9D8B030D-6E8A-4147-A177-3AD203B41FA5}">
                      <a16:colId xmlns:a16="http://schemas.microsoft.com/office/drawing/2014/main" val="4278329936"/>
                    </a:ext>
                  </a:extLst>
                </a:gridCol>
              </a:tblGrid>
              <a:tr h="351489">
                <a:tc>
                  <a:txBody>
                    <a:bodyPr/>
                    <a:lstStyle/>
                    <a:p>
                      <a:r>
                        <a:rPr lang="en-US" dirty="0"/>
                        <a:t>LEO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-&gt; </a:t>
                      </a:r>
                      <a:r>
                        <a:rPr lang="zh-TW" altLang="en-US" dirty="0"/>
                        <a:t>使用者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71751"/>
                  </a:ext>
                </a:extLst>
              </a:tr>
              <a:tr h="392629">
                <a:tc>
                  <a:txBody>
                    <a:bodyPr/>
                    <a:lstStyle/>
                    <a:p>
                      <a:r>
                        <a:rPr lang="zh-TW" altLang="en-US" dirty="0"/>
                        <a:t>頻段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19.7 – 20.2 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563087"/>
                  </a:ext>
                </a:extLst>
              </a:tr>
              <a:tr h="445832">
                <a:tc>
                  <a:txBody>
                    <a:bodyPr/>
                    <a:lstStyle/>
                    <a:p>
                      <a:r>
                        <a:rPr lang="zh-TW" altLang="en-US" dirty="0"/>
                        <a:t>天線主瓣方向增益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3</a:t>
                      </a:r>
                      <a:r>
                        <a:rPr lang="en-US" dirty="0"/>
                        <a:t>5</a:t>
                      </a:r>
                      <a:r>
                        <a:rPr lang="vi-VN" dirty="0"/>
                        <a:t> – 40 dBi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15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發射功率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-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10 </a:t>
                      </a:r>
                      <a:r>
                        <a:rPr lang="vi-VN" dirty="0"/>
                        <a:t>dBW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1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/>
                        <a:t>Service 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一般用戶：</a:t>
                      </a:r>
                      <a:r>
                        <a:rPr lang="vi-VN" dirty="0"/>
                        <a:t>1 – 20 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54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432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4AA5DA-A518-0DCC-337E-3550944C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beamforming</a:t>
            </a:r>
            <a:r>
              <a:rPr lang="zh-TW" altLang="en-US" dirty="0"/>
              <a:t>在現在的</a:t>
            </a:r>
            <a:r>
              <a:rPr lang="en-US" altLang="zh-TW" dirty="0"/>
              <a:t>STK</a:t>
            </a:r>
            <a:r>
              <a:rPr lang="zh-TW" altLang="en-US" dirty="0"/>
              <a:t>怎麼去實作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875BFB-3A7E-A2F8-5B1D-C29AFDEE8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固定條件</a:t>
            </a:r>
            <a:r>
              <a:rPr lang="en-US" altLang="zh-TW" dirty="0"/>
              <a:t>:</a:t>
            </a:r>
          </a:p>
          <a:p>
            <a:pPr lvl="1"/>
            <a:r>
              <a:rPr lang="vi-VN" dirty="0"/>
              <a:t>OneWeb LEO</a:t>
            </a:r>
            <a:r>
              <a:rPr lang="zh-TW" altLang="en-US" dirty="0"/>
              <a:t>，</a:t>
            </a:r>
            <a:r>
              <a:rPr lang="en-US" altLang="zh-TW" dirty="0"/>
              <a:t>16</a:t>
            </a:r>
            <a:r>
              <a:rPr lang="zh-TW" altLang="en-US" dirty="0"/>
              <a:t>個</a:t>
            </a:r>
            <a:r>
              <a:rPr lang="en-US" altLang="zh-TW" dirty="0"/>
              <a:t>beam</a:t>
            </a:r>
          </a:p>
          <a:p>
            <a:r>
              <a:rPr lang="zh-TW" altLang="en-US" dirty="0"/>
              <a:t>新增能力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beam</a:t>
            </a:r>
            <a:r>
              <a:rPr lang="zh-TW" altLang="en-US" dirty="0"/>
              <a:t>允許指向南北方向</a:t>
            </a:r>
            <a:endParaRPr lang="en-US" altLang="zh-TW" dirty="0"/>
          </a:p>
          <a:p>
            <a:r>
              <a:rPr lang="zh-TW" altLang="en-US" dirty="0"/>
              <a:t>觸發順序，假設</a:t>
            </a:r>
            <a:r>
              <a:rPr lang="en-US" altLang="zh-TW" dirty="0"/>
              <a:t>GS</a:t>
            </a:r>
            <a:r>
              <a:rPr lang="zh-TW" altLang="en-US" dirty="0"/>
              <a:t>在赤道，衛星從南往北飛</a:t>
            </a:r>
            <a:endParaRPr lang="en-US" altLang="zh-TW" dirty="0"/>
          </a:p>
          <a:p>
            <a:pPr lvl="1"/>
            <a:r>
              <a:rPr lang="en-US" altLang="zh-TW" dirty="0"/>
              <a:t>Step1:</a:t>
            </a:r>
            <a:r>
              <a:rPr lang="zh-TW" altLang="en-US" dirty="0"/>
              <a:t>嘗試</a:t>
            </a:r>
            <a:r>
              <a:rPr lang="en-US" altLang="zh-TW" dirty="0"/>
              <a:t>beamforming</a:t>
            </a:r>
            <a:r>
              <a:rPr lang="zh-TW" altLang="en-US" dirty="0"/>
              <a:t>，對危險</a:t>
            </a:r>
            <a:r>
              <a:rPr lang="en-US" altLang="zh-TW" dirty="0"/>
              <a:t>b</a:t>
            </a:r>
            <a:r>
              <a:rPr lang="zh-TW" altLang="en-US" dirty="0"/>
              <a:t>往南轉，再算</a:t>
            </a:r>
            <a:r>
              <a:rPr lang="en-US" altLang="zh-TW" dirty="0" err="1"/>
              <a:t>epfd</a:t>
            </a:r>
            <a:endParaRPr lang="en-US" altLang="zh-TW" dirty="0"/>
          </a:p>
          <a:p>
            <a:pPr lvl="1"/>
            <a:r>
              <a:rPr lang="en-US" altLang="zh-TW" dirty="0"/>
              <a:t>Step2:</a:t>
            </a:r>
            <a:r>
              <a:rPr lang="zh-TW" altLang="en-US" dirty="0"/>
              <a:t>若成功，則</a:t>
            </a:r>
            <a:r>
              <a:rPr lang="en-US" altLang="zh-TW" dirty="0"/>
              <a:t>beam</a:t>
            </a:r>
            <a:r>
              <a:rPr lang="zh-TW" altLang="en-US" dirty="0"/>
              <a:t>保留</a:t>
            </a:r>
            <a:endParaRPr lang="en-US" altLang="zh-TW" dirty="0"/>
          </a:p>
          <a:p>
            <a:pPr lvl="1"/>
            <a:r>
              <a:rPr lang="en-US" altLang="zh-TW" dirty="0"/>
              <a:t>Step3:</a:t>
            </a:r>
            <a:r>
              <a:rPr lang="zh-TW" altLang="en-US" dirty="0"/>
              <a:t>若</a:t>
            </a:r>
            <a:r>
              <a:rPr lang="en-US" altLang="zh-TW" dirty="0"/>
              <a:t>steer</a:t>
            </a:r>
            <a:r>
              <a:rPr lang="zh-TW" altLang="en-US" dirty="0"/>
              <a:t>角度已達上限扔失敗，關</a:t>
            </a:r>
            <a:r>
              <a:rPr lang="en-US" altLang="zh-TW" dirty="0"/>
              <a:t>beam</a:t>
            </a:r>
          </a:p>
        </p:txBody>
      </p:sp>
    </p:spTree>
    <p:extLst>
      <p:ext uri="{BB962C8B-B14F-4D97-AF65-F5344CB8AC3E}">
        <p14:creationId xmlns:p14="http://schemas.microsoft.com/office/powerpoint/2010/main" val="470918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EEE376-8FC1-4B43-A214-F1D30502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856"/>
            <a:ext cx="10515600" cy="1325563"/>
          </a:xfrm>
        </p:spPr>
        <p:txBody>
          <a:bodyPr/>
          <a:lstStyle/>
          <a:p>
            <a:r>
              <a:rPr lang="zh-TW" altLang="en-US" dirty="0"/>
              <a:t>復刻論文</a:t>
            </a:r>
            <a:br>
              <a:rPr lang="en-US" altLang="zh-TW" dirty="0"/>
            </a:br>
            <a:r>
              <a:rPr lang="en-US" sz="3200" dirty="0"/>
              <a:t>Joint Power and Tilt Control</a:t>
            </a:r>
            <a:endParaRPr lang="vi-VN" dirty="0"/>
          </a:p>
        </p:txBody>
      </p:sp>
      <p:pic>
        <p:nvPicPr>
          <p:cNvPr id="5" name="內容版面配置區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E48DCA81-61DC-8FC6-4A58-6C98404AC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070" y="2137802"/>
            <a:ext cx="5076175" cy="395717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7D1103-CBD3-8DB7-1816-D0F12D78B472}"/>
              </a:ext>
            </a:extLst>
          </p:cNvPr>
          <p:cNvSpPr txBox="1"/>
          <p:nvPr/>
        </p:nvSpPr>
        <p:spPr>
          <a:xfrm>
            <a:off x="664780" y="1559419"/>
            <a:ext cx="1068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重現圖</a:t>
            </a:r>
            <a:r>
              <a:rPr lang="en-US" altLang="zh-TW" dirty="0"/>
              <a:t>:						</a:t>
            </a:r>
            <a:r>
              <a:rPr lang="zh-TW" altLang="en-US" dirty="0"/>
              <a:t>論文圖</a:t>
            </a:r>
            <a:r>
              <a:rPr lang="en-US" altLang="zh-TW" dirty="0"/>
              <a:t>:</a:t>
            </a:r>
            <a:endParaRPr lang="vi-VN" dirty="0"/>
          </a:p>
        </p:txBody>
      </p:sp>
      <p:pic>
        <p:nvPicPr>
          <p:cNvPr id="8" name="圖片 7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3752038E-CC62-73A4-E488-8F0AEDEC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418" y="2078546"/>
            <a:ext cx="5925377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57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5F29-A05D-1A42-0BDF-34B256F0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315A8A-953F-0101-86E4-F4EE437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856"/>
            <a:ext cx="10515600" cy="1325563"/>
          </a:xfrm>
        </p:spPr>
        <p:txBody>
          <a:bodyPr/>
          <a:lstStyle/>
          <a:p>
            <a:r>
              <a:rPr lang="zh-TW" altLang="en-US" dirty="0"/>
              <a:t>復刻論文</a:t>
            </a:r>
            <a:br>
              <a:rPr lang="en-US" altLang="zh-TW" dirty="0"/>
            </a:br>
            <a:r>
              <a:rPr lang="en-US" sz="3200" dirty="0"/>
              <a:t>Joint Power and Tilt Control</a:t>
            </a:r>
            <a:endParaRPr lang="vi-VN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53A654A-9332-F1BA-6BE9-EE3B1C695C56}"/>
              </a:ext>
            </a:extLst>
          </p:cNvPr>
          <p:cNvSpPr txBox="1"/>
          <p:nvPr/>
        </p:nvSpPr>
        <p:spPr>
          <a:xfrm>
            <a:off x="664780" y="1559419"/>
            <a:ext cx="1068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重現圖</a:t>
            </a:r>
            <a:r>
              <a:rPr lang="en-US" altLang="zh-TW" dirty="0"/>
              <a:t>:						</a:t>
            </a:r>
            <a:r>
              <a:rPr lang="zh-TW" altLang="en-US" dirty="0"/>
              <a:t>論文圖</a:t>
            </a:r>
            <a:r>
              <a:rPr lang="en-US" altLang="zh-TW" dirty="0"/>
              <a:t>:</a:t>
            </a:r>
            <a:endParaRPr lang="vi-VN" dirty="0"/>
          </a:p>
        </p:txBody>
      </p:sp>
      <p:pic>
        <p:nvPicPr>
          <p:cNvPr id="9" name="圖片 8" descr="一張含有 文字, 繪圖, 螢幕擷取畫面, 行 的圖片&#10;&#10;AI 產生的內容可能不正確。">
            <a:extLst>
              <a:ext uri="{FF2B5EF4-FFF2-40B4-BE49-F238E27FC236}">
                <a16:creationId xmlns:a16="http://schemas.microsoft.com/office/drawing/2014/main" id="{2F712991-D48A-AE95-FC1F-5F8C57E1C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290" y="1983014"/>
            <a:ext cx="5532646" cy="4641130"/>
          </a:xfrm>
          <a:prstGeom prst="rect">
            <a:avLst/>
          </a:prstGeom>
        </p:spPr>
      </p:pic>
      <p:pic>
        <p:nvPicPr>
          <p:cNvPr id="11" name="圖片 10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FB2490B5-1650-FA47-17E0-160C757AC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80" y="2122282"/>
            <a:ext cx="4902656" cy="436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10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DB991A-02BF-0530-CFFC-DEFAB373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看論文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F4E5EC-6C95-514C-3D8D-5585F2E48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Joint Resource Management and Load Balancing in Multi-Satellite Beam Hopping With Interference Suppression: An Energy Minimization Perspective</a:t>
            </a:r>
          </a:p>
          <a:p>
            <a:pPr marL="0" indent="0">
              <a:buNone/>
            </a:pPr>
            <a:r>
              <a:rPr lang="vi-VN" sz="2000" dirty="0"/>
              <a:t>IEEE Transactions on Wireless Communications</a:t>
            </a:r>
            <a:r>
              <a:rPr lang="zh-TW" altLang="en-US" sz="2000" dirty="0"/>
              <a:t> </a:t>
            </a:r>
            <a:r>
              <a:rPr lang="en-US" altLang="zh-TW" sz="2000" dirty="0"/>
              <a:t>, </a:t>
            </a:r>
            <a:r>
              <a:rPr lang="vi-VN" sz="2000" dirty="0"/>
              <a:t>2026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zh-TW" altLang="en-US" sz="2000" dirty="0"/>
              <a:t>衛星造成</a:t>
            </a:r>
            <a:r>
              <a:rPr lang="en-US" altLang="zh-TW" sz="2000" dirty="0"/>
              <a:t>GSO</a:t>
            </a:r>
            <a:r>
              <a:rPr lang="zh-TW" altLang="en-US" sz="2000" dirty="0"/>
              <a:t>地面站干擾的話</a:t>
            </a:r>
            <a:r>
              <a:rPr lang="en-US" altLang="zh-TW" sz="2000" dirty="0"/>
              <a:t>:</a:t>
            </a:r>
            <a:br>
              <a:rPr lang="en-US" altLang="zh-TW" sz="2000" dirty="0"/>
            </a:br>
            <a:r>
              <a:rPr lang="en-US" altLang="zh-TW" sz="2000" dirty="0"/>
              <a:t>	</a:t>
            </a:r>
            <a:r>
              <a:rPr lang="zh-TW" altLang="en-US" sz="2000" dirty="0"/>
              <a:t>用</a:t>
            </a:r>
            <a:r>
              <a:rPr lang="en-US" altLang="zh-TW" sz="2000" dirty="0"/>
              <a:t>ISL</a:t>
            </a:r>
            <a:r>
              <a:rPr lang="zh-TW" altLang="en-US" sz="2000" dirty="0"/>
              <a:t>到其他衛星去做服務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943621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437A-6F36-F706-DF91-0D14D139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9547D-3618-DB29-EC47-4AC4E85C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找論文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7F1E0-EC41-AAE5-2E24-6CE9F46B6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543"/>
            <a:ext cx="10515600" cy="4351338"/>
          </a:xfrm>
        </p:spPr>
        <p:txBody>
          <a:bodyPr/>
          <a:lstStyle/>
          <a:p>
            <a:r>
              <a:rPr lang="zh-TW" altLang="en-US" sz="3200" dirty="0"/>
              <a:t>用</a:t>
            </a:r>
            <a:r>
              <a:rPr lang="en-US" altLang="zh-TW" sz="3200" dirty="0" err="1"/>
              <a:t>starlink</a:t>
            </a:r>
            <a:r>
              <a:rPr lang="zh-TW" altLang="en-US" sz="3200" dirty="0"/>
              <a:t>星座去看干擾議題的論文</a:t>
            </a:r>
            <a:endParaRPr lang="en-US" altLang="zh-TW" sz="3200" dirty="0"/>
          </a:p>
          <a:p>
            <a:endParaRPr lang="vi-V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2B06471E-6FE4-E60B-8FE1-88F361A1588A}"/>
                  </a:ext>
                </a:extLst>
              </p14:cNvPr>
              <p14:cNvContentPartPr/>
              <p14:nvPr/>
            </p14:nvContentPartPr>
            <p14:xfrm>
              <a:off x="2806163" y="2074568"/>
              <a:ext cx="360" cy="540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2B06471E-6FE4-E60B-8FE1-88F361A158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0043" y="2068448"/>
                <a:ext cx="1260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5F3A7C82-61AC-CD49-780A-CF23E2986BF8}"/>
                  </a:ext>
                </a:extLst>
              </p14:cNvPr>
              <p14:cNvContentPartPr/>
              <p14:nvPr/>
            </p14:nvContentPartPr>
            <p14:xfrm>
              <a:off x="3625883" y="2169248"/>
              <a:ext cx="144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5F3A7C82-61AC-CD49-780A-CF23E2986B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9763" y="2163128"/>
                <a:ext cx="1368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8570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8EF1-4AA6-F253-A7E0-184BA45E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62BAF-92F3-96CC-3254-F02FA7883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3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6673692-29CA-AB9E-E7FA-2EF69C4DE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57017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97A3F5-DD4E-2967-40D3-B2C5F63C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使用者服務品質下降或中斷的問題</a:t>
            </a:r>
            <a:endParaRPr lang="vi-VN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157905-4C7E-88C9-7A54-3D5527BF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baseline</a:t>
            </a:r>
            <a:r>
              <a:rPr lang="zh-TW" altLang="en-US" dirty="0"/>
              <a:t>的論文目前只處理「干擾合法性 </a:t>
            </a:r>
            <a:r>
              <a:rPr lang="en-US" altLang="zh-TW" dirty="0"/>
              <a:t>+ </a:t>
            </a:r>
            <a:r>
              <a:rPr lang="zh-TW" altLang="en-US" dirty="0"/>
              <a:t>覆蓋幾何」</a:t>
            </a:r>
            <a:endParaRPr lang="en-US" altLang="zh-TW" dirty="0"/>
          </a:p>
          <a:p>
            <a:r>
              <a:rPr lang="zh-TW" altLang="en-US" dirty="0"/>
              <a:t>並且提出一個觀點</a:t>
            </a:r>
            <a:r>
              <a:rPr lang="en-US" altLang="zh-TW" dirty="0"/>
              <a:t>:</a:t>
            </a:r>
            <a:r>
              <a:rPr lang="vi-VN" dirty="0"/>
              <a:t>coverage seamless</a:t>
            </a:r>
            <a:endParaRPr lang="en-US" dirty="0"/>
          </a:p>
          <a:p>
            <a:pPr lvl="1"/>
            <a:r>
              <a:rPr lang="vi-VN" dirty="0"/>
              <a:t>coverage seamless </a:t>
            </a:r>
            <a:r>
              <a:rPr lang="zh-TW" altLang="en-US" dirty="0"/>
              <a:t>指的是任何地面位置，在任一時間，都至少落在「一顆或多顆 </a:t>
            </a:r>
            <a:r>
              <a:rPr lang="en-US" altLang="zh-TW" dirty="0"/>
              <a:t>LEO </a:t>
            </a:r>
            <a:r>
              <a:rPr lang="zh-TW" altLang="en-US" dirty="0"/>
              <a:t>衛星的 </a:t>
            </a:r>
            <a:r>
              <a:rPr lang="en-US" altLang="zh-TW" dirty="0"/>
              <a:t>footprint</a:t>
            </a:r>
            <a:r>
              <a:rPr lang="zh-TW" altLang="en-US" dirty="0"/>
              <a:t>」內</a:t>
            </a:r>
            <a:endParaRPr lang="en-US" altLang="zh-TW" dirty="0"/>
          </a:p>
          <a:p>
            <a:pPr lvl="2"/>
            <a:r>
              <a:rPr lang="zh-TW" altLang="en-US" dirty="0"/>
              <a:t>論文的假設</a:t>
            </a:r>
            <a:r>
              <a:rPr lang="en-US" altLang="zh-TW" dirty="0"/>
              <a:t>:</a:t>
            </a:r>
            <a:r>
              <a:rPr lang="vi-VN" dirty="0"/>
              <a:t>OneWeb-like Walker constellation</a:t>
            </a:r>
            <a:r>
              <a:rPr lang="zh-TW" altLang="en-US" dirty="0"/>
              <a:t>，看是否把同軌道衛星排的密集一ˋ點，使即使某顆衛星：</a:t>
            </a:r>
            <a:endParaRPr lang="en-US" altLang="zh-TW" dirty="0"/>
          </a:p>
          <a:p>
            <a:pPr lvl="3"/>
            <a:r>
              <a:rPr lang="en-US" dirty="0"/>
              <a:t>Power + </a:t>
            </a:r>
            <a:r>
              <a:rPr lang="vi-VN" dirty="0"/>
              <a:t>tilt </a:t>
            </a:r>
            <a:endParaRPr lang="en-US" dirty="0"/>
          </a:p>
          <a:p>
            <a:pPr lvl="3"/>
            <a:r>
              <a:rPr lang="zh-TW" altLang="en-US" dirty="0"/>
              <a:t>仍然有其他同軌道南北衛星的 </a:t>
            </a:r>
            <a:r>
              <a:rPr lang="en-US" altLang="zh-TW" dirty="0"/>
              <a:t>footprint </a:t>
            </a:r>
            <a:r>
              <a:rPr lang="zh-TW" altLang="en-US" dirty="0"/>
              <a:t>幾何上覆蓋到該區域</a:t>
            </a:r>
            <a:endParaRPr lang="vi-VN" dirty="0"/>
          </a:p>
          <a:p>
            <a:endParaRPr lang="en-US" dirty="0"/>
          </a:p>
        </p:txBody>
      </p: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964A63CE-FB7B-E24A-8A35-B950A19C762B}"/>
              </a:ext>
            </a:extLst>
          </p:cNvPr>
          <p:cNvGrpSpPr/>
          <p:nvPr/>
        </p:nvGrpSpPr>
        <p:grpSpPr>
          <a:xfrm>
            <a:off x="6154523" y="5233928"/>
            <a:ext cx="1067400" cy="711000"/>
            <a:chOff x="6154523" y="5233928"/>
            <a:chExt cx="1067400" cy="71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B76083E1-4BA4-BBFF-55F0-8C650296C6F9}"/>
                    </a:ext>
                  </a:extLst>
                </p14:cNvPr>
                <p14:cNvContentPartPr/>
                <p14:nvPr/>
              </p14:nvContentPartPr>
              <p14:xfrm>
                <a:off x="6154523" y="5423288"/>
                <a:ext cx="360" cy="521640"/>
              </p14:xfrm>
            </p:contentPart>
          </mc:Choice>
          <mc:Fallback xmlns=""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B76083E1-4BA4-BBFF-55F0-8C650296C6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48403" y="5417168"/>
                  <a:ext cx="126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1F962B08-4E61-C37C-2225-56266F4373CF}"/>
                    </a:ext>
                  </a:extLst>
                </p14:cNvPr>
                <p14:cNvContentPartPr/>
                <p14:nvPr/>
              </p14:nvContentPartPr>
              <p14:xfrm>
                <a:off x="6438203" y="5233928"/>
                <a:ext cx="783720" cy="87480"/>
              </p14:xfrm>
            </p:contentPart>
          </mc:Choice>
          <mc:Fallback xmlns=""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1F962B08-4E61-C37C-2225-56266F4373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32083" y="5227808"/>
                  <a:ext cx="79596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群組 147">
            <a:extLst>
              <a:ext uri="{FF2B5EF4-FFF2-40B4-BE49-F238E27FC236}">
                <a16:creationId xmlns:a16="http://schemas.microsoft.com/office/drawing/2014/main" id="{1051A354-1944-6879-E7D0-9FAE380A902D}"/>
              </a:ext>
            </a:extLst>
          </p:cNvPr>
          <p:cNvGrpSpPr/>
          <p:nvPr/>
        </p:nvGrpSpPr>
        <p:grpSpPr>
          <a:xfrm>
            <a:off x="8015003" y="340448"/>
            <a:ext cx="4233960" cy="6402600"/>
            <a:chOff x="8015003" y="340448"/>
            <a:chExt cx="4233960" cy="640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7" name="筆跡 106">
                  <a:extLst>
                    <a:ext uri="{FF2B5EF4-FFF2-40B4-BE49-F238E27FC236}">
                      <a16:creationId xmlns:a16="http://schemas.microsoft.com/office/drawing/2014/main" id="{68DBA772-EA3A-F0A3-DCC7-720617C8F30E}"/>
                    </a:ext>
                  </a:extLst>
                </p14:cNvPr>
                <p14:cNvContentPartPr/>
                <p14:nvPr/>
              </p14:nvContentPartPr>
              <p14:xfrm>
                <a:off x="8431163" y="6331568"/>
                <a:ext cx="56160" cy="307440"/>
              </p14:xfrm>
            </p:contentPart>
          </mc:Choice>
          <mc:Fallback xmlns="">
            <p:pic>
              <p:nvPicPr>
                <p:cNvPr id="107" name="筆跡 106">
                  <a:extLst>
                    <a:ext uri="{FF2B5EF4-FFF2-40B4-BE49-F238E27FC236}">
                      <a16:creationId xmlns:a16="http://schemas.microsoft.com/office/drawing/2014/main" id="{68DBA772-EA3A-F0A3-DCC7-720617C8F3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25043" y="6325448"/>
                  <a:ext cx="684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8" name="筆跡 107">
                  <a:extLst>
                    <a:ext uri="{FF2B5EF4-FFF2-40B4-BE49-F238E27FC236}">
                      <a16:creationId xmlns:a16="http://schemas.microsoft.com/office/drawing/2014/main" id="{02869770-1A48-9877-043C-C29A972013E3}"/>
                    </a:ext>
                  </a:extLst>
                </p14:cNvPr>
                <p14:cNvContentPartPr/>
                <p14:nvPr/>
              </p14:nvContentPartPr>
              <p14:xfrm>
                <a:off x="8399483" y="6236528"/>
                <a:ext cx="613800" cy="435960"/>
              </p14:xfrm>
            </p:contentPart>
          </mc:Choice>
          <mc:Fallback xmlns="">
            <p:pic>
              <p:nvPicPr>
                <p:cNvPr id="108" name="筆跡 107">
                  <a:extLst>
                    <a:ext uri="{FF2B5EF4-FFF2-40B4-BE49-F238E27FC236}">
                      <a16:creationId xmlns:a16="http://schemas.microsoft.com/office/drawing/2014/main" id="{02869770-1A48-9877-043C-C29A972013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3363" y="6230408"/>
                  <a:ext cx="6260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9" name="筆跡 108">
                  <a:extLst>
                    <a:ext uri="{FF2B5EF4-FFF2-40B4-BE49-F238E27FC236}">
                      <a16:creationId xmlns:a16="http://schemas.microsoft.com/office/drawing/2014/main" id="{5C555F6B-558F-5EAD-FB2B-A3C4D776FFB7}"/>
                    </a:ext>
                  </a:extLst>
                </p14:cNvPr>
                <p14:cNvContentPartPr/>
                <p14:nvPr/>
              </p14:nvContentPartPr>
              <p14:xfrm>
                <a:off x="8570123" y="6551888"/>
                <a:ext cx="462600" cy="113760"/>
              </p14:xfrm>
            </p:contentPart>
          </mc:Choice>
          <mc:Fallback xmlns="">
            <p:pic>
              <p:nvPicPr>
                <p:cNvPr id="109" name="筆跡 108">
                  <a:extLst>
                    <a:ext uri="{FF2B5EF4-FFF2-40B4-BE49-F238E27FC236}">
                      <a16:creationId xmlns:a16="http://schemas.microsoft.com/office/drawing/2014/main" id="{5C555F6B-558F-5EAD-FB2B-A3C4D776FF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64003" y="6545768"/>
                  <a:ext cx="474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1" name="筆跡 110">
                  <a:extLst>
                    <a:ext uri="{FF2B5EF4-FFF2-40B4-BE49-F238E27FC236}">
                      <a16:creationId xmlns:a16="http://schemas.microsoft.com/office/drawing/2014/main" id="{BFBBABDB-DCAB-D06E-8386-0B347BDD9FBA}"/>
                    </a:ext>
                  </a:extLst>
                </p14:cNvPr>
                <p14:cNvContentPartPr/>
                <p14:nvPr/>
              </p14:nvContentPartPr>
              <p14:xfrm>
                <a:off x="9320363" y="6440288"/>
                <a:ext cx="70200" cy="17280"/>
              </p14:xfrm>
            </p:contentPart>
          </mc:Choice>
          <mc:Fallback xmlns="">
            <p:pic>
              <p:nvPicPr>
                <p:cNvPr id="111" name="筆跡 110">
                  <a:extLst>
                    <a:ext uri="{FF2B5EF4-FFF2-40B4-BE49-F238E27FC236}">
                      <a16:creationId xmlns:a16="http://schemas.microsoft.com/office/drawing/2014/main" id="{BFBBABDB-DCAB-D06E-8386-0B347BDD9FB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14243" y="6434168"/>
                  <a:ext cx="82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2" name="筆跡 111">
                  <a:extLst>
                    <a:ext uri="{FF2B5EF4-FFF2-40B4-BE49-F238E27FC236}">
                      <a16:creationId xmlns:a16="http://schemas.microsoft.com/office/drawing/2014/main" id="{22B1C524-4493-5D99-68DA-41E867E7C882}"/>
                    </a:ext>
                  </a:extLst>
                </p14:cNvPr>
                <p14:cNvContentPartPr/>
                <p14:nvPr/>
              </p14:nvContentPartPr>
              <p14:xfrm>
                <a:off x="9389483" y="6497528"/>
                <a:ext cx="228960" cy="29880"/>
              </p14:xfrm>
            </p:contentPart>
          </mc:Choice>
          <mc:Fallback xmlns="">
            <p:pic>
              <p:nvPicPr>
                <p:cNvPr id="112" name="筆跡 111">
                  <a:extLst>
                    <a:ext uri="{FF2B5EF4-FFF2-40B4-BE49-F238E27FC236}">
                      <a16:creationId xmlns:a16="http://schemas.microsoft.com/office/drawing/2014/main" id="{22B1C524-4493-5D99-68DA-41E867E7C8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83363" y="6491408"/>
                  <a:ext cx="241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4" name="筆跡 113">
                  <a:extLst>
                    <a:ext uri="{FF2B5EF4-FFF2-40B4-BE49-F238E27FC236}">
                      <a16:creationId xmlns:a16="http://schemas.microsoft.com/office/drawing/2014/main" id="{24F5C8C4-1F3C-10C9-ADE8-168A2E2BE24C}"/>
                    </a:ext>
                  </a:extLst>
                </p14:cNvPr>
                <p14:cNvContentPartPr/>
                <p14:nvPr/>
              </p14:nvContentPartPr>
              <p14:xfrm>
                <a:off x="9629603" y="6065168"/>
                <a:ext cx="461160" cy="493560"/>
              </p14:xfrm>
            </p:contentPart>
          </mc:Choice>
          <mc:Fallback xmlns="">
            <p:pic>
              <p:nvPicPr>
                <p:cNvPr id="114" name="筆跡 113">
                  <a:extLst>
                    <a:ext uri="{FF2B5EF4-FFF2-40B4-BE49-F238E27FC236}">
                      <a16:creationId xmlns:a16="http://schemas.microsoft.com/office/drawing/2014/main" id="{24F5C8C4-1F3C-10C9-ADE8-168A2E2BE2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23483" y="6059048"/>
                  <a:ext cx="47340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131E5F40-C00D-9D95-D128-C54D47240A36}"/>
                    </a:ext>
                  </a:extLst>
                </p14:cNvPr>
                <p14:cNvContentPartPr/>
                <p14:nvPr/>
              </p14:nvContentPartPr>
              <p14:xfrm>
                <a:off x="11110283" y="6448928"/>
                <a:ext cx="178200" cy="12456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131E5F40-C00D-9D95-D128-C54D47240A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04163" y="6442808"/>
                  <a:ext cx="190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C09F4E33-1338-B265-8F20-FFDBCFCB0083}"/>
                    </a:ext>
                  </a:extLst>
                </p14:cNvPr>
                <p14:cNvContentPartPr/>
                <p14:nvPr/>
              </p14:nvContentPartPr>
              <p14:xfrm>
                <a:off x="10986083" y="4572608"/>
                <a:ext cx="75240" cy="11304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C09F4E33-1338-B265-8F20-FFDBCFCB00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79963" y="4566488"/>
                  <a:ext cx="87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0403B910-568F-C68B-84DD-1D5B05B62B7D}"/>
                    </a:ext>
                  </a:extLst>
                </p14:cNvPr>
                <p14:cNvContentPartPr/>
                <p14:nvPr/>
              </p14:nvContentPartPr>
              <p14:xfrm>
                <a:off x="10964483" y="1701248"/>
                <a:ext cx="148680" cy="159120"/>
              </p14:xfrm>
            </p:contentPart>
          </mc:Choice>
          <mc:Fallback xmlns=""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0403B910-568F-C68B-84DD-1D5B05B62B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58363" y="1695128"/>
                  <a:ext cx="16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A3F39E93-D272-3168-154E-D74D710C34B1}"/>
                    </a:ext>
                  </a:extLst>
                </p14:cNvPr>
                <p14:cNvContentPartPr/>
                <p14:nvPr/>
              </p14:nvContentPartPr>
              <p14:xfrm>
                <a:off x="10858643" y="472928"/>
                <a:ext cx="150120" cy="15156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A3F39E93-D272-3168-154E-D74D710C34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52523" y="466808"/>
                  <a:ext cx="162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08B91855-A891-2C2C-EF0F-FE5CB4A250ED}"/>
                    </a:ext>
                  </a:extLst>
                </p14:cNvPr>
                <p14:cNvContentPartPr/>
                <p14:nvPr/>
              </p14:nvContentPartPr>
              <p14:xfrm>
                <a:off x="11080043" y="2924888"/>
                <a:ext cx="178560" cy="18000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08B91855-A891-2C2C-EF0F-FE5CB4A250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73923" y="2918768"/>
                  <a:ext cx="190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CF24A1A0-0A46-55AB-380C-CAF99F403332}"/>
                    </a:ext>
                  </a:extLst>
                </p14:cNvPr>
                <p14:cNvContentPartPr/>
                <p14:nvPr/>
              </p14:nvContentPartPr>
              <p14:xfrm>
                <a:off x="11186963" y="422168"/>
                <a:ext cx="108360" cy="16020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CF24A1A0-0A46-55AB-380C-CAF99F4033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80843" y="416048"/>
                  <a:ext cx="120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DB9228BA-EFFF-145B-B204-185B9FA09EF3}"/>
                    </a:ext>
                  </a:extLst>
                </p14:cNvPr>
                <p14:cNvContentPartPr/>
                <p14:nvPr/>
              </p14:nvContentPartPr>
              <p14:xfrm>
                <a:off x="11363363" y="485528"/>
                <a:ext cx="360" cy="6768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DB9228BA-EFFF-145B-B204-185B9FA09E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57243" y="479408"/>
                  <a:ext cx="12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64A4EF0C-F0A0-8038-3CE4-E57CE19E58A8}"/>
                    </a:ext>
                  </a:extLst>
                </p14:cNvPr>
                <p14:cNvContentPartPr/>
                <p14:nvPr/>
              </p14:nvContentPartPr>
              <p14:xfrm>
                <a:off x="11408003" y="1620608"/>
                <a:ext cx="102600" cy="19836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64A4EF0C-F0A0-8038-3CE4-E57CE19E58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401883" y="1614488"/>
                  <a:ext cx="114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655ED598-30AC-B1AB-55EF-FD8B31D3CDFF}"/>
                    </a:ext>
                  </a:extLst>
                </p14:cNvPr>
                <p14:cNvContentPartPr/>
                <p14:nvPr/>
              </p14:nvContentPartPr>
              <p14:xfrm>
                <a:off x="11534003" y="1740128"/>
                <a:ext cx="6840" cy="9072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655ED598-30AC-B1AB-55EF-FD8B31D3CD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27883" y="1734008"/>
                  <a:ext cx="19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D973275C-E327-2EA9-ADAF-3229B4DC5498}"/>
                    </a:ext>
                  </a:extLst>
                </p14:cNvPr>
                <p14:cNvContentPartPr/>
                <p14:nvPr/>
              </p14:nvContentPartPr>
              <p14:xfrm>
                <a:off x="11521403" y="1734008"/>
                <a:ext cx="111600" cy="12240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D973275C-E327-2EA9-ADAF-3229B4DC549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515283" y="1727888"/>
                  <a:ext cx="123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832F31FD-1E13-CDC7-181E-0E35C39D36B0}"/>
                    </a:ext>
                  </a:extLst>
                </p14:cNvPr>
                <p14:cNvContentPartPr/>
                <p14:nvPr/>
              </p14:nvContentPartPr>
              <p14:xfrm>
                <a:off x="11420243" y="2913368"/>
                <a:ext cx="93600" cy="21996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832F31FD-1E13-CDC7-181E-0E35C39D36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414123" y="2907248"/>
                  <a:ext cx="105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D1569755-1FBC-63E2-B803-788E40152F4B}"/>
                    </a:ext>
                  </a:extLst>
                </p14:cNvPr>
                <p14:cNvContentPartPr/>
                <p14:nvPr/>
              </p14:nvContentPartPr>
              <p14:xfrm>
                <a:off x="11562803" y="3051968"/>
                <a:ext cx="70200" cy="11808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D1569755-1FBC-63E2-B803-788E40152F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556683" y="3045848"/>
                  <a:ext cx="82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0D3FADB1-4BBE-D5B9-679C-37CB09281BC0}"/>
                    </a:ext>
                  </a:extLst>
                </p14:cNvPr>
                <p14:cNvContentPartPr/>
                <p14:nvPr/>
              </p14:nvContentPartPr>
              <p14:xfrm>
                <a:off x="10335563" y="2055848"/>
                <a:ext cx="131040" cy="1676520"/>
              </p14:xfrm>
            </p:contentPart>
          </mc:Choice>
          <mc:Fallback xmlns=""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0D3FADB1-4BBE-D5B9-679C-37CB09281B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29443" y="2049728"/>
                  <a:ext cx="143280" cy="16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17295CEF-D90B-4329-7C5B-7DFFB709D66F}"/>
                    </a:ext>
                  </a:extLst>
                </p14:cNvPr>
                <p14:cNvContentPartPr/>
                <p14:nvPr/>
              </p14:nvContentPartPr>
              <p14:xfrm>
                <a:off x="10411163" y="2086448"/>
                <a:ext cx="1597680" cy="2664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17295CEF-D90B-4329-7C5B-7DFFB709D66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05043" y="2080328"/>
                  <a:ext cx="1609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098ABCBA-687C-AC2E-6812-1F37E530BC80}"/>
                    </a:ext>
                  </a:extLst>
                </p14:cNvPr>
                <p14:cNvContentPartPr/>
                <p14:nvPr/>
              </p14:nvContentPartPr>
              <p14:xfrm>
                <a:off x="12006683" y="2080688"/>
                <a:ext cx="102240" cy="171612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098ABCBA-687C-AC2E-6812-1F37E530BC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000563" y="2074568"/>
                  <a:ext cx="114480" cy="17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0CF4986E-49D2-EB54-C5E5-F32DCF0C9417}"/>
                    </a:ext>
                  </a:extLst>
                </p14:cNvPr>
                <p14:cNvContentPartPr/>
                <p14:nvPr/>
              </p14:nvContentPartPr>
              <p14:xfrm>
                <a:off x="10607003" y="3808688"/>
                <a:ext cx="1555200" cy="7668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0CF4986E-49D2-EB54-C5E5-F32DCF0C941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00883" y="3802568"/>
                  <a:ext cx="1567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4704C4A5-DED9-CB4A-FA99-C065358CB1CE}"/>
                    </a:ext>
                  </a:extLst>
                </p14:cNvPr>
                <p14:cNvContentPartPr/>
                <p14:nvPr/>
              </p14:nvContentPartPr>
              <p14:xfrm>
                <a:off x="11137283" y="2662808"/>
                <a:ext cx="68760" cy="24444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4704C4A5-DED9-CB4A-FA99-C065358CB1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31163" y="2656688"/>
                  <a:ext cx="810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F5F9D322-0EB3-02CB-FEFB-40409FDDC162}"/>
                    </a:ext>
                  </a:extLst>
                </p14:cNvPr>
                <p14:cNvContentPartPr/>
                <p14:nvPr/>
              </p14:nvContentPartPr>
              <p14:xfrm>
                <a:off x="11199563" y="3291728"/>
                <a:ext cx="6840" cy="18684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F5F9D322-0EB3-02CB-FEFB-40409FDDC1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93443" y="3285608"/>
                  <a:ext cx="19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A0DBE4C0-624C-6A86-F4CC-07D38FCDBCDC}"/>
                    </a:ext>
                  </a:extLst>
                </p14:cNvPr>
                <p14:cNvContentPartPr/>
                <p14:nvPr/>
              </p14:nvContentPartPr>
              <p14:xfrm>
                <a:off x="10203443" y="1134968"/>
                <a:ext cx="227520" cy="183240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A0DBE4C0-624C-6A86-F4CC-07D38FCDBCD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97323" y="1128848"/>
                  <a:ext cx="239760" cy="18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AC5C9163-71F7-3E28-FA64-54EDC16CD2A8}"/>
                    </a:ext>
                  </a:extLst>
                </p14:cNvPr>
                <p14:cNvContentPartPr/>
                <p14:nvPr/>
              </p14:nvContentPartPr>
              <p14:xfrm>
                <a:off x="10241243" y="1172048"/>
                <a:ext cx="2007720" cy="166608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AC5C9163-71F7-3E28-FA64-54EDC16CD2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35123" y="1165928"/>
                  <a:ext cx="2019960" cy="16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A77953DC-2559-C6A7-37B0-2A2EE654D5D9}"/>
                    </a:ext>
                  </a:extLst>
                </p14:cNvPr>
                <p14:cNvContentPartPr/>
                <p14:nvPr/>
              </p14:nvContentPartPr>
              <p14:xfrm>
                <a:off x="10076723" y="340448"/>
                <a:ext cx="198720" cy="173196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A77953DC-2559-C6A7-37B0-2A2EE654D5D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70603" y="334328"/>
                  <a:ext cx="210960" cy="17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41FB5CC5-C0C2-E626-6190-1857C97909F3}"/>
                    </a:ext>
                  </a:extLst>
                </p14:cNvPr>
                <p14:cNvContentPartPr/>
                <p14:nvPr/>
              </p14:nvContentPartPr>
              <p14:xfrm>
                <a:off x="10127483" y="629528"/>
                <a:ext cx="1899360" cy="146196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41FB5CC5-C0C2-E626-6190-1857C97909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21363" y="623408"/>
                  <a:ext cx="1911600" cy="14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347984AF-E3C4-A876-5641-88EE3ECDAAE1}"/>
                    </a:ext>
                  </a:extLst>
                </p14:cNvPr>
                <p14:cNvContentPartPr/>
                <p14:nvPr/>
              </p14:nvContentPartPr>
              <p14:xfrm>
                <a:off x="11004083" y="3953768"/>
                <a:ext cx="28440" cy="22500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347984AF-E3C4-A876-5641-88EE3ECDAAE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7963" y="3947648"/>
                  <a:ext cx="40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EFC69E47-8573-9DC1-0938-359D8CF8F208}"/>
                    </a:ext>
                  </a:extLst>
                </p14:cNvPr>
                <p14:cNvContentPartPr/>
                <p14:nvPr/>
              </p14:nvContentPartPr>
              <p14:xfrm>
                <a:off x="11098763" y="3890768"/>
                <a:ext cx="32040" cy="20124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EFC69E47-8573-9DC1-0938-359D8CF8F2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92643" y="3884648"/>
                  <a:ext cx="44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AEC21724-78D0-DEFB-AD1B-A50AC834044D}"/>
                    </a:ext>
                  </a:extLst>
                </p14:cNvPr>
                <p14:cNvContentPartPr/>
                <p14:nvPr/>
              </p14:nvContentPartPr>
              <p14:xfrm>
                <a:off x="10884203" y="4050608"/>
                <a:ext cx="522360" cy="187920"/>
              </p14:xfrm>
            </p:contentPart>
          </mc:Choice>
          <mc:Fallback xmlns=""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AEC21724-78D0-DEFB-AD1B-A50AC83404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78083" y="4044488"/>
                  <a:ext cx="534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22834F16-DAA1-5348-D7C1-E0F6E7F4EF29}"/>
                    </a:ext>
                  </a:extLst>
                </p14:cNvPr>
                <p14:cNvContentPartPr/>
                <p14:nvPr/>
              </p14:nvContentPartPr>
              <p14:xfrm>
                <a:off x="11085083" y="5484488"/>
                <a:ext cx="84960" cy="993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22834F16-DAA1-5348-D7C1-E0F6E7F4EF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78963" y="5478368"/>
                  <a:ext cx="9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8C360096-C98D-4A47-8CA1-B9EC70C4A12F}"/>
                    </a:ext>
                  </a:extLst>
                </p14:cNvPr>
                <p14:cNvContentPartPr/>
                <p14:nvPr/>
              </p14:nvContentPartPr>
              <p14:xfrm>
                <a:off x="10291643" y="5164808"/>
                <a:ext cx="360" cy="110880"/>
              </p14:xfrm>
            </p:contentPart>
          </mc:Choice>
          <mc:Fallback xmlns=""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8C360096-C98D-4A47-8CA1-B9EC70C4A1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85523" y="5158688"/>
                  <a:ext cx="12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F826BF8C-AF25-6562-1EA4-D24D5A59E4DC}"/>
                    </a:ext>
                  </a:extLst>
                </p14:cNvPr>
                <p14:cNvContentPartPr/>
                <p14:nvPr/>
              </p14:nvContentPartPr>
              <p14:xfrm>
                <a:off x="10316843" y="5448488"/>
                <a:ext cx="360" cy="10332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F826BF8C-AF25-6562-1EA4-D24D5A59E4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10723" y="5442368"/>
                  <a:ext cx="12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B1EC22D0-3E85-5B62-8169-693F16AA7E67}"/>
                    </a:ext>
                  </a:extLst>
                </p14:cNvPr>
                <p14:cNvContentPartPr/>
                <p14:nvPr/>
              </p14:nvContentPartPr>
              <p14:xfrm>
                <a:off x="10348523" y="5669168"/>
                <a:ext cx="360" cy="93960"/>
              </p14:xfrm>
            </p:contentPart>
          </mc:Choice>
          <mc:Fallback xmlns=""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B1EC22D0-3E85-5B62-8169-693F16AA7E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42403" y="5663048"/>
                  <a:ext cx="12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3300724C-4E51-E226-4197-9F0261795F60}"/>
                    </a:ext>
                  </a:extLst>
                </p14:cNvPr>
                <p14:cNvContentPartPr/>
                <p14:nvPr/>
              </p14:nvContentPartPr>
              <p14:xfrm>
                <a:off x="10461923" y="5858168"/>
                <a:ext cx="92160" cy="6840"/>
              </p14:xfrm>
            </p:contentPart>
          </mc:Choice>
          <mc:Fallback xmlns=""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3300724C-4E51-E226-4197-9F0261795F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55803" y="5852048"/>
                  <a:ext cx="104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DE960E40-687E-7735-115B-92C5FA42A0CF}"/>
                    </a:ext>
                  </a:extLst>
                </p14:cNvPr>
                <p14:cNvContentPartPr/>
                <p14:nvPr/>
              </p14:nvContentPartPr>
              <p14:xfrm>
                <a:off x="10745603" y="5858168"/>
                <a:ext cx="34920" cy="360"/>
              </p14:xfrm>
            </p:contentPart>
          </mc:Choice>
          <mc:Fallback xmlns=""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DE960E40-687E-7735-115B-92C5FA42A0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39483" y="5852048"/>
                  <a:ext cx="47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2D75DA9D-3B43-6CAF-4AEE-421CDA9E8627}"/>
                    </a:ext>
                  </a:extLst>
                </p14:cNvPr>
                <p14:cNvContentPartPr/>
                <p14:nvPr/>
              </p14:nvContentPartPr>
              <p14:xfrm>
                <a:off x="11287763" y="5889848"/>
                <a:ext cx="61560" cy="360"/>
              </p14:xfrm>
            </p:contentPart>
          </mc:Choice>
          <mc:Fallback xmlns=""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2D75DA9D-3B43-6CAF-4AEE-421CDA9E862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281643" y="5883728"/>
                  <a:ext cx="73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E1EF13DB-1A24-9E65-5D9A-F08FCDEC7AED}"/>
                    </a:ext>
                  </a:extLst>
                </p14:cNvPr>
                <p14:cNvContentPartPr/>
                <p14:nvPr/>
              </p14:nvContentPartPr>
              <p14:xfrm>
                <a:off x="11502323" y="5889848"/>
                <a:ext cx="92880" cy="6120"/>
              </p14:xfrm>
            </p:contentPart>
          </mc:Choice>
          <mc:Fallback xmlns=""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E1EF13DB-1A24-9E65-5D9A-F08FCDEC7AE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96203" y="5883728"/>
                  <a:ext cx="105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374BFF48-546E-DC89-B116-4D4D83FAD5B3}"/>
                    </a:ext>
                  </a:extLst>
                </p14:cNvPr>
                <p14:cNvContentPartPr/>
                <p14:nvPr/>
              </p14:nvContentPartPr>
              <p14:xfrm>
                <a:off x="11710403" y="5874728"/>
                <a:ext cx="45720" cy="21960"/>
              </p14:xfrm>
            </p:contentPart>
          </mc:Choice>
          <mc:Fallback xmlns=""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374BFF48-546E-DC89-B116-4D4D83FAD5B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704283" y="5868608"/>
                  <a:ext cx="57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C24E46A5-863A-1A40-9A14-017E31B9C3F4}"/>
                    </a:ext>
                  </a:extLst>
                </p14:cNvPr>
                <p14:cNvContentPartPr/>
                <p14:nvPr/>
              </p14:nvContentPartPr>
              <p14:xfrm>
                <a:off x="11817683" y="5652248"/>
                <a:ext cx="360" cy="61200"/>
              </p14:xfrm>
            </p:contentPart>
          </mc:Choice>
          <mc:Fallback xmlns=""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C24E46A5-863A-1A40-9A14-017E31B9C3F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811563" y="5646128"/>
                  <a:ext cx="12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552F79AD-2F94-E1E1-8669-A0CF10A5F44C}"/>
                    </a:ext>
                  </a:extLst>
                </p14:cNvPr>
                <p14:cNvContentPartPr/>
                <p14:nvPr/>
              </p14:nvContentPartPr>
              <p14:xfrm>
                <a:off x="11802203" y="5395208"/>
                <a:ext cx="9720" cy="122760"/>
              </p14:xfrm>
            </p:contentPart>
          </mc:Choice>
          <mc:Fallback xmlns=""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552F79AD-2F94-E1E1-8669-A0CF10A5F44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96083" y="5389088"/>
                  <a:ext cx="21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C6251C76-DE79-FAFD-F29C-7D230BCE8101}"/>
                    </a:ext>
                  </a:extLst>
                </p14:cNvPr>
                <p14:cNvContentPartPr/>
                <p14:nvPr/>
              </p14:nvContentPartPr>
              <p14:xfrm>
                <a:off x="11779523" y="5214128"/>
                <a:ext cx="360" cy="1440"/>
              </p14:xfrm>
            </p:contentPart>
          </mc:Choice>
          <mc:Fallback xmlns=""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C6251C76-DE79-FAFD-F29C-7D230BCE810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73403" y="520800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1F543865-6956-110F-B11F-043F26F4E7B5}"/>
                    </a:ext>
                  </a:extLst>
                </p14:cNvPr>
                <p14:cNvContentPartPr/>
                <p14:nvPr/>
              </p14:nvContentPartPr>
              <p14:xfrm>
                <a:off x="11745683" y="5055368"/>
                <a:ext cx="28080" cy="59040"/>
              </p14:xfrm>
            </p:contentPart>
          </mc:Choice>
          <mc:Fallback xmlns=""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1F543865-6956-110F-B11F-043F26F4E7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39563" y="5049248"/>
                  <a:ext cx="40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9DDFA2C0-4219-46E4-F2C5-E174B0D935A3}"/>
                    </a:ext>
                  </a:extLst>
                </p14:cNvPr>
                <p14:cNvContentPartPr/>
                <p14:nvPr/>
              </p14:nvContentPartPr>
              <p14:xfrm>
                <a:off x="11215403" y="5007128"/>
                <a:ext cx="34920" cy="360"/>
              </p14:xfrm>
            </p:contentPart>
          </mc:Choice>
          <mc:Fallback xmlns=""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9DDFA2C0-4219-46E4-F2C5-E174B0D935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09283" y="5001008"/>
                  <a:ext cx="47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7AC9B490-A0C0-44B9-3C5E-350504B9E69E}"/>
                    </a:ext>
                  </a:extLst>
                </p14:cNvPr>
                <p14:cNvContentPartPr/>
                <p14:nvPr/>
              </p14:nvContentPartPr>
              <p14:xfrm>
                <a:off x="10714283" y="5013248"/>
                <a:ext cx="284040" cy="25560"/>
              </p14:xfrm>
            </p:contentPart>
          </mc:Choice>
          <mc:Fallback xmlns=""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7AC9B490-A0C0-44B9-3C5E-350504B9E69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08163" y="5007128"/>
                  <a:ext cx="296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B1EE3067-A453-EE0F-190D-2A4CCB79A876}"/>
                    </a:ext>
                  </a:extLst>
                </p14:cNvPr>
                <p14:cNvContentPartPr/>
                <p14:nvPr/>
              </p14:nvContentPartPr>
              <p14:xfrm>
                <a:off x="10334483" y="5044928"/>
                <a:ext cx="1440" cy="360"/>
              </p14:xfrm>
            </p:contentPart>
          </mc:Choice>
          <mc:Fallback xmlns=""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B1EE3067-A453-EE0F-190D-2A4CCB79A8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28363" y="5038808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BCDF9ACA-DCBB-1042-8C4B-DDAD74164A20}"/>
                    </a:ext>
                  </a:extLst>
                </p14:cNvPr>
                <p14:cNvContentPartPr/>
                <p14:nvPr/>
              </p14:nvContentPartPr>
              <p14:xfrm>
                <a:off x="10083563" y="4338608"/>
                <a:ext cx="136800" cy="1204920"/>
              </p14:xfrm>
            </p:contentPart>
          </mc:Choice>
          <mc:Fallback xmlns=""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BCDF9ACA-DCBB-1042-8C4B-DDAD74164A2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77443" y="4332488"/>
                  <a:ext cx="149040" cy="12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7F871FE2-60E4-C389-9E7C-518B4C8764AC}"/>
                    </a:ext>
                  </a:extLst>
                </p14:cNvPr>
                <p14:cNvContentPartPr/>
                <p14:nvPr/>
              </p14:nvContentPartPr>
              <p14:xfrm>
                <a:off x="10159163" y="4212608"/>
                <a:ext cx="1956960" cy="1147320"/>
              </p14:xfrm>
            </p:contentPart>
          </mc:Choice>
          <mc:Fallback xmlns=""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7F871FE2-60E4-C389-9E7C-518B4C8764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53043" y="4206488"/>
                  <a:ext cx="1969200" cy="11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F76C38A8-EB49-E31C-8759-21FD356E0E25}"/>
                    </a:ext>
                  </a:extLst>
                </p14:cNvPr>
                <p14:cNvContentPartPr/>
                <p14:nvPr/>
              </p14:nvContentPartPr>
              <p14:xfrm>
                <a:off x="10272563" y="5561888"/>
                <a:ext cx="82800" cy="925200"/>
              </p14:xfrm>
            </p:contentPart>
          </mc:Choice>
          <mc:Fallback xmlns=""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F76C38A8-EB49-E31C-8759-21FD356E0E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66443" y="5555768"/>
                  <a:ext cx="9504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087FEC84-3FA3-AE3C-9D43-6EA95DF28C65}"/>
                    </a:ext>
                  </a:extLst>
                </p14:cNvPr>
                <p14:cNvContentPartPr/>
                <p14:nvPr/>
              </p14:nvContentPartPr>
              <p14:xfrm>
                <a:off x="10272563" y="5383688"/>
                <a:ext cx="1806120" cy="1352160"/>
              </p14:xfrm>
            </p:contentPart>
          </mc:Choice>
          <mc:Fallback xmlns=""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087FEC84-3FA3-AE3C-9D43-6EA95DF28C6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66443" y="5377568"/>
                  <a:ext cx="1818360" cy="13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D7A40926-771B-0EE8-A2D5-8350C52A0BE6}"/>
                    </a:ext>
                  </a:extLst>
                </p14:cNvPr>
                <p14:cNvContentPartPr/>
                <p14:nvPr/>
              </p14:nvContentPartPr>
              <p14:xfrm>
                <a:off x="10386323" y="6583208"/>
                <a:ext cx="1454040" cy="82440"/>
              </p14:xfrm>
            </p:contentPart>
          </mc:Choice>
          <mc:Fallback xmlns=""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D7A40926-771B-0EE8-A2D5-8350C52A0BE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80203" y="6577088"/>
                  <a:ext cx="1466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47824804-DB41-A543-5E64-886068214636}"/>
                    </a:ext>
                  </a:extLst>
                </p14:cNvPr>
                <p14:cNvContentPartPr/>
                <p14:nvPr/>
              </p14:nvContentPartPr>
              <p14:xfrm>
                <a:off x="10574963" y="5687528"/>
                <a:ext cx="86760" cy="127080"/>
              </p14:xfrm>
            </p:contentPart>
          </mc:Choice>
          <mc:Fallback xmlns=""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47824804-DB41-A543-5E64-88606821463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68843" y="5681408"/>
                  <a:ext cx="99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20734F9A-102B-3D15-B25E-678E8A209B2D}"/>
                    </a:ext>
                  </a:extLst>
                </p14:cNvPr>
                <p14:cNvContentPartPr/>
                <p14:nvPr/>
              </p14:nvContentPartPr>
              <p14:xfrm>
                <a:off x="10903283" y="5713088"/>
                <a:ext cx="9360" cy="2880"/>
              </p14:xfrm>
            </p:contentPart>
          </mc:Choice>
          <mc:Fallback xmlns=""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20734F9A-102B-3D15-B25E-678E8A209B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97163" y="5706968"/>
                  <a:ext cx="216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FE22DC94-CF22-641D-01F6-38B2D1C9CF6E}"/>
                    </a:ext>
                  </a:extLst>
                </p14:cNvPr>
                <p14:cNvContentPartPr/>
                <p14:nvPr/>
              </p14:nvContentPartPr>
              <p14:xfrm>
                <a:off x="10915883" y="5726048"/>
                <a:ext cx="360" cy="14040"/>
              </p14:xfrm>
            </p:contentPart>
          </mc:Choice>
          <mc:Fallback xmlns=""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FE22DC94-CF22-641D-01F6-38B2D1C9CF6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09763" y="5719928"/>
                  <a:ext cx="1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1ABAB282-897F-569E-B936-982824DCE915}"/>
                    </a:ext>
                  </a:extLst>
                </p14:cNvPr>
                <p14:cNvContentPartPr/>
                <p14:nvPr/>
              </p14:nvContentPartPr>
              <p14:xfrm>
                <a:off x="11321963" y="5864648"/>
                <a:ext cx="23400" cy="93240"/>
              </p14:xfrm>
            </p:contentPart>
          </mc:Choice>
          <mc:Fallback xmlns=""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1ABAB282-897F-569E-B936-982824DCE91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315843" y="5858528"/>
                  <a:ext cx="35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FE591288-DA53-1312-82D5-F548B5CF5A52}"/>
                    </a:ext>
                  </a:extLst>
                </p14:cNvPr>
                <p14:cNvContentPartPr/>
                <p14:nvPr/>
              </p14:nvContentPartPr>
              <p14:xfrm>
                <a:off x="10937483" y="6022328"/>
                <a:ext cx="16560" cy="32040"/>
              </p14:xfrm>
            </p:contentPart>
          </mc:Choice>
          <mc:Fallback xmlns=""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FE591288-DA53-1312-82D5-F548B5CF5A5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31363" y="6016208"/>
                  <a:ext cx="2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E36B0986-B2F0-10B2-9273-4DCAB4A370D9}"/>
                    </a:ext>
                  </a:extLst>
                </p14:cNvPr>
                <p14:cNvContentPartPr/>
                <p14:nvPr/>
              </p14:nvContentPartPr>
              <p14:xfrm>
                <a:off x="10896803" y="5953568"/>
                <a:ext cx="66600" cy="37440"/>
              </p14:xfrm>
            </p:contentPart>
          </mc:Choice>
          <mc:Fallback xmlns=""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E36B0986-B2F0-10B2-9273-4DCAB4A370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90683" y="5947448"/>
                  <a:ext cx="78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4A6E9D9E-1290-FF87-2978-C8F621877222}"/>
                    </a:ext>
                  </a:extLst>
                </p14:cNvPr>
                <p14:cNvContentPartPr/>
                <p14:nvPr/>
              </p14:nvContentPartPr>
              <p14:xfrm>
                <a:off x="11584403" y="5718488"/>
                <a:ext cx="360" cy="1440"/>
              </p14:xfrm>
            </p:contentPart>
          </mc:Choice>
          <mc:Fallback xmlns=""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4A6E9D9E-1290-FF87-2978-C8F6218772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78283" y="571236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4F623E13-1E6F-5CB5-40FA-3237EC55F332}"/>
                    </a:ext>
                  </a:extLst>
                </p14:cNvPr>
                <p14:cNvContentPartPr/>
                <p14:nvPr/>
              </p14:nvContentPartPr>
              <p14:xfrm>
                <a:off x="11615723" y="5538128"/>
                <a:ext cx="360" cy="5400"/>
              </p14:xfrm>
            </p:contentPart>
          </mc:Choice>
          <mc:Fallback xmlns=""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4F623E13-1E6F-5CB5-40FA-3237EC55F3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609603" y="5532008"/>
                  <a:ext cx="126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2BF66CAB-23EF-28AC-F1F5-27A9FDD57AF0}"/>
                    </a:ext>
                  </a:extLst>
                </p14:cNvPr>
                <p14:cNvContentPartPr/>
                <p14:nvPr/>
              </p14:nvContentPartPr>
              <p14:xfrm>
                <a:off x="11540123" y="5272088"/>
                <a:ext cx="360" cy="360"/>
              </p14:xfrm>
            </p:contentPart>
          </mc:Choice>
          <mc:Fallback xmlns=""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2BF66CAB-23EF-28AC-F1F5-27A9FDD57AF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534003" y="52659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71A7B8F3-6D6C-B900-E4DA-DC6391EC640B}"/>
                    </a:ext>
                  </a:extLst>
                </p14:cNvPr>
                <p14:cNvContentPartPr/>
                <p14:nvPr/>
              </p14:nvContentPartPr>
              <p14:xfrm>
                <a:off x="11079683" y="5177048"/>
                <a:ext cx="360" cy="360"/>
              </p14:xfrm>
            </p:contentPart>
          </mc:Choice>
          <mc:Fallback xmlns=""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71A7B8F3-6D6C-B900-E4DA-DC6391EC640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73563" y="51709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40D09882-BB15-B357-77F9-FFC3CAB70A43}"/>
                    </a:ext>
                  </a:extLst>
                </p14:cNvPr>
                <p14:cNvContentPartPr/>
                <p14:nvPr/>
              </p14:nvContentPartPr>
              <p14:xfrm>
                <a:off x="10455803" y="5215208"/>
                <a:ext cx="360" cy="360"/>
              </p14:xfrm>
            </p:contentPart>
          </mc:Choice>
          <mc:Fallback xmlns=""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40D09882-BB15-B357-77F9-FFC3CAB70A4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49683" y="52090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849F8310-2EB4-B781-DDCB-F11D3943F0D7}"/>
                    </a:ext>
                  </a:extLst>
                </p14:cNvPr>
                <p14:cNvContentPartPr/>
                <p14:nvPr/>
              </p14:nvContentPartPr>
              <p14:xfrm>
                <a:off x="10587923" y="5486288"/>
                <a:ext cx="360" cy="360"/>
              </p14:xfrm>
            </p:contentPart>
          </mc:Choice>
          <mc:Fallback xmlns=""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849F8310-2EB4-B781-DDCB-F11D3943F0D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81803" y="54801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38BC364E-8204-09C3-DC16-9EE749413E48}"/>
                    </a:ext>
                  </a:extLst>
                </p14:cNvPr>
                <p14:cNvContentPartPr/>
                <p14:nvPr/>
              </p14:nvContentPartPr>
              <p14:xfrm>
                <a:off x="10590803" y="5226728"/>
                <a:ext cx="140040" cy="116640"/>
              </p14:xfrm>
            </p:contentPart>
          </mc:Choice>
          <mc:Fallback xmlns=""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38BC364E-8204-09C3-DC16-9EE749413E4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584683" y="5220608"/>
                  <a:ext cx="152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207189D1-BAA1-5207-99D0-2E4D922B5782}"/>
                    </a:ext>
                  </a:extLst>
                </p14:cNvPr>
                <p14:cNvContentPartPr/>
                <p14:nvPr/>
              </p14:nvContentPartPr>
              <p14:xfrm>
                <a:off x="10115243" y="4445888"/>
                <a:ext cx="123840" cy="987480"/>
              </p14:xfrm>
            </p:contentPart>
          </mc:Choice>
          <mc:Fallback xmlns=""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207189D1-BAA1-5207-99D0-2E4D922B578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09123" y="4439768"/>
                  <a:ext cx="136080" cy="9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88D4EEB1-8B49-C4A1-A492-A333E067B658}"/>
                    </a:ext>
                  </a:extLst>
                </p14:cNvPr>
                <p14:cNvContentPartPr/>
                <p14:nvPr/>
              </p14:nvContentPartPr>
              <p14:xfrm>
                <a:off x="10964483" y="4633448"/>
                <a:ext cx="148680" cy="79560"/>
              </p14:xfrm>
            </p:contentPart>
          </mc:Choice>
          <mc:Fallback xmlns=""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88D4EEB1-8B49-C4A1-A492-A333E067B65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58363" y="4627328"/>
                  <a:ext cx="160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6B799CBE-0DF5-5F65-E7F2-1E45F97050E4}"/>
                    </a:ext>
                  </a:extLst>
                </p14:cNvPr>
                <p14:cNvContentPartPr/>
                <p14:nvPr/>
              </p14:nvContentPartPr>
              <p14:xfrm>
                <a:off x="11123603" y="6330128"/>
                <a:ext cx="145440" cy="129960"/>
              </p14:xfrm>
            </p:contentPart>
          </mc:Choice>
          <mc:Fallback xmlns=""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6B799CBE-0DF5-5F65-E7F2-1E45F97050E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17483" y="6324008"/>
                  <a:ext cx="157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筆跡 81">
                  <a:extLst>
                    <a:ext uri="{FF2B5EF4-FFF2-40B4-BE49-F238E27FC236}">
                      <a16:creationId xmlns:a16="http://schemas.microsoft.com/office/drawing/2014/main" id="{67F15515-3FE9-FEC3-2386-7A76D5422D81}"/>
                    </a:ext>
                  </a:extLst>
                </p14:cNvPr>
                <p14:cNvContentPartPr/>
                <p14:nvPr/>
              </p14:nvContentPartPr>
              <p14:xfrm>
                <a:off x="11153843" y="6424808"/>
                <a:ext cx="179640" cy="104400"/>
              </p14:xfrm>
            </p:contentPart>
          </mc:Choice>
          <mc:Fallback xmlns="">
            <p:pic>
              <p:nvPicPr>
                <p:cNvPr id="82" name="筆跡 81">
                  <a:extLst>
                    <a:ext uri="{FF2B5EF4-FFF2-40B4-BE49-F238E27FC236}">
                      <a16:creationId xmlns:a16="http://schemas.microsoft.com/office/drawing/2014/main" id="{67F15515-3FE9-FEC3-2386-7A76D5422D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47723" y="6418688"/>
                  <a:ext cx="191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筆跡 83">
                  <a:extLst>
                    <a:ext uri="{FF2B5EF4-FFF2-40B4-BE49-F238E27FC236}">
                      <a16:creationId xmlns:a16="http://schemas.microsoft.com/office/drawing/2014/main" id="{DEA7DDC3-3D76-4AA9-8AA7-439CE7FB15F1}"/>
                    </a:ext>
                  </a:extLst>
                </p14:cNvPr>
                <p14:cNvContentPartPr/>
                <p14:nvPr/>
              </p14:nvContentPartPr>
              <p14:xfrm>
                <a:off x="11135483" y="5612648"/>
                <a:ext cx="143280" cy="115200"/>
              </p14:xfrm>
            </p:contentPart>
          </mc:Choice>
          <mc:Fallback xmlns="">
            <p:pic>
              <p:nvPicPr>
                <p:cNvPr id="84" name="筆跡 83">
                  <a:extLst>
                    <a:ext uri="{FF2B5EF4-FFF2-40B4-BE49-F238E27FC236}">
                      <a16:creationId xmlns:a16="http://schemas.microsoft.com/office/drawing/2014/main" id="{DEA7DDC3-3D76-4AA9-8AA7-439CE7FB15F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129363" y="5606528"/>
                  <a:ext cx="15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筆跡 84">
                  <a:extLst>
                    <a:ext uri="{FF2B5EF4-FFF2-40B4-BE49-F238E27FC236}">
                      <a16:creationId xmlns:a16="http://schemas.microsoft.com/office/drawing/2014/main" id="{4DA99712-CB69-1146-CFD6-BA6856F20CD4}"/>
                    </a:ext>
                  </a:extLst>
                </p14:cNvPr>
                <p14:cNvContentPartPr/>
                <p14:nvPr/>
              </p14:nvContentPartPr>
              <p14:xfrm>
                <a:off x="11249963" y="5637488"/>
                <a:ext cx="32040" cy="99720"/>
              </p14:xfrm>
            </p:contentPart>
          </mc:Choice>
          <mc:Fallback xmlns="">
            <p:pic>
              <p:nvPicPr>
                <p:cNvPr id="85" name="筆跡 84">
                  <a:extLst>
                    <a:ext uri="{FF2B5EF4-FFF2-40B4-BE49-F238E27FC236}">
                      <a16:creationId xmlns:a16="http://schemas.microsoft.com/office/drawing/2014/main" id="{4DA99712-CB69-1146-CFD6-BA6856F20C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43843" y="5631368"/>
                  <a:ext cx="44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筆跡 85">
                  <a:extLst>
                    <a:ext uri="{FF2B5EF4-FFF2-40B4-BE49-F238E27FC236}">
                      <a16:creationId xmlns:a16="http://schemas.microsoft.com/office/drawing/2014/main" id="{83825FC1-DAC4-4B26-E6C2-C995C9121E39}"/>
                    </a:ext>
                  </a:extLst>
                </p14:cNvPr>
                <p14:cNvContentPartPr/>
                <p14:nvPr/>
              </p14:nvContentPartPr>
              <p14:xfrm>
                <a:off x="11267603" y="5612648"/>
                <a:ext cx="113760" cy="146880"/>
              </p14:xfrm>
            </p:contentPart>
          </mc:Choice>
          <mc:Fallback xmlns="">
            <p:pic>
              <p:nvPicPr>
                <p:cNvPr id="86" name="筆跡 85">
                  <a:extLst>
                    <a:ext uri="{FF2B5EF4-FFF2-40B4-BE49-F238E27FC236}">
                      <a16:creationId xmlns:a16="http://schemas.microsoft.com/office/drawing/2014/main" id="{83825FC1-DAC4-4B26-E6C2-C995C9121E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261483" y="5606528"/>
                  <a:ext cx="126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筆跡 86">
                  <a:extLst>
                    <a:ext uri="{FF2B5EF4-FFF2-40B4-BE49-F238E27FC236}">
                      <a16:creationId xmlns:a16="http://schemas.microsoft.com/office/drawing/2014/main" id="{C14F8DA2-10DB-8549-B70E-C3D6DFAA1DD8}"/>
                    </a:ext>
                  </a:extLst>
                </p14:cNvPr>
                <p14:cNvContentPartPr/>
                <p14:nvPr/>
              </p14:nvContentPartPr>
              <p14:xfrm>
                <a:off x="11049083" y="5688248"/>
                <a:ext cx="43560" cy="37800"/>
              </p14:xfrm>
            </p:contentPart>
          </mc:Choice>
          <mc:Fallback xmlns="">
            <p:pic>
              <p:nvPicPr>
                <p:cNvPr id="87" name="筆跡 86">
                  <a:extLst>
                    <a:ext uri="{FF2B5EF4-FFF2-40B4-BE49-F238E27FC236}">
                      <a16:creationId xmlns:a16="http://schemas.microsoft.com/office/drawing/2014/main" id="{C14F8DA2-10DB-8549-B70E-C3D6DFAA1DD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042963" y="5682128"/>
                  <a:ext cx="55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筆跡 88">
                  <a:extLst>
                    <a:ext uri="{FF2B5EF4-FFF2-40B4-BE49-F238E27FC236}">
                      <a16:creationId xmlns:a16="http://schemas.microsoft.com/office/drawing/2014/main" id="{30E76542-4335-C561-7201-8B84C2B28D8D}"/>
                    </a:ext>
                  </a:extLst>
                </p14:cNvPr>
                <p14:cNvContentPartPr/>
                <p14:nvPr/>
              </p14:nvContentPartPr>
              <p14:xfrm>
                <a:off x="11079683" y="5808128"/>
                <a:ext cx="369360" cy="20880"/>
              </p14:xfrm>
            </p:contentPart>
          </mc:Choice>
          <mc:Fallback xmlns="">
            <p:pic>
              <p:nvPicPr>
                <p:cNvPr id="89" name="筆跡 88">
                  <a:extLst>
                    <a:ext uri="{FF2B5EF4-FFF2-40B4-BE49-F238E27FC236}">
                      <a16:creationId xmlns:a16="http://schemas.microsoft.com/office/drawing/2014/main" id="{30E76542-4335-C561-7201-8B84C2B28D8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073563" y="5802008"/>
                  <a:ext cx="381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筆跡 89">
                  <a:extLst>
                    <a:ext uri="{FF2B5EF4-FFF2-40B4-BE49-F238E27FC236}">
                      <a16:creationId xmlns:a16="http://schemas.microsoft.com/office/drawing/2014/main" id="{D01E45AC-0A20-D20E-5CFD-FA430D4E90BF}"/>
                    </a:ext>
                  </a:extLst>
                </p14:cNvPr>
                <p14:cNvContentPartPr/>
                <p14:nvPr/>
              </p14:nvContentPartPr>
              <p14:xfrm>
                <a:off x="10941083" y="5782208"/>
                <a:ext cx="566280" cy="19800"/>
              </p14:xfrm>
            </p:contentPart>
          </mc:Choice>
          <mc:Fallback xmlns="">
            <p:pic>
              <p:nvPicPr>
                <p:cNvPr id="90" name="筆跡 89">
                  <a:extLst>
                    <a:ext uri="{FF2B5EF4-FFF2-40B4-BE49-F238E27FC236}">
                      <a16:creationId xmlns:a16="http://schemas.microsoft.com/office/drawing/2014/main" id="{D01E45AC-0A20-D20E-5CFD-FA430D4E90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34963" y="5776088"/>
                  <a:ext cx="578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筆跡 115">
                  <a:extLst>
                    <a:ext uri="{FF2B5EF4-FFF2-40B4-BE49-F238E27FC236}">
                      <a16:creationId xmlns:a16="http://schemas.microsoft.com/office/drawing/2014/main" id="{6A83D6E2-5C5A-B212-B2EF-76EA1BB81451}"/>
                    </a:ext>
                  </a:extLst>
                </p14:cNvPr>
                <p14:cNvContentPartPr/>
                <p14:nvPr/>
              </p14:nvContentPartPr>
              <p14:xfrm>
                <a:off x="11071763" y="5466488"/>
                <a:ext cx="115920" cy="101880"/>
              </p14:xfrm>
            </p:contentPart>
          </mc:Choice>
          <mc:Fallback xmlns="">
            <p:pic>
              <p:nvPicPr>
                <p:cNvPr id="116" name="筆跡 115">
                  <a:extLst>
                    <a:ext uri="{FF2B5EF4-FFF2-40B4-BE49-F238E27FC236}">
                      <a16:creationId xmlns:a16="http://schemas.microsoft.com/office/drawing/2014/main" id="{6A83D6E2-5C5A-B212-B2EF-76EA1BB8145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65643" y="5460368"/>
                  <a:ext cx="128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筆跡 117">
                  <a:extLst>
                    <a:ext uri="{FF2B5EF4-FFF2-40B4-BE49-F238E27FC236}">
                      <a16:creationId xmlns:a16="http://schemas.microsoft.com/office/drawing/2014/main" id="{AC4C13FD-FEE6-D210-C340-BA99B8E1DBED}"/>
                    </a:ext>
                  </a:extLst>
                </p14:cNvPr>
                <p14:cNvContentPartPr/>
                <p14:nvPr/>
              </p14:nvContentPartPr>
              <p14:xfrm>
                <a:off x="11224763" y="5605808"/>
                <a:ext cx="130320" cy="641880"/>
              </p14:xfrm>
            </p:contentPart>
          </mc:Choice>
          <mc:Fallback xmlns="">
            <p:pic>
              <p:nvPicPr>
                <p:cNvPr id="118" name="筆跡 117">
                  <a:extLst>
                    <a:ext uri="{FF2B5EF4-FFF2-40B4-BE49-F238E27FC236}">
                      <a16:creationId xmlns:a16="http://schemas.microsoft.com/office/drawing/2014/main" id="{AC4C13FD-FEE6-D210-C340-BA99B8E1DBE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18643" y="5599688"/>
                  <a:ext cx="14256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筆跡 118">
                  <a:extLst>
                    <a:ext uri="{FF2B5EF4-FFF2-40B4-BE49-F238E27FC236}">
                      <a16:creationId xmlns:a16="http://schemas.microsoft.com/office/drawing/2014/main" id="{3FAF8A8B-FA25-A8DB-EA22-19670BBC2857}"/>
                    </a:ext>
                  </a:extLst>
                </p14:cNvPr>
                <p14:cNvContentPartPr/>
                <p14:nvPr/>
              </p14:nvContentPartPr>
              <p14:xfrm>
                <a:off x="11344283" y="6236528"/>
                <a:ext cx="109800" cy="111240"/>
              </p14:xfrm>
            </p:contentPart>
          </mc:Choice>
          <mc:Fallback xmlns="">
            <p:pic>
              <p:nvPicPr>
                <p:cNvPr id="119" name="筆跡 118">
                  <a:extLst>
                    <a:ext uri="{FF2B5EF4-FFF2-40B4-BE49-F238E27FC236}">
                      <a16:creationId xmlns:a16="http://schemas.microsoft.com/office/drawing/2014/main" id="{3FAF8A8B-FA25-A8DB-EA22-19670BBC28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38163" y="6230408"/>
                  <a:ext cx="122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筆跡 119">
                  <a:extLst>
                    <a:ext uri="{FF2B5EF4-FFF2-40B4-BE49-F238E27FC236}">
                      <a16:creationId xmlns:a16="http://schemas.microsoft.com/office/drawing/2014/main" id="{0CAF1B6A-F458-85AE-0C6B-6CDFB599B946}"/>
                    </a:ext>
                  </a:extLst>
                </p14:cNvPr>
                <p14:cNvContentPartPr/>
                <p14:nvPr/>
              </p14:nvContentPartPr>
              <p14:xfrm>
                <a:off x="10745243" y="5897408"/>
                <a:ext cx="435960" cy="654840"/>
              </p14:xfrm>
            </p:contentPart>
          </mc:Choice>
          <mc:Fallback xmlns="">
            <p:pic>
              <p:nvPicPr>
                <p:cNvPr id="120" name="筆跡 119">
                  <a:extLst>
                    <a:ext uri="{FF2B5EF4-FFF2-40B4-BE49-F238E27FC236}">
                      <a16:creationId xmlns:a16="http://schemas.microsoft.com/office/drawing/2014/main" id="{0CAF1B6A-F458-85AE-0C6B-6CDFB599B94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739123" y="5891288"/>
                  <a:ext cx="44820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筆跡 120">
                  <a:extLst>
                    <a:ext uri="{FF2B5EF4-FFF2-40B4-BE49-F238E27FC236}">
                      <a16:creationId xmlns:a16="http://schemas.microsoft.com/office/drawing/2014/main" id="{1ED9CC3F-90ED-B557-23C0-FF59714C3428}"/>
                    </a:ext>
                  </a:extLst>
                </p14:cNvPr>
                <p14:cNvContentPartPr/>
                <p14:nvPr/>
              </p14:nvContentPartPr>
              <p14:xfrm>
                <a:off x="10707803" y="5839448"/>
                <a:ext cx="38880" cy="216720"/>
              </p14:xfrm>
            </p:contentPart>
          </mc:Choice>
          <mc:Fallback xmlns="">
            <p:pic>
              <p:nvPicPr>
                <p:cNvPr id="121" name="筆跡 120">
                  <a:extLst>
                    <a:ext uri="{FF2B5EF4-FFF2-40B4-BE49-F238E27FC236}">
                      <a16:creationId xmlns:a16="http://schemas.microsoft.com/office/drawing/2014/main" id="{1ED9CC3F-90ED-B557-23C0-FF59714C34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01683" y="5833328"/>
                  <a:ext cx="51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筆跡 121">
                  <a:extLst>
                    <a:ext uri="{FF2B5EF4-FFF2-40B4-BE49-F238E27FC236}">
                      <a16:creationId xmlns:a16="http://schemas.microsoft.com/office/drawing/2014/main" id="{CD7BF786-61E1-CF23-E60D-B7F569CAD789}"/>
                    </a:ext>
                  </a:extLst>
                </p14:cNvPr>
                <p14:cNvContentPartPr/>
                <p14:nvPr/>
              </p14:nvContentPartPr>
              <p14:xfrm>
                <a:off x="10707803" y="5902448"/>
                <a:ext cx="137520" cy="360"/>
              </p14:xfrm>
            </p:contentPart>
          </mc:Choice>
          <mc:Fallback xmlns="">
            <p:pic>
              <p:nvPicPr>
                <p:cNvPr id="122" name="筆跡 121">
                  <a:extLst>
                    <a:ext uri="{FF2B5EF4-FFF2-40B4-BE49-F238E27FC236}">
                      <a16:creationId xmlns:a16="http://schemas.microsoft.com/office/drawing/2014/main" id="{CD7BF786-61E1-CF23-E60D-B7F569CAD78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01683" y="5896328"/>
                  <a:ext cx="149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4" name="筆跡 123">
                  <a:extLst>
                    <a:ext uri="{FF2B5EF4-FFF2-40B4-BE49-F238E27FC236}">
                      <a16:creationId xmlns:a16="http://schemas.microsoft.com/office/drawing/2014/main" id="{DEA35C96-7CB5-A2AE-210F-DEE08315B377}"/>
                    </a:ext>
                  </a:extLst>
                </p14:cNvPr>
                <p14:cNvContentPartPr/>
                <p14:nvPr/>
              </p14:nvContentPartPr>
              <p14:xfrm>
                <a:off x="11123963" y="5524088"/>
                <a:ext cx="1440" cy="360"/>
              </p14:xfrm>
            </p:contentPart>
          </mc:Choice>
          <mc:Fallback xmlns="">
            <p:pic>
              <p:nvPicPr>
                <p:cNvPr id="124" name="筆跡 123">
                  <a:extLst>
                    <a:ext uri="{FF2B5EF4-FFF2-40B4-BE49-F238E27FC236}">
                      <a16:creationId xmlns:a16="http://schemas.microsoft.com/office/drawing/2014/main" id="{DEA35C96-7CB5-A2AE-210F-DEE08315B37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17843" y="5517968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3F72E172-5C06-E243-6655-BA98584FBFA0}"/>
                    </a:ext>
                  </a:extLst>
                </p14:cNvPr>
                <p14:cNvContentPartPr/>
                <p14:nvPr/>
              </p14:nvContentPartPr>
              <p14:xfrm>
                <a:off x="8015003" y="5656208"/>
                <a:ext cx="316440" cy="45360"/>
              </p14:xfrm>
            </p:contentPart>
          </mc:Choice>
          <mc:Fallback xmlns=""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3F72E172-5C06-E243-6655-BA98584FBFA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08883" y="5650088"/>
                  <a:ext cx="328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E5C38B81-A785-5CF8-B35B-CA53ADB4CB2C}"/>
                    </a:ext>
                  </a:extLst>
                </p14:cNvPr>
                <p14:cNvContentPartPr/>
                <p14:nvPr/>
              </p14:nvContentPartPr>
              <p14:xfrm>
                <a:off x="8172323" y="5719568"/>
                <a:ext cx="19800" cy="225720"/>
              </p14:xfrm>
            </p:contentPart>
          </mc:Choice>
          <mc:Fallback xmlns=""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E5C38B81-A785-5CF8-B35B-CA53ADB4CB2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66203" y="5713448"/>
                  <a:ext cx="3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3" name="筆跡 92">
                  <a:extLst>
                    <a:ext uri="{FF2B5EF4-FFF2-40B4-BE49-F238E27FC236}">
                      <a16:creationId xmlns:a16="http://schemas.microsoft.com/office/drawing/2014/main" id="{458E0438-C846-0303-81DC-F289FECA89A5}"/>
                    </a:ext>
                  </a:extLst>
                </p14:cNvPr>
                <p14:cNvContentPartPr/>
                <p14:nvPr/>
              </p14:nvContentPartPr>
              <p14:xfrm>
                <a:off x="8128403" y="5844128"/>
                <a:ext cx="198720" cy="20880"/>
              </p14:xfrm>
            </p:contentPart>
          </mc:Choice>
          <mc:Fallback xmlns="">
            <p:pic>
              <p:nvPicPr>
                <p:cNvPr id="93" name="筆跡 92">
                  <a:extLst>
                    <a:ext uri="{FF2B5EF4-FFF2-40B4-BE49-F238E27FC236}">
                      <a16:creationId xmlns:a16="http://schemas.microsoft.com/office/drawing/2014/main" id="{458E0438-C846-0303-81DC-F289FECA89A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22283" y="5838008"/>
                  <a:ext cx="210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4" name="筆跡 93">
                  <a:extLst>
                    <a:ext uri="{FF2B5EF4-FFF2-40B4-BE49-F238E27FC236}">
                      <a16:creationId xmlns:a16="http://schemas.microsoft.com/office/drawing/2014/main" id="{7D8EEAF4-5C59-A158-E9A8-CEF2088A0237}"/>
                    </a:ext>
                  </a:extLst>
                </p14:cNvPr>
                <p14:cNvContentPartPr/>
                <p14:nvPr/>
              </p14:nvContentPartPr>
              <p14:xfrm>
                <a:off x="8178803" y="5938448"/>
                <a:ext cx="149040" cy="46080"/>
              </p14:xfrm>
            </p:contentPart>
          </mc:Choice>
          <mc:Fallback xmlns="">
            <p:pic>
              <p:nvPicPr>
                <p:cNvPr id="94" name="筆跡 93">
                  <a:extLst>
                    <a:ext uri="{FF2B5EF4-FFF2-40B4-BE49-F238E27FC236}">
                      <a16:creationId xmlns:a16="http://schemas.microsoft.com/office/drawing/2014/main" id="{7D8EEAF4-5C59-A158-E9A8-CEF2088A023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72683" y="5932328"/>
                  <a:ext cx="161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5" name="筆跡 94">
                  <a:extLst>
                    <a:ext uri="{FF2B5EF4-FFF2-40B4-BE49-F238E27FC236}">
                      <a16:creationId xmlns:a16="http://schemas.microsoft.com/office/drawing/2014/main" id="{2A9FC73B-CD9C-F435-F4B5-D934E09761DC}"/>
                    </a:ext>
                  </a:extLst>
                </p14:cNvPr>
                <p14:cNvContentPartPr/>
                <p14:nvPr/>
              </p14:nvContentPartPr>
              <p14:xfrm>
                <a:off x="8462843" y="5700848"/>
                <a:ext cx="46800" cy="249120"/>
              </p14:xfrm>
            </p:contentPart>
          </mc:Choice>
          <mc:Fallback xmlns="">
            <p:pic>
              <p:nvPicPr>
                <p:cNvPr id="95" name="筆跡 94">
                  <a:extLst>
                    <a:ext uri="{FF2B5EF4-FFF2-40B4-BE49-F238E27FC236}">
                      <a16:creationId xmlns:a16="http://schemas.microsoft.com/office/drawing/2014/main" id="{2A9FC73B-CD9C-F435-F4B5-D934E09761D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456723" y="5694728"/>
                  <a:ext cx="59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6" name="筆跡 95">
                  <a:extLst>
                    <a:ext uri="{FF2B5EF4-FFF2-40B4-BE49-F238E27FC236}">
                      <a16:creationId xmlns:a16="http://schemas.microsoft.com/office/drawing/2014/main" id="{B2BF3629-2C6E-33A5-5567-C63E50A2337C}"/>
                    </a:ext>
                  </a:extLst>
                </p14:cNvPr>
                <p14:cNvContentPartPr/>
                <p14:nvPr/>
              </p14:nvContentPartPr>
              <p14:xfrm>
                <a:off x="8538443" y="5642528"/>
                <a:ext cx="146160" cy="128160"/>
              </p14:xfrm>
            </p:contentPart>
          </mc:Choice>
          <mc:Fallback xmlns="">
            <p:pic>
              <p:nvPicPr>
                <p:cNvPr id="96" name="筆跡 95">
                  <a:extLst>
                    <a:ext uri="{FF2B5EF4-FFF2-40B4-BE49-F238E27FC236}">
                      <a16:creationId xmlns:a16="http://schemas.microsoft.com/office/drawing/2014/main" id="{B2BF3629-2C6E-33A5-5567-C63E50A2337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532323" y="5636408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7" name="筆跡 96">
                  <a:extLst>
                    <a:ext uri="{FF2B5EF4-FFF2-40B4-BE49-F238E27FC236}">
                      <a16:creationId xmlns:a16="http://schemas.microsoft.com/office/drawing/2014/main" id="{AFDF5AD0-FB74-6977-EDBA-1B711621F1C4}"/>
                    </a:ext>
                  </a:extLst>
                </p14:cNvPr>
                <p14:cNvContentPartPr/>
                <p14:nvPr/>
              </p14:nvContentPartPr>
              <p14:xfrm>
                <a:off x="8816003" y="5625968"/>
                <a:ext cx="42480" cy="11880"/>
              </p14:xfrm>
            </p:contentPart>
          </mc:Choice>
          <mc:Fallback xmlns="">
            <p:pic>
              <p:nvPicPr>
                <p:cNvPr id="97" name="筆跡 96">
                  <a:extLst>
                    <a:ext uri="{FF2B5EF4-FFF2-40B4-BE49-F238E27FC236}">
                      <a16:creationId xmlns:a16="http://schemas.microsoft.com/office/drawing/2014/main" id="{AFDF5AD0-FB74-6977-EDBA-1B711621F1C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09883" y="5619848"/>
                  <a:ext cx="5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0BE0068A-19B9-E3E2-949B-81F18C259014}"/>
                    </a:ext>
                  </a:extLst>
                </p14:cNvPr>
                <p14:cNvContentPartPr/>
                <p14:nvPr/>
              </p14:nvContentPartPr>
              <p14:xfrm>
                <a:off x="8820323" y="5662688"/>
                <a:ext cx="19080" cy="285120"/>
              </p14:xfrm>
            </p:contentPart>
          </mc:Choice>
          <mc:Fallback xmlns=""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0BE0068A-19B9-E3E2-949B-81F18C25901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814203" y="5656568"/>
                  <a:ext cx="31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987B5B86-AB3D-471D-02FD-3B5398803898}"/>
                    </a:ext>
                  </a:extLst>
                </p14:cNvPr>
                <p14:cNvContentPartPr/>
                <p14:nvPr/>
              </p14:nvContentPartPr>
              <p14:xfrm>
                <a:off x="8822123" y="5799128"/>
                <a:ext cx="116280" cy="59400"/>
              </p14:xfrm>
            </p:contentPart>
          </mc:Choice>
          <mc:Fallback xmlns=""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987B5B86-AB3D-471D-02FD-3B539880389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16003" y="5793008"/>
                  <a:ext cx="128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0" name="筆跡 99">
                  <a:extLst>
                    <a:ext uri="{FF2B5EF4-FFF2-40B4-BE49-F238E27FC236}">
                      <a16:creationId xmlns:a16="http://schemas.microsoft.com/office/drawing/2014/main" id="{683835AF-1E0A-C6D0-5180-8FFC8D56548E}"/>
                    </a:ext>
                  </a:extLst>
                </p14:cNvPr>
                <p14:cNvContentPartPr/>
                <p14:nvPr/>
              </p14:nvContentPartPr>
              <p14:xfrm>
                <a:off x="9024083" y="5650448"/>
                <a:ext cx="51480" cy="300240"/>
              </p14:xfrm>
            </p:contentPart>
          </mc:Choice>
          <mc:Fallback xmlns="">
            <p:pic>
              <p:nvPicPr>
                <p:cNvPr id="100" name="筆跡 99">
                  <a:extLst>
                    <a:ext uri="{FF2B5EF4-FFF2-40B4-BE49-F238E27FC236}">
                      <a16:creationId xmlns:a16="http://schemas.microsoft.com/office/drawing/2014/main" id="{683835AF-1E0A-C6D0-5180-8FFC8D56548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17963" y="5644328"/>
                  <a:ext cx="637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1" name="筆跡 100">
                  <a:extLst>
                    <a:ext uri="{FF2B5EF4-FFF2-40B4-BE49-F238E27FC236}">
                      <a16:creationId xmlns:a16="http://schemas.microsoft.com/office/drawing/2014/main" id="{9E5E26D2-BFA7-4E53-E060-57A3AB693F92}"/>
                    </a:ext>
                  </a:extLst>
                </p14:cNvPr>
                <p14:cNvContentPartPr/>
                <p14:nvPr/>
              </p14:nvContentPartPr>
              <p14:xfrm>
                <a:off x="9049283" y="5679968"/>
                <a:ext cx="159480" cy="246240"/>
              </p14:xfrm>
            </p:contentPart>
          </mc:Choice>
          <mc:Fallback xmlns="">
            <p:pic>
              <p:nvPicPr>
                <p:cNvPr id="101" name="筆跡 100">
                  <a:extLst>
                    <a:ext uri="{FF2B5EF4-FFF2-40B4-BE49-F238E27FC236}">
                      <a16:creationId xmlns:a16="http://schemas.microsoft.com/office/drawing/2014/main" id="{9E5E26D2-BFA7-4E53-E060-57A3AB693F9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043163" y="5673848"/>
                  <a:ext cx="1717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2" name="筆跡 101">
                  <a:extLst>
                    <a:ext uri="{FF2B5EF4-FFF2-40B4-BE49-F238E27FC236}">
                      <a16:creationId xmlns:a16="http://schemas.microsoft.com/office/drawing/2014/main" id="{E47ED476-769C-9525-D06B-7AC539A5BB23}"/>
                    </a:ext>
                  </a:extLst>
                </p14:cNvPr>
                <p14:cNvContentPartPr/>
                <p14:nvPr/>
              </p14:nvContentPartPr>
              <p14:xfrm>
                <a:off x="9326843" y="5767448"/>
                <a:ext cx="104040" cy="2880"/>
              </p14:xfrm>
            </p:contentPart>
          </mc:Choice>
          <mc:Fallback xmlns="">
            <p:pic>
              <p:nvPicPr>
                <p:cNvPr id="102" name="筆跡 101">
                  <a:extLst>
                    <a:ext uri="{FF2B5EF4-FFF2-40B4-BE49-F238E27FC236}">
                      <a16:creationId xmlns:a16="http://schemas.microsoft.com/office/drawing/2014/main" id="{E47ED476-769C-9525-D06B-7AC539A5BB2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320723" y="5761328"/>
                  <a:ext cx="1162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3" name="筆跡 102">
                  <a:extLst>
                    <a:ext uri="{FF2B5EF4-FFF2-40B4-BE49-F238E27FC236}">
                      <a16:creationId xmlns:a16="http://schemas.microsoft.com/office/drawing/2014/main" id="{B8A57ADA-B799-EA57-E86C-DDDED8408FDD}"/>
                    </a:ext>
                  </a:extLst>
                </p14:cNvPr>
                <p14:cNvContentPartPr/>
                <p14:nvPr/>
              </p14:nvContentPartPr>
              <p14:xfrm>
                <a:off x="9307763" y="5854208"/>
                <a:ext cx="136080" cy="73800"/>
              </p14:xfrm>
            </p:contentPart>
          </mc:Choice>
          <mc:Fallback xmlns="">
            <p:pic>
              <p:nvPicPr>
                <p:cNvPr id="103" name="筆跡 102">
                  <a:extLst>
                    <a:ext uri="{FF2B5EF4-FFF2-40B4-BE49-F238E27FC236}">
                      <a16:creationId xmlns:a16="http://schemas.microsoft.com/office/drawing/2014/main" id="{B8A57ADA-B799-EA57-E86C-DDDED8408FD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01643" y="5848088"/>
                  <a:ext cx="148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4" name="筆跡 103">
                  <a:extLst>
                    <a:ext uri="{FF2B5EF4-FFF2-40B4-BE49-F238E27FC236}">
                      <a16:creationId xmlns:a16="http://schemas.microsoft.com/office/drawing/2014/main" id="{30D7FFEA-53E7-555A-BD64-5427CD02287A}"/>
                    </a:ext>
                  </a:extLst>
                </p14:cNvPr>
                <p14:cNvContentPartPr/>
                <p14:nvPr/>
              </p14:nvContentPartPr>
              <p14:xfrm>
                <a:off x="9528443" y="5574128"/>
                <a:ext cx="410400" cy="322920"/>
              </p14:xfrm>
            </p:contentPart>
          </mc:Choice>
          <mc:Fallback xmlns="">
            <p:pic>
              <p:nvPicPr>
                <p:cNvPr id="104" name="筆跡 103">
                  <a:extLst>
                    <a:ext uri="{FF2B5EF4-FFF2-40B4-BE49-F238E27FC236}">
                      <a16:creationId xmlns:a16="http://schemas.microsoft.com/office/drawing/2014/main" id="{30D7FFEA-53E7-555A-BD64-5427CD02287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522323" y="5568008"/>
                  <a:ext cx="4226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6" name="筆跡 125">
                  <a:extLst>
                    <a:ext uri="{FF2B5EF4-FFF2-40B4-BE49-F238E27FC236}">
                      <a16:creationId xmlns:a16="http://schemas.microsoft.com/office/drawing/2014/main" id="{5A4CE8F9-CCD0-C372-360F-04F9851E7EE3}"/>
                    </a:ext>
                  </a:extLst>
                </p14:cNvPr>
                <p14:cNvContentPartPr/>
                <p14:nvPr/>
              </p14:nvContentPartPr>
              <p14:xfrm>
                <a:off x="8286083" y="6015848"/>
                <a:ext cx="1582200" cy="360"/>
              </p14:xfrm>
            </p:contentPart>
          </mc:Choice>
          <mc:Fallback xmlns="">
            <p:pic>
              <p:nvPicPr>
                <p:cNvPr id="126" name="筆跡 125">
                  <a:extLst>
                    <a:ext uri="{FF2B5EF4-FFF2-40B4-BE49-F238E27FC236}">
                      <a16:creationId xmlns:a16="http://schemas.microsoft.com/office/drawing/2014/main" id="{5A4CE8F9-CCD0-C372-360F-04F9851E7EE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279963" y="6009728"/>
                  <a:ext cx="1594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8" name="筆跡 127">
                  <a:extLst>
                    <a:ext uri="{FF2B5EF4-FFF2-40B4-BE49-F238E27FC236}">
                      <a16:creationId xmlns:a16="http://schemas.microsoft.com/office/drawing/2014/main" id="{8AF1CC04-EC94-E2F0-DFCF-0214BB9DD31C}"/>
                    </a:ext>
                  </a:extLst>
                </p14:cNvPr>
                <p14:cNvContentPartPr/>
                <p14:nvPr/>
              </p14:nvContentPartPr>
              <p14:xfrm>
                <a:off x="11126123" y="6635048"/>
                <a:ext cx="37440" cy="81360"/>
              </p14:xfrm>
            </p:contentPart>
          </mc:Choice>
          <mc:Fallback xmlns="">
            <p:pic>
              <p:nvPicPr>
                <p:cNvPr id="128" name="筆跡 127">
                  <a:extLst>
                    <a:ext uri="{FF2B5EF4-FFF2-40B4-BE49-F238E27FC236}">
                      <a16:creationId xmlns:a16="http://schemas.microsoft.com/office/drawing/2014/main" id="{8AF1CC04-EC94-E2F0-DFCF-0214BB9DD31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120003" y="6628928"/>
                  <a:ext cx="496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0" name="筆跡 129">
                  <a:extLst>
                    <a:ext uri="{FF2B5EF4-FFF2-40B4-BE49-F238E27FC236}">
                      <a16:creationId xmlns:a16="http://schemas.microsoft.com/office/drawing/2014/main" id="{2F42F7D0-033C-4C7F-5FAE-2CCD942621E1}"/>
                    </a:ext>
                  </a:extLst>
                </p14:cNvPr>
                <p14:cNvContentPartPr/>
                <p14:nvPr/>
              </p14:nvContentPartPr>
              <p14:xfrm>
                <a:off x="11123963" y="5796608"/>
                <a:ext cx="370440" cy="50400"/>
              </p14:xfrm>
            </p:contentPart>
          </mc:Choice>
          <mc:Fallback xmlns="">
            <p:pic>
              <p:nvPicPr>
                <p:cNvPr id="130" name="筆跡 129">
                  <a:extLst>
                    <a:ext uri="{FF2B5EF4-FFF2-40B4-BE49-F238E27FC236}">
                      <a16:creationId xmlns:a16="http://schemas.microsoft.com/office/drawing/2014/main" id="{2F42F7D0-033C-4C7F-5FAE-2CCD942621E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117843" y="5790488"/>
                  <a:ext cx="382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1" name="筆跡 130">
                  <a:extLst>
                    <a:ext uri="{FF2B5EF4-FFF2-40B4-BE49-F238E27FC236}">
                      <a16:creationId xmlns:a16="http://schemas.microsoft.com/office/drawing/2014/main" id="{ECE54AD0-CA49-6D96-A545-AABDBA8698BB}"/>
                    </a:ext>
                  </a:extLst>
                </p14:cNvPr>
                <p14:cNvContentPartPr/>
                <p14:nvPr/>
              </p14:nvContentPartPr>
              <p14:xfrm>
                <a:off x="10991483" y="5769968"/>
                <a:ext cx="90360" cy="360"/>
              </p14:xfrm>
            </p:contentPart>
          </mc:Choice>
          <mc:Fallback xmlns="">
            <p:pic>
              <p:nvPicPr>
                <p:cNvPr id="131" name="筆跡 130">
                  <a:extLst>
                    <a:ext uri="{FF2B5EF4-FFF2-40B4-BE49-F238E27FC236}">
                      <a16:creationId xmlns:a16="http://schemas.microsoft.com/office/drawing/2014/main" id="{ECE54AD0-CA49-6D96-A545-AABDBA8698B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985363" y="5763848"/>
                  <a:ext cx="10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2" name="筆跡 131">
                  <a:extLst>
                    <a:ext uri="{FF2B5EF4-FFF2-40B4-BE49-F238E27FC236}">
                      <a16:creationId xmlns:a16="http://schemas.microsoft.com/office/drawing/2014/main" id="{280FC1B5-A69B-CCB1-B3C2-F5169AD4D9E5}"/>
                    </a:ext>
                  </a:extLst>
                </p14:cNvPr>
                <p14:cNvContentPartPr/>
                <p14:nvPr/>
              </p14:nvContentPartPr>
              <p14:xfrm>
                <a:off x="11041883" y="5870768"/>
                <a:ext cx="6840" cy="98640"/>
              </p14:xfrm>
            </p:contentPart>
          </mc:Choice>
          <mc:Fallback xmlns="">
            <p:pic>
              <p:nvPicPr>
                <p:cNvPr id="132" name="筆跡 131">
                  <a:extLst>
                    <a:ext uri="{FF2B5EF4-FFF2-40B4-BE49-F238E27FC236}">
                      <a16:creationId xmlns:a16="http://schemas.microsoft.com/office/drawing/2014/main" id="{280FC1B5-A69B-CCB1-B3C2-F5169AD4D9E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035763" y="5864648"/>
                  <a:ext cx="19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3" name="筆跡 132">
                  <a:extLst>
                    <a:ext uri="{FF2B5EF4-FFF2-40B4-BE49-F238E27FC236}">
                      <a16:creationId xmlns:a16="http://schemas.microsoft.com/office/drawing/2014/main" id="{F9895716-F86F-82A2-EB6D-FA4C17C8A114}"/>
                    </a:ext>
                  </a:extLst>
                </p14:cNvPr>
                <p14:cNvContentPartPr/>
                <p14:nvPr/>
              </p14:nvContentPartPr>
              <p14:xfrm>
                <a:off x="10996883" y="5950688"/>
                <a:ext cx="14040" cy="21240"/>
              </p14:xfrm>
            </p:contentPart>
          </mc:Choice>
          <mc:Fallback xmlns="">
            <p:pic>
              <p:nvPicPr>
                <p:cNvPr id="133" name="筆跡 132">
                  <a:extLst>
                    <a:ext uri="{FF2B5EF4-FFF2-40B4-BE49-F238E27FC236}">
                      <a16:creationId xmlns:a16="http://schemas.microsoft.com/office/drawing/2014/main" id="{F9895716-F86F-82A2-EB6D-FA4C17C8A11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990763" y="5944568"/>
                  <a:ext cx="26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5" name="筆跡 134">
                  <a:extLst>
                    <a:ext uri="{FF2B5EF4-FFF2-40B4-BE49-F238E27FC236}">
                      <a16:creationId xmlns:a16="http://schemas.microsoft.com/office/drawing/2014/main" id="{1F1EF0A9-73D9-A65B-4BF5-5E93B81A3A3C}"/>
                    </a:ext>
                  </a:extLst>
                </p14:cNvPr>
                <p14:cNvContentPartPr/>
                <p14:nvPr/>
              </p14:nvContentPartPr>
              <p14:xfrm>
                <a:off x="11041883" y="5738648"/>
                <a:ext cx="226440" cy="695520"/>
              </p14:xfrm>
            </p:contentPart>
          </mc:Choice>
          <mc:Fallback xmlns="">
            <p:pic>
              <p:nvPicPr>
                <p:cNvPr id="135" name="筆跡 134">
                  <a:extLst>
                    <a:ext uri="{FF2B5EF4-FFF2-40B4-BE49-F238E27FC236}">
                      <a16:creationId xmlns:a16="http://schemas.microsoft.com/office/drawing/2014/main" id="{1F1EF0A9-73D9-A65B-4BF5-5E93B81A3A3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035763" y="5732528"/>
                  <a:ext cx="23868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6" name="筆跡 135">
                  <a:extLst>
                    <a:ext uri="{FF2B5EF4-FFF2-40B4-BE49-F238E27FC236}">
                      <a16:creationId xmlns:a16="http://schemas.microsoft.com/office/drawing/2014/main" id="{4DFD176D-CE23-653B-0D3C-76A583E14D28}"/>
                    </a:ext>
                  </a:extLst>
                </p14:cNvPr>
                <p14:cNvContentPartPr/>
                <p14:nvPr/>
              </p14:nvContentPartPr>
              <p14:xfrm>
                <a:off x="11048363" y="5795168"/>
                <a:ext cx="360" cy="360"/>
              </p14:xfrm>
            </p:contentPart>
          </mc:Choice>
          <mc:Fallback xmlns="">
            <p:pic>
              <p:nvPicPr>
                <p:cNvPr id="136" name="筆跡 135">
                  <a:extLst>
                    <a:ext uri="{FF2B5EF4-FFF2-40B4-BE49-F238E27FC236}">
                      <a16:creationId xmlns:a16="http://schemas.microsoft.com/office/drawing/2014/main" id="{4DFD176D-CE23-653B-0D3C-76A583E14D2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42243" y="57890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筆跡 137">
                  <a:extLst>
                    <a:ext uri="{FF2B5EF4-FFF2-40B4-BE49-F238E27FC236}">
                      <a16:creationId xmlns:a16="http://schemas.microsoft.com/office/drawing/2014/main" id="{98FD2E69-A832-0871-6838-CFAB88704894}"/>
                    </a:ext>
                  </a:extLst>
                </p14:cNvPr>
                <p14:cNvContentPartPr/>
                <p14:nvPr/>
              </p14:nvContentPartPr>
              <p14:xfrm>
                <a:off x="11139803" y="5738648"/>
                <a:ext cx="61200" cy="204840"/>
              </p14:xfrm>
            </p:contentPart>
          </mc:Choice>
          <mc:Fallback xmlns="">
            <p:pic>
              <p:nvPicPr>
                <p:cNvPr id="138" name="筆跡 137">
                  <a:extLst>
                    <a:ext uri="{FF2B5EF4-FFF2-40B4-BE49-F238E27FC236}">
                      <a16:creationId xmlns:a16="http://schemas.microsoft.com/office/drawing/2014/main" id="{98FD2E69-A832-0871-6838-CFAB8870489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133683" y="5732528"/>
                  <a:ext cx="73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筆跡 138">
                  <a:extLst>
                    <a:ext uri="{FF2B5EF4-FFF2-40B4-BE49-F238E27FC236}">
                      <a16:creationId xmlns:a16="http://schemas.microsoft.com/office/drawing/2014/main" id="{35D09F1C-40B8-7FC2-F092-4A99D1E7A550}"/>
                    </a:ext>
                  </a:extLst>
                </p14:cNvPr>
                <p14:cNvContentPartPr/>
                <p14:nvPr/>
              </p14:nvContentPartPr>
              <p14:xfrm>
                <a:off x="11237363" y="5927648"/>
                <a:ext cx="81000" cy="241200"/>
              </p14:xfrm>
            </p:contentPart>
          </mc:Choice>
          <mc:Fallback xmlns="">
            <p:pic>
              <p:nvPicPr>
                <p:cNvPr id="139" name="筆跡 138">
                  <a:extLst>
                    <a:ext uri="{FF2B5EF4-FFF2-40B4-BE49-F238E27FC236}">
                      <a16:creationId xmlns:a16="http://schemas.microsoft.com/office/drawing/2014/main" id="{35D09F1C-40B8-7FC2-F092-4A99D1E7A5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31243" y="5921528"/>
                  <a:ext cx="93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1" name="筆跡 140">
                  <a:extLst>
                    <a:ext uri="{FF2B5EF4-FFF2-40B4-BE49-F238E27FC236}">
                      <a16:creationId xmlns:a16="http://schemas.microsoft.com/office/drawing/2014/main" id="{6195A1B5-7CA0-74F3-8F0C-8814BAA262DB}"/>
                    </a:ext>
                  </a:extLst>
                </p14:cNvPr>
                <p14:cNvContentPartPr/>
                <p14:nvPr/>
              </p14:nvContentPartPr>
              <p14:xfrm>
                <a:off x="9514403" y="5453528"/>
                <a:ext cx="527400" cy="537480"/>
              </p14:xfrm>
            </p:contentPart>
          </mc:Choice>
          <mc:Fallback xmlns="">
            <p:pic>
              <p:nvPicPr>
                <p:cNvPr id="141" name="筆跡 140">
                  <a:extLst>
                    <a:ext uri="{FF2B5EF4-FFF2-40B4-BE49-F238E27FC236}">
                      <a16:creationId xmlns:a16="http://schemas.microsoft.com/office/drawing/2014/main" id="{6195A1B5-7CA0-74F3-8F0C-8814BAA262D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508283" y="5447408"/>
                  <a:ext cx="5396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3" name="筆跡 142">
                  <a:extLst>
                    <a:ext uri="{FF2B5EF4-FFF2-40B4-BE49-F238E27FC236}">
                      <a16:creationId xmlns:a16="http://schemas.microsoft.com/office/drawing/2014/main" id="{939FFD2E-63AF-4D7E-CE50-9E42A1C87448}"/>
                    </a:ext>
                  </a:extLst>
                </p14:cNvPr>
                <p14:cNvContentPartPr/>
                <p14:nvPr/>
              </p14:nvContentPartPr>
              <p14:xfrm>
                <a:off x="10685123" y="6005408"/>
                <a:ext cx="552960" cy="559800"/>
              </p14:xfrm>
            </p:contentPart>
          </mc:Choice>
          <mc:Fallback xmlns="">
            <p:pic>
              <p:nvPicPr>
                <p:cNvPr id="143" name="筆跡 142">
                  <a:extLst>
                    <a:ext uri="{FF2B5EF4-FFF2-40B4-BE49-F238E27FC236}">
                      <a16:creationId xmlns:a16="http://schemas.microsoft.com/office/drawing/2014/main" id="{939FFD2E-63AF-4D7E-CE50-9E42A1C8744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679003" y="5999288"/>
                  <a:ext cx="56520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4" name="筆跡 143">
                  <a:extLst>
                    <a:ext uri="{FF2B5EF4-FFF2-40B4-BE49-F238E27FC236}">
                      <a16:creationId xmlns:a16="http://schemas.microsoft.com/office/drawing/2014/main" id="{D23A2D4D-3847-4C6A-03D9-04D240F11FBF}"/>
                    </a:ext>
                  </a:extLst>
                </p14:cNvPr>
                <p14:cNvContentPartPr/>
                <p14:nvPr/>
              </p14:nvContentPartPr>
              <p14:xfrm>
                <a:off x="10682603" y="5997128"/>
                <a:ext cx="360" cy="129960"/>
              </p14:xfrm>
            </p:contentPart>
          </mc:Choice>
          <mc:Fallback xmlns="">
            <p:pic>
              <p:nvPicPr>
                <p:cNvPr id="144" name="筆跡 143">
                  <a:extLst>
                    <a:ext uri="{FF2B5EF4-FFF2-40B4-BE49-F238E27FC236}">
                      <a16:creationId xmlns:a16="http://schemas.microsoft.com/office/drawing/2014/main" id="{D23A2D4D-3847-4C6A-03D9-04D240F11FB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76483" y="5991008"/>
                  <a:ext cx="12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5" name="筆跡 144">
                  <a:extLst>
                    <a:ext uri="{FF2B5EF4-FFF2-40B4-BE49-F238E27FC236}">
                      <a16:creationId xmlns:a16="http://schemas.microsoft.com/office/drawing/2014/main" id="{194F56A9-7357-F027-A4F6-33A5B045F964}"/>
                    </a:ext>
                  </a:extLst>
                </p14:cNvPr>
                <p14:cNvContentPartPr/>
                <p14:nvPr/>
              </p14:nvContentPartPr>
              <p14:xfrm>
                <a:off x="10720403" y="5997128"/>
                <a:ext cx="211680" cy="43920"/>
              </p14:xfrm>
            </p:contentPart>
          </mc:Choice>
          <mc:Fallback xmlns="">
            <p:pic>
              <p:nvPicPr>
                <p:cNvPr id="145" name="筆跡 144">
                  <a:extLst>
                    <a:ext uri="{FF2B5EF4-FFF2-40B4-BE49-F238E27FC236}">
                      <a16:creationId xmlns:a16="http://schemas.microsoft.com/office/drawing/2014/main" id="{194F56A9-7357-F027-A4F6-33A5B045F96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14283" y="5991008"/>
                  <a:ext cx="223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7" name="筆跡 146">
                  <a:extLst>
                    <a:ext uri="{FF2B5EF4-FFF2-40B4-BE49-F238E27FC236}">
                      <a16:creationId xmlns:a16="http://schemas.microsoft.com/office/drawing/2014/main" id="{7FBDEC1C-F179-B006-AE16-A91BFB77FA54}"/>
                    </a:ext>
                  </a:extLst>
                </p14:cNvPr>
                <p14:cNvContentPartPr/>
                <p14:nvPr/>
              </p14:nvContentPartPr>
              <p14:xfrm>
                <a:off x="8759123" y="6602648"/>
                <a:ext cx="1378080" cy="140400"/>
              </p14:xfrm>
            </p:contentPart>
          </mc:Choice>
          <mc:Fallback xmlns="">
            <p:pic>
              <p:nvPicPr>
                <p:cNvPr id="147" name="筆跡 146">
                  <a:extLst>
                    <a:ext uri="{FF2B5EF4-FFF2-40B4-BE49-F238E27FC236}">
                      <a16:creationId xmlns:a16="http://schemas.microsoft.com/office/drawing/2014/main" id="{7FBDEC1C-F179-B006-AE16-A91BFB77FA5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53003" y="6596528"/>
                  <a:ext cx="13903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9" name="筆跡 148">
                <a:extLst>
                  <a:ext uri="{FF2B5EF4-FFF2-40B4-BE49-F238E27FC236}">
                    <a16:creationId xmlns:a16="http://schemas.microsoft.com/office/drawing/2014/main" id="{CCE7C444-C554-755B-A4B8-CFA42A7E1D45}"/>
                  </a:ext>
                </a:extLst>
              </p14:cNvPr>
              <p14:cNvContentPartPr/>
              <p14:nvPr/>
            </p14:nvContentPartPr>
            <p14:xfrm>
              <a:off x="9408563" y="3915968"/>
              <a:ext cx="31320" cy="192960"/>
            </p14:xfrm>
          </p:contentPart>
        </mc:Choice>
        <mc:Fallback xmlns="">
          <p:pic>
            <p:nvPicPr>
              <p:cNvPr id="149" name="筆跡 148">
                <a:extLst>
                  <a:ext uri="{FF2B5EF4-FFF2-40B4-BE49-F238E27FC236}">
                    <a16:creationId xmlns:a16="http://schemas.microsoft.com/office/drawing/2014/main" id="{CCE7C444-C554-755B-A4B8-CFA42A7E1D4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402443" y="3909848"/>
                <a:ext cx="435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50" name="筆跡 149">
                <a:extLst>
                  <a:ext uri="{FF2B5EF4-FFF2-40B4-BE49-F238E27FC236}">
                    <a16:creationId xmlns:a16="http://schemas.microsoft.com/office/drawing/2014/main" id="{2E4DFDCB-EE40-B1AA-36BA-2674DFEE7BBA}"/>
                  </a:ext>
                </a:extLst>
              </p14:cNvPr>
              <p14:cNvContentPartPr/>
              <p14:nvPr/>
            </p14:nvContentPartPr>
            <p14:xfrm>
              <a:off x="9440243" y="4470728"/>
              <a:ext cx="360" cy="38880"/>
            </p14:xfrm>
          </p:contentPart>
        </mc:Choice>
        <mc:Fallback xmlns="">
          <p:pic>
            <p:nvPicPr>
              <p:cNvPr id="150" name="筆跡 149">
                <a:extLst>
                  <a:ext uri="{FF2B5EF4-FFF2-40B4-BE49-F238E27FC236}">
                    <a16:creationId xmlns:a16="http://schemas.microsoft.com/office/drawing/2014/main" id="{2E4DFDCB-EE40-B1AA-36BA-2674DFEE7BB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434123" y="4464608"/>
                <a:ext cx="126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1" name="筆跡 150">
                <a:extLst>
                  <a:ext uri="{FF2B5EF4-FFF2-40B4-BE49-F238E27FC236}">
                    <a16:creationId xmlns:a16="http://schemas.microsoft.com/office/drawing/2014/main" id="{5460B273-6B66-5AE1-D14A-2E4FCB971B62}"/>
                  </a:ext>
                </a:extLst>
              </p14:cNvPr>
              <p14:cNvContentPartPr/>
              <p14:nvPr/>
            </p14:nvContentPartPr>
            <p14:xfrm>
              <a:off x="9452843" y="4842968"/>
              <a:ext cx="360" cy="14400"/>
            </p14:xfrm>
          </p:contentPart>
        </mc:Choice>
        <mc:Fallback xmlns="">
          <p:pic>
            <p:nvPicPr>
              <p:cNvPr id="151" name="筆跡 150">
                <a:extLst>
                  <a:ext uri="{FF2B5EF4-FFF2-40B4-BE49-F238E27FC236}">
                    <a16:creationId xmlns:a16="http://schemas.microsoft.com/office/drawing/2014/main" id="{5460B273-6B66-5AE1-D14A-2E4FCB971B6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446723" y="4836848"/>
                <a:ext cx="126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52" name="筆跡 151">
                <a:extLst>
                  <a:ext uri="{FF2B5EF4-FFF2-40B4-BE49-F238E27FC236}">
                    <a16:creationId xmlns:a16="http://schemas.microsoft.com/office/drawing/2014/main" id="{748E5E38-7CEF-6D7B-35BF-BD2AAB439BD8}"/>
                  </a:ext>
                </a:extLst>
              </p14:cNvPr>
              <p14:cNvContentPartPr/>
              <p14:nvPr/>
            </p14:nvContentPartPr>
            <p14:xfrm>
              <a:off x="9471923" y="5089208"/>
              <a:ext cx="13320" cy="35280"/>
            </p14:xfrm>
          </p:contentPart>
        </mc:Choice>
        <mc:Fallback xmlns="">
          <p:pic>
            <p:nvPicPr>
              <p:cNvPr id="152" name="筆跡 151">
                <a:extLst>
                  <a:ext uri="{FF2B5EF4-FFF2-40B4-BE49-F238E27FC236}">
                    <a16:creationId xmlns:a16="http://schemas.microsoft.com/office/drawing/2014/main" id="{748E5E38-7CEF-6D7B-35BF-BD2AAB439BD8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9465803" y="5082728"/>
                <a:ext cx="255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53" name="筆跡 152">
                <a:extLst>
                  <a:ext uri="{FF2B5EF4-FFF2-40B4-BE49-F238E27FC236}">
                    <a16:creationId xmlns:a16="http://schemas.microsoft.com/office/drawing/2014/main" id="{7C2F33F8-50F0-1600-FA96-60B4CEC8B038}"/>
                  </a:ext>
                </a:extLst>
              </p14:cNvPr>
              <p14:cNvContentPartPr/>
              <p14:nvPr/>
            </p14:nvContentPartPr>
            <p14:xfrm>
              <a:off x="9484523" y="5316008"/>
              <a:ext cx="360" cy="360"/>
            </p14:xfrm>
          </p:contentPart>
        </mc:Choice>
        <mc:Fallback xmlns="">
          <p:pic>
            <p:nvPicPr>
              <p:cNvPr id="153" name="筆跡 152">
                <a:extLst>
                  <a:ext uri="{FF2B5EF4-FFF2-40B4-BE49-F238E27FC236}">
                    <a16:creationId xmlns:a16="http://schemas.microsoft.com/office/drawing/2014/main" id="{7C2F33F8-50F0-1600-FA96-60B4CEC8B03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478403" y="53098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9977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128D8-EFAF-8BB8-75E6-30D2B139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39C05-B54C-634C-8B55-2B8C52B7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使用者服務品質下降或中斷的問題</a:t>
            </a:r>
            <a:endParaRPr lang="vi-V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46C233-7DD7-B030-0712-2D8593A3D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新增：使用者滿足率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對使用者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在時間 </a:t>
                </a:r>
                <a:r>
                  <a:rPr lang="en-US" altLang="zh-TW" dirty="0"/>
                  <a:t>slot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dirty="0"/>
                  <a:t>，由衛星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en-US" dirty="0"/>
                  <a:t>服務：</a:t>
                </a:r>
                <a:endParaRPr lang="en-US" altLang="zh-TW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vi-VN" i="0"/>
                            <m:t>Sat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u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u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/>
                  <a:t> ：實際可達速率，</a:t>
                </a:r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sup>
                    </m:sSubSup>
                  </m:oMath>
                </a14:m>
                <a:r>
                  <a:rPr lang="zh-TW" altLang="en-US" dirty="0"/>
                  <a:t> ：最低需求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觸發</a:t>
                </a:r>
                <a:r>
                  <a:rPr lang="vi-VN" dirty="0"/>
                  <a:t>ISL </a:t>
                </a:r>
                <a:r>
                  <a:rPr lang="zh-TW" altLang="en-US" dirty="0"/>
                  <a:t>協作條件</a:t>
                </a:r>
                <a:r>
                  <a:rPr lang="en-US" altLang="zh-TW" dirty="0"/>
                  <a:t>:</a:t>
                </a:r>
              </a:p>
              <a:p>
                <a:pPr lvl="2"/>
                <a:r>
                  <a:rPr lang="vi-VN" dirty="0"/>
                  <a:t>Beam </a:t>
                </a:r>
                <a:r>
                  <a:rPr lang="zh-TW" altLang="en-US" dirty="0"/>
                  <a:t>被關閉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功率降低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vi-VN" b="0" i="0"/>
                          <m:t>Sat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zh-TW" altLang="en-US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46C233-7DD7-B030-0712-2D8593A3D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9F0C6284-DC90-083A-C4FE-E22657980C3A}"/>
                  </a:ext>
                </a:extLst>
              </p14:cNvPr>
              <p14:cNvContentPartPr/>
              <p14:nvPr/>
            </p14:nvContentPartPr>
            <p14:xfrm>
              <a:off x="4924763" y="4546328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9F0C6284-DC90-083A-C4FE-E22657980C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8643" y="45402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11443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21DBD-04B6-9B45-4119-CFDFBE80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2ADE63-95AD-3D1F-E5DB-9469AE71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候選服務衛星集合</a:t>
            </a:r>
            <a:endParaRPr lang="vi-V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B2D30C2-B3EA-76A1-80C1-311CDE66A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對使用者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在 </a:t>
                </a:r>
                <a:r>
                  <a:rPr lang="vi-VN" dirty="0"/>
                  <a:t>slot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定義：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vi-VN" i="0"/>
                            <m:t>S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 </m:t>
                      </m:r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beam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active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l-GR" i="0"/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]≥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i="0"/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coverage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只從 </a:t>
                </a:r>
                <a:r>
                  <a:rPr lang="en-US" altLang="zh-TW" b="1" dirty="0"/>
                  <a:t>EPFD </a:t>
                </a:r>
                <a:r>
                  <a:rPr lang="zh-TW" altLang="en-US" b="1" dirty="0"/>
                  <a:t>合法 </a:t>
                </a:r>
                <a:r>
                  <a:rPr lang="en-US" altLang="zh-TW" b="1" dirty="0"/>
                  <a:t>+ </a:t>
                </a:r>
                <a:r>
                  <a:rPr lang="zh-TW" altLang="en-US" b="1" dirty="0"/>
                  <a:t>有覆蓋</a:t>
                </a:r>
                <a:r>
                  <a:rPr lang="zh-TW" altLang="en-US" dirty="0"/>
                  <a:t> 的衛星中選擇</a:t>
                </a:r>
                <a:r>
                  <a:rPr lang="en-US" altLang="zh-TW" dirty="0"/>
                  <a:t>	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i="0"/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]≥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i="0"/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最靠近</a:t>
                </a:r>
                <a:r>
                  <a:rPr lang="en-US" altLang="zh-TW" dirty="0"/>
                  <a:t>GS</a:t>
                </a:r>
                <a:r>
                  <a:rPr lang="zh-TW" altLang="en-US" dirty="0"/>
                  <a:t>波束的角度要大於門檻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選擇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vi-VN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vi-V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vi-VN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vi-VN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vi-VN" i="0"/>
                                    <m:t>S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vi-V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​⋅</m:t>
                          </m:r>
                          <m:sSub>
                            <m:sSubPr>
                              <m:ctrlPr>
                                <a:rPr lang="vi-V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Sat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​[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]−​</m:t>
                          </m:r>
                          <m:sSub>
                            <m:sSubPr>
                              <m:ctrlPr>
                                <a:rPr lang="vi-V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𝐼𝑆𝐿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vi-VN" i="0" dirty="0"/>
                            <m:t> </m:t>
                          </m:r>
                        </m:e>
                      </m:func>
                      <m:r>
                        <a:rPr lang="vi-VN" i="1" dirty="0" smtClean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altLang="zh-TW" dirty="0"/>
              </a:p>
              <a:p>
                <a:r>
                  <a:rPr lang="zh-TW" altLang="en-US" sz="2000" dirty="0"/>
                  <a:t>滿足率高</a:t>
                </a:r>
                <a:endParaRPr lang="en-US" altLang="zh-TW" sz="2000" dirty="0"/>
              </a:p>
              <a:p>
                <a:r>
                  <a:rPr lang="zh-TW" altLang="en-US" sz="2000" dirty="0"/>
                  <a:t>不違反 </a:t>
                </a:r>
                <a:r>
                  <a:rPr lang="vi-VN" sz="2000" dirty="0"/>
                  <a:t>EPFD</a:t>
                </a:r>
                <a:endParaRPr lang="en-US" altLang="zh-TW" sz="2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B2D30C2-B3EA-76A1-80C1-311CDE66A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287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8073C2-345E-B41E-B173-841686869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2D3606-2ACF-0CED-13D5-FC2ADA516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內容版面配置區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F184A7EC-31BB-7105-A6B3-C0E7E042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07" y="186645"/>
            <a:ext cx="7684238" cy="599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195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0729EB-B34A-9041-F5CD-7587E2C8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還要完善的地方公式等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86D237-6BDE-D12C-B84E-D6FD5CB8EE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明確定義每個 </a:t>
                </a:r>
                <a:r>
                  <a:rPr lang="en-US" altLang="zh-TW" dirty="0"/>
                  <a:t>user </a:t>
                </a:r>
                <a:r>
                  <a:rPr lang="zh-TW" altLang="en-US" dirty="0"/>
                  <a:t>在 </a:t>
                </a:r>
                <a:r>
                  <a:rPr lang="en-US" altLang="zh-TW" dirty="0"/>
                  <a:t>slot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dirty="0"/>
                  <a:t>的服務衛星，「</a:t>
                </a:r>
                <a:r>
                  <a:rPr lang="zh-TW" altLang="en-US" b="1" dirty="0"/>
                  <a:t>服務連續性</a:t>
                </a:r>
                <a:r>
                  <a:rPr lang="zh-TW" altLang="en-US" dirty="0"/>
                  <a:t>」的基本約束：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不會變成一個 </a:t>
                </a:r>
                <a:r>
                  <a:rPr lang="en-US" altLang="zh-TW" dirty="0"/>
                  <a:t>user </a:t>
                </a:r>
                <a:r>
                  <a:rPr lang="zh-TW" altLang="en-US" dirty="0"/>
                  <a:t>同時被兩顆衛星下傳，也不會變成沒人服務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r>
                  <a:rPr lang="zh-TW" altLang="en-US" dirty="0"/>
                  <a:t>現在只有「</a:t>
                </a:r>
                <a:r>
                  <a:rPr lang="vi-VN" dirty="0"/>
                  <a:t>ISL capacity」</a:t>
                </a:r>
                <a:r>
                  <a:rPr lang="zh-TW" altLang="en-US" dirty="0"/>
                  <a:t>概念，還要補「流量守恆」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例如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把流量 </a:t>
                </a:r>
                <a:r>
                  <a:rPr lang="en-US" altLang="zh-TW" dirty="0"/>
                  <a:t>ISL </a:t>
                </a:r>
                <a:r>
                  <a:rPr lang="zh-TW" altLang="en-US" dirty="0"/>
                  <a:t>到別顆衛星後，原衛星 </a:t>
                </a:r>
                <a:r>
                  <a:rPr lang="en-US" altLang="zh-TW" dirty="0"/>
                  <a:t>queue </a:t>
                </a:r>
                <a:r>
                  <a:rPr lang="zh-TW" altLang="en-US" dirty="0"/>
                  <a:t>怎麼變？接收衛星 </a:t>
                </a:r>
                <a:r>
                  <a:rPr lang="en-US" altLang="zh-TW" dirty="0"/>
                  <a:t>queue </a:t>
                </a:r>
                <a:r>
                  <a:rPr lang="zh-TW" altLang="en-US" dirty="0"/>
                  <a:t>怎麼變？有沒有超過 </a:t>
                </a:r>
                <a:r>
                  <a:rPr lang="en-US" altLang="zh-TW" dirty="0"/>
                  <a:t>ISL </a:t>
                </a:r>
                <a:r>
                  <a:rPr lang="zh-TW" altLang="en-US" dirty="0"/>
                  <a:t>能力？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86D237-6BDE-D12C-B84E-D6FD5CB8E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5959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F4C64-B72A-289E-230D-7D83D552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下禮拜報告查詢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20813A-F6B1-7C2E-98AE-7F9B4168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衛星使否可能在某個緯度比較靠近地球</a:t>
            </a:r>
            <a:r>
              <a:rPr lang="en-US" altLang="zh-TW" dirty="0"/>
              <a:t>(</a:t>
            </a:r>
            <a:r>
              <a:rPr lang="zh-TW" altLang="en-US" dirty="0"/>
              <a:t>赤道</a:t>
            </a:r>
            <a:r>
              <a:rPr lang="en-US" altLang="zh-TW" dirty="0"/>
              <a:t>)</a:t>
            </a:r>
            <a:r>
              <a:rPr lang="zh-TW" altLang="en-US" dirty="0"/>
              <a:t>，緯度高是否遠離地球</a:t>
            </a:r>
            <a:endParaRPr lang="en-US" altLang="zh-TW" dirty="0"/>
          </a:p>
          <a:p>
            <a:pPr lvl="1"/>
            <a:r>
              <a:rPr lang="zh-TW" altLang="en-US" dirty="0"/>
              <a:t>在赤道，使否由於衛星靠近地球，使覆蓋範圍變小，使衛星部屬要密集一點，看使否靠近赤道把衛星推高</a:t>
            </a:r>
            <a:r>
              <a:rPr lang="en-US" altLang="zh-TW" dirty="0"/>
              <a:t>(</a:t>
            </a:r>
            <a:r>
              <a:rPr lang="zh-TW" altLang="en-US" dirty="0"/>
              <a:t>看</a:t>
            </a:r>
            <a:r>
              <a:rPr lang="en-US" altLang="zh-TW" dirty="0"/>
              <a:t>10km(</a:t>
            </a:r>
            <a:r>
              <a:rPr lang="zh-TW" altLang="en-US" dirty="0"/>
              <a:t>推幾公里合理</a:t>
            </a:r>
            <a:r>
              <a:rPr lang="en-US" altLang="zh-TW" dirty="0"/>
              <a:t>))</a:t>
            </a:r>
            <a:r>
              <a:rPr lang="zh-TW" altLang="en-US" dirty="0"/>
              <a:t>，使否</a:t>
            </a:r>
            <a:r>
              <a:rPr lang="en-US" altLang="zh-TW" dirty="0"/>
              <a:t>beam</a:t>
            </a:r>
            <a:r>
              <a:rPr lang="zh-TW" altLang="en-US" dirty="0"/>
              <a:t>會不會更改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衛星推高，覆蓋情形</a:t>
            </a:r>
            <a:endParaRPr lang="en-US" altLang="zh-TW" dirty="0"/>
          </a:p>
          <a:p>
            <a:r>
              <a:rPr lang="zh-TW" altLang="en-US" dirty="0"/>
              <a:t>查現有衛星的推高</a:t>
            </a:r>
            <a:endParaRPr lang="en-US" altLang="zh-TW" dirty="0"/>
          </a:p>
          <a:p>
            <a:endParaRPr lang="en-US" altLang="zh-TW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8F3948BA-A2F1-804F-4326-3AC90EE1854B}"/>
                  </a:ext>
                </a:extLst>
              </p14:cNvPr>
              <p14:cNvContentPartPr/>
              <p14:nvPr/>
            </p14:nvContentPartPr>
            <p14:xfrm>
              <a:off x="4445603" y="2396408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8F3948BA-A2F1-804F-4326-3AC90EE185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39483" y="23902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C1721B5-E7E9-D531-D6A0-CD423844AE2A}"/>
                  </a:ext>
                </a:extLst>
              </p14:cNvPr>
              <p14:cNvContentPartPr/>
              <p14:nvPr/>
            </p14:nvContentPartPr>
            <p14:xfrm>
              <a:off x="4458203" y="2452928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C1721B5-E7E9-D531-D6A0-CD423844AE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2083" y="24468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3CE23A89-43A0-B081-1C8B-E1E45706390A}"/>
                  </a:ext>
                </a:extLst>
              </p14:cNvPr>
              <p14:cNvContentPartPr/>
              <p14:nvPr/>
            </p14:nvContentPartPr>
            <p14:xfrm>
              <a:off x="3591323" y="1981328"/>
              <a:ext cx="22680" cy="540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3CE23A89-43A0-B081-1C8B-E1E4570639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85203" y="1975208"/>
                <a:ext cx="349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0B4DB5C7-8752-2DC6-12BB-3C3F314F69AF}"/>
                  </a:ext>
                </a:extLst>
              </p14:cNvPr>
              <p14:cNvContentPartPr/>
              <p14:nvPr/>
            </p14:nvContentPartPr>
            <p14:xfrm>
              <a:off x="1569203" y="2112368"/>
              <a:ext cx="1440" cy="36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0B4DB5C7-8752-2DC6-12BB-3C3F314F69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3083" y="2106248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70173C42-0777-9003-85B9-4484200B8199}"/>
                  </a:ext>
                </a:extLst>
              </p14:cNvPr>
              <p14:cNvContentPartPr/>
              <p14:nvPr/>
            </p14:nvContentPartPr>
            <p14:xfrm>
              <a:off x="1992563" y="781808"/>
              <a:ext cx="360" cy="36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70173C42-0777-9003-85B9-4484200B81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6443" y="7756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437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27BE-A2E3-F56D-A773-0740D47C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436AD-70E0-B0F3-298E-DD5E56C5A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4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9CB5DE-A85C-8589-CF70-67F10C8238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141585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4FAB7E-2A2C-AD0A-A631-B3839A05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2E65DE-CE99-6A30-6475-A43B9370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OneWeb </a:t>
            </a:r>
            <a:r>
              <a:rPr lang="zh-TW" altLang="en-US" dirty="0"/>
              <a:t>的每顆衛星：</a:t>
            </a:r>
            <a:endParaRPr lang="en-US" altLang="zh-TW" dirty="0"/>
          </a:p>
          <a:p>
            <a:pPr lvl="1"/>
            <a:r>
              <a:rPr lang="zh-TW" altLang="en-US" dirty="0"/>
              <a:t>不會因緯度變化，而變高或變低，始終停留在一定高度</a:t>
            </a:r>
            <a:endParaRPr lang="en-US" altLang="zh-TW" dirty="0"/>
          </a:p>
          <a:p>
            <a:endParaRPr lang="en-US" dirty="0"/>
          </a:p>
          <a:p>
            <a:r>
              <a:rPr lang="en-US" dirty="0" err="1"/>
              <a:t>tle</a:t>
            </a:r>
            <a:r>
              <a:rPr lang="en-US" dirty="0"/>
              <a:t> </a:t>
            </a:r>
            <a:r>
              <a:rPr lang="zh-TW" altLang="en-US" dirty="0"/>
              <a:t>裡面，同軌道的高緯度衛星跟赤道附近的一樣高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642224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070F-2A79-4BEA-90D0-2375FD6D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A491EC-6E81-12E3-D943-2B86417E3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9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79EA01-598A-A7CC-3C6F-11EBA34B5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430684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B6C8-54A6-0A62-8A8A-E16F5F8C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9616C6-A563-0978-61BD-09B7C650C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5" name="內容版面配置區 4" descr="一張含有 螢幕擷取畫面, 鮮豔, 藝術 的圖片&#10;&#10;AI 產生的內容可能不正確。">
            <a:extLst>
              <a:ext uri="{FF2B5EF4-FFF2-40B4-BE49-F238E27FC236}">
                <a16:creationId xmlns:a16="http://schemas.microsoft.com/office/drawing/2014/main" id="{57CA5D63-D870-F82F-5CC1-9DEAFB3B8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6995" y="1027905"/>
            <a:ext cx="2844323" cy="5088052"/>
          </a:xfrm>
          <a:prstGeom prst="rect">
            <a:avLst/>
          </a:prstGeom>
        </p:spPr>
      </p:pic>
      <p:pic>
        <p:nvPicPr>
          <p:cNvPr id="7" name="圖片 6" descr="一張含有 螢幕擷取畫面, 鮮豔, 水, 紫色 的圖片&#10;&#10;AI 產生的內容可能不正確。">
            <a:extLst>
              <a:ext uri="{FF2B5EF4-FFF2-40B4-BE49-F238E27FC236}">
                <a16:creationId xmlns:a16="http://schemas.microsoft.com/office/drawing/2014/main" id="{A19029DC-B42F-AAC6-E561-D4F45D13E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095" y="1027906"/>
            <a:ext cx="2781468" cy="5088051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2AF7B620-0CF3-2CC7-7A80-7BCA7CEC2558}"/>
              </a:ext>
            </a:extLst>
          </p:cNvPr>
          <p:cNvSpPr/>
          <p:nvPr/>
        </p:nvSpPr>
        <p:spPr>
          <a:xfrm>
            <a:off x="8250040" y="3186145"/>
            <a:ext cx="762000" cy="7171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283C73C-206F-FF54-8680-7498C6F3231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9796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把衛星排的靠近一點，使同軌道相鄰衛星的覆蓋，可以涵蓋其中間衛星的覆蓋範圍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707188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C79D9-D104-002B-A6C7-3E47A8EC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0E8566-8B81-E5F3-25ED-2CFDAD540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DEA1610-A60A-4076-B02D-FA84F877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1" y="2149045"/>
            <a:ext cx="12094658" cy="193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453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3F188A-BE75-16A0-8A78-79B4192B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過年完進度</a:t>
            </a:r>
            <a:endParaRPr lang="vi-VN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28813DA3-6EEA-4406-9B21-4EBD1DEF2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176803"/>
              </p:ext>
            </p:extLst>
          </p:nvPr>
        </p:nvGraphicFramePr>
        <p:xfrm>
          <a:off x="838204" y="1882775"/>
          <a:ext cx="10515596" cy="251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066">
                  <a:extLst>
                    <a:ext uri="{9D8B030D-6E8A-4147-A177-3AD203B41FA5}">
                      <a16:colId xmlns:a16="http://schemas.microsoft.com/office/drawing/2014/main" val="1507300581"/>
                    </a:ext>
                  </a:extLst>
                </a:gridCol>
                <a:gridCol w="2671732">
                  <a:extLst>
                    <a:ext uri="{9D8B030D-6E8A-4147-A177-3AD203B41FA5}">
                      <a16:colId xmlns:a16="http://schemas.microsoft.com/office/drawing/2014/main" val="737041173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1717039958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27501293"/>
                    </a:ext>
                  </a:extLst>
                </a:gridCol>
              </a:tblGrid>
              <a:tr h="353893">
                <a:tc>
                  <a:txBody>
                    <a:bodyPr/>
                    <a:lstStyle/>
                    <a:p>
                      <a:r>
                        <a:rPr lang="zh-TW" altLang="en-US" dirty="0"/>
                        <a:t>日期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代辦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預計完成日期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是否完成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218676"/>
                  </a:ext>
                </a:extLst>
              </a:tr>
              <a:tr h="352147">
                <a:tc>
                  <a:txBody>
                    <a:bodyPr/>
                    <a:lstStyle/>
                    <a:p>
                      <a:r>
                        <a:rPr lang="en-US" altLang="zh-TW" dirty="0"/>
                        <a:t>2/10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定義使用者滿足率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2/16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516055"/>
                  </a:ext>
                </a:extLst>
              </a:tr>
              <a:tr h="350187">
                <a:tc>
                  <a:txBody>
                    <a:bodyPr/>
                    <a:lstStyle/>
                    <a:p>
                      <a:r>
                        <a:rPr lang="en-US" altLang="zh-TW" dirty="0"/>
                        <a:t>2/10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查</a:t>
                      </a:r>
                      <a:r>
                        <a:rPr lang="en-US" altLang="zh-TW" dirty="0" err="1"/>
                        <a:t>oneweb</a:t>
                      </a:r>
                      <a:r>
                        <a:rPr lang="zh-TW" altLang="en-US" dirty="0"/>
                        <a:t>真實</a:t>
                      </a:r>
                      <a:r>
                        <a:rPr lang="en-US" altLang="zh-TW" dirty="0"/>
                        <a:t>beam</a:t>
                      </a:r>
                      <a:r>
                        <a:rPr lang="zh-TW" altLang="en-US" dirty="0"/>
                        <a:t>跟論文參數的差別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2/16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73215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r>
                        <a:rPr lang="en-US" altLang="zh-TW" dirty="0"/>
                        <a:t>2/10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2/16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681332"/>
                  </a:ext>
                </a:extLst>
              </a:tr>
              <a:tr h="607816">
                <a:tc>
                  <a:txBody>
                    <a:bodyPr/>
                    <a:lstStyle/>
                    <a:p>
                      <a:r>
                        <a:rPr lang="en-US" altLang="zh-TW" dirty="0"/>
                        <a:t>2/17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Related work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2/23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975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5479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6E41-4159-0096-017C-243A3772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E8F797-9DF0-2CB3-2775-B361880BC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25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84B849-581C-BADA-0016-DBEA49777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850259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6FE71-0C9A-4B54-9868-AD56707B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使用者滿足率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A2114D0-CF25-937B-6740-C8DDB4386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vi-VN" dirty="0"/>
                  <a:t>LEO </a:t>
                </a:r>
                <a:r>
                  <a:rPr lang="en-US" dirty="0"/>
                  <a:t>to </a:t>
                </a:r>
                <a:r>
                  <a:rPr lang="vi-VN" dirty="0"/>
                  <a:t>user </a:t>
                </a:r>
                <a:r>
                  <a:rPr lang="zh-TW" altLang="en-US" dirty="0"/>
                  <a:t>端</a:t>
                </a:r>
                <a:endParaRPr lang="en-US" altLang="zh-TW" dirty="0"/>
              </a:p>
              <a:p>
                <a:r>
                  <a:rPr lang="vi-VN" dirty="0"/>
                  <a:t>Channel gain：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skw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zh-TW" altLang="en-US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sh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atm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:r>
                  <a:rPr lang="zh-TW" altLang="en-US" dirty="0"/>
                  <a:t>第 </a:t>
                </a:r>
                <a:r>
                  <a:rPr lang="vi-VN" dirty="0"/>
                  <a:t>i </a:t>
                </a:r>
                <a:r>
                  <a:rPr lang="zh-TW" altLang="en-US" dirty="0"/>
                  <a:t>顆 </a:t>
                </a:r>
                <a:r>
                  <a:rPr lang="vi-VN" dirty="0"/>
                  <a:t>LEO </a:t>
                </a:r>
                <a:r>
                  <a:rPr lang="zh-TW" altLang="en-US" dirty="0"/>
                  <a:t>到 </a:t>
                </a:r>
                <a:r>
                  <a:rPr lang="vi-VN" dirty="0"/>
                  <a:t>user u </a:t>
                </a:r>
                <a:r>
                  <a:rPr lang="zh-TW" altLang="en-US" dirty="0"/>
                  <a:t>的距離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:</a:t>
                </a:r>
                <a:r>
                  <a:rPr lang="vi-VN" dirty="0"/>
                  <a:t> LEO </a:t>
                </a:r>
                <a:r>
                  <a:rPr lang="zh-TW" altLang="en-US" dirty="0"/>
                  <a:t>發射天線對 </a:t>
                </a:r>
                <a:r>
                  <a:rPr lang="vi-VN" dirty="0"/>
                  <a:t>user </a:t>
                </a:r>
                <a:r>
                  <a:rPr lang="zh-TW" altLang="en-US" dirty="0"/>
                  <a:t>方向的 </a:t>
                </a:r>
                <a:r>
                  <a:rPr lang="vi-VN" dirty="0"/>
                  <a:t>gain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  <a:r>
                  <a:rPr lang="vi-VN" dirty="0"/>
                  <a:t> user </a:t>
                </a:r>
                <a:r>
                  <a:rPr lang="zh-TW" altLang="en-US" dirty="0"/>
                  <a:t>端接收天線 </a:t>
                </a:r>
                <a:r>
                  <a:rPr lang="vi-VN" dirty="0"/>
                  <a:t>gain</a:t>
                </a:r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sh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  <a:r>
                  <a:rPr lang="vi-VN" dirty="0"/>
                  <a:t> shadowing loss</a:t>
                </a:r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atm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  <a:r>
                  <a:rPr lang="vi-VN" dirty="0"/>
                  <a:t> atmospheric gas loss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A2114D0-CF25-937B-6740-C8DDB4386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b="-16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0759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D73FDB5-739D-8DDD-BDE3-198DF95706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vi-VN" dirty="0"/>
                  <a:t>User </a:t>
                </a:r>
                <a:r>
                  <a:rPr lang="zh-TW" altLang="en-US" dirty="0"/>
                  <a:t>端總干擾：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D73FDB5-739D-8DDD-BDE3-198DF9570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60F4CF3-F657-2A3B-9FC6-ACA54A1D1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g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第一項：其他 </a:t>
                </a:r>
                <a:r>
                  <a:rPr lang="vi-VN" dirty="0"/>
                  <a:t>LEO satellites（</a:t>
                </a:r>
                <a:r>
                  <a:rPr lang="zh-TW" altLang="en-US" dirty="0"/>
                  <a:t>同頻）造成的干擾</a:t>
                </a:r>
                <a:endParaRPr lang="en-US" altLang="zh-TW" dirty="0"/>
              </a:p>
              <a:p>
                <a:r>
                  <a:rPr lang="zh-TW" altLang="en-US" dirty="0"/>
                  <a:t>第二項：</a:t>
                </a:r>
                <a:r>
                  <a:rPr lang="vi-VN" dirty="0"/>
                  <a:t>GSO satellite </a:t>
                </a:r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:r>
                  <a:rPr lang="zh-TW" altLang="en-US" dirty="0"/>
                  <a:t>的干擾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vi-VN" dirty="0"/>
                  <a:t> ：GSO transmit power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vi-VN" dirty="0"/>
                  <a:t> ：GSO→user </a:t>
                </a:r>
                <a:r>
                  <a:rPr lang="zh-TW" altLang="en-US" dirty="0"/>
                  <a:t>的 </a:t>
                </a:r>
                <a:r>
                  <a:rPr lang="vi-VN" dirty="0"/>
                  <a:t>channel gain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60F4CF3-F657-2A3B-9FC6-ACA54A1D1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7925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6EC51-BC60-C3F0-A117-FCA9CC96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SINR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775B168-52ED-5B62-E9A8-33494B853B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SINR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/>
                  <a:t> ：第 </a:t>
                </a:r>
                <a:r>
                  <a:rPr lang="vi-VN" dirty="0"/>
                  <a:t>i </a:t>
                </a:r>
                <a:r>
                  <a:rPr lang="zh-TW" altLang="en-US" dirty="0"/>
                  <a:t>顆 </a:t>
                </a:r>
                <a:r>
                  <a:rPr lang="vi-VN" dirty="0"/>
                  <a:t>LEO </a:t>
                </a:r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:r>
                  <a:rPr lang="zh-TW" altLang="en-US" dirty="0"/>
                  <a:t>的 </a:t>
                </a:r>
                <a:r>
                  <a:rPr lang="vi-VN" dirty="0"/>
                  <a:t>transmit power（</a:t>
                </a:r>
                <a:r>
                  <a:rPr lang="zh-TW" altLang="en-US" dirty="0"/>
                  <a:t>決策變數）</a:t>
                </a:r>
                <a:endParaRPr lang="en-US" altLang="zh-TW" dirty="0"/>
              </a:p>
              <a:p>
                <a:endParaRPr lang="en-US" dirty="0"/>
              </a:p>
              <a:p>
                <a:r>
                  <a:rPr lang="zh-TW" altLang="en-US" dirty="0"/>
                  <a:t>作用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你給 </a:t>
                </a:r>
                <a:r>
                  <a:rPr lang="en-US" altLang="zh-TW" dirty="0"/>
                  <a:t>user </a:t>
                </a:r>
                <a:r>
                  <a:rPr lang="zh-TW" altLang="en-US" dirty="0"/>
                  <a:t>的訊號品質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提高 → </a:t>
                </a:r>
                <a:r>
                  <a:rPr lang="vi-VN" dirty="0"/>
                  <a:t>SINR </a:t>
                </a:r>
                <a:r>
                  <a:rPr lang="zh-TW" altLang="en-US" dirty="0"/>
                  <a:t>上升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訊號越清楚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→ </a:t>
                </a:r>
                <a:r>
                  <a:rPr lang="vi-VN" dirty="0"/>
                  <a:t>capacity </a:t>
                </a:r>
                <a:r>
                  <a:rPr lang="zh-TW" altLang="en-US" dirty="0"/>
                  <a:t>上升 → 滿足需求變容易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提高 → </a:t>
                </a:r>
                <a:r>
                  <a:rPr lang="vi-VN" dirty="0"/>
                  <a:t>EPFD </a:t>
                </a:r>
                <a:r>
                  <a:rPr lang="zh-TW" altLang="en-US" dirty="0"/>
                  <a:t>也上升 → 可能違規</a:t>
                </a:r>
                <a:endParaRPr lang="en-US" altLang="zh-TW" dirty="0"/>
              </a:p>
              <a:p>
                <a:pPr lvl="1"/>
                <a:r>
                  <a:rPr lang="vi-VN" dirty="0"/>
                  <a:t>trade-off </a:t>
                </a:r>
                <a:r>
                  <a:rPr lang="zh-TW" altLang="en-US" dirty="0"/>
                  <a:t>的核心。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775B168-52ED-5B62-E9A8-33494B853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3458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F27438-7457-BF77-96EB-9FBBEF50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容量定義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D8C133-65D1-A5E5-1A89-B256F901F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TW" altLang="en-US" dirty="0"/>
                  <a:t>把“物理層”變成“服務量，使用</a:t>
                </a:r>
                <a:r>
                  <a:rPr lang="vi-VN" dirty="0"/>
                  <a:t>Shannon capacity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資訊理論的基本公式。在有雜訊的通道下，理論上在這個頻寬與 </a:t>
                </a:r>
                <a:r>
                  <a:rPr lang="en-US" altLang="zh-TW" dirty="0"/>
                  <a:t>SINR </a:t>
                </a:r>
                <a:r>
                  <a:rPr lang="zh-TW" altLang="en-US" dirty="0"/>
                  <a:t>下，可以穩定傳送的最大資料速率。</a:t>
                </a:r>
                <a:r>
                  <a:rPr lang="en-US" altLang="zh-TW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 i="0"/>
                        <m:t>​=</m:t>
                      </m:r>
                      <m:r>
                        <m:rPr>
                          <m:nor/>
                        </m:rPr>
                        <a:rPr lang="pl-PL" i="0"/>
                        <m:t>B</m:t>
                      </m:r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/>
                        <m:t>=</m:t>
                      </m:r>
                      <m:r>
                        <m:rPr>
                          <m:nor/>
                        </m:rPr>
                        <a:rPr lang="pl-PL" i="0"/>
                        <m:t>​(</m:t>
                      </m:r>
                      <m:r>
                        <m:rPr>
                          <m:nor/>
                        </m:rPr>
                        <a:rPr lang="pl-PL" i="0"/>
                        <m:t>1</m:t>
                      </m:r>
                      <m:r>
                        <m:rPr>
                          <m:nor/>
                        </m:rPr>
                        <a:rPr lang="pl-PL" i="0"/>
                        <m:t>+</m:t>
                      </m:r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 i="0"/>
                        <m:t>​)</m:t>
                      </m:r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其中：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vi-VN" dirty="0"/>
                  <a:t>：LEO satellite bandwidth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𝑆𝐼𝑁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TW" altLang="en-US" dirty="0"/>
                  <a:t>：使用者的訊號干擾雜訊比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r>
                  <a:rPr lang="zh-TW" altLang="en-US" dirty="0"/>
                  <a:t>使用者需求定義（</a:t>
                </a:r>
                <a:r>
                  <a:rPr lang="vi-VN" dirty="0"/>
                  <a:t>User Demand）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 i="0"/>
                        <m:t>​=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 i="0"/>
                        <m:t>​=</m:t>
                      </m:r>
                      <m:r>
                        <m:rPr>
                          <m:nor/>
                        </m:rPr>
                        <a:rPr lang="pl-PL" i="0"/>
                        <m:t>B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/>
                        <m:t>=</m:t>
                      </m:r>
                      <m:r>
                        <m:rPr>
                          <m:nor/>
                        </m:rPr>
                        <a:rPr lang="pl-PL" i="0"/>
                        <m:t>​(</m:t>
                      </m:r>
                      <m:r>
                        <m:rPr>
                          <m:nor/>
                        </m:rPr>
                        <a:rPr lang="pl-PL" i="0"/>
                        <m:t>1</m:t>
                      </m:r>
                      <m:r>
                        <m:rPr>
                          <m:nor/>
                        </m:rPr>
                        <a:rPr lang="pl-PL" i="0"/>
                        <m:t>+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SINE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m:rPr>
                          <m:nor/>
                        </m:rPr>
                        <a:rPr lang="pl-PL" i="0"/>
                        <m:t>​)</m:t>
                      </m:r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系統希望容量 </a:t>
                </a:r>
                <a:r>
                  <a:rPr lang="vi-VN" dirty="0"/>
                  <a:t>Ci,u </a:t>
                </a:r>
                <a:r>
                  <a:rPr lang="zh-TW" altLang="en-US" dirty="0"/>
                  <a:t>盡量 </a:t>
                </a:r>
                <a:r>
                  <a:rPr lang="vi-VN" dirty="0"/>
                  <a:t>match Du</a:t>
                </a:r>
                <a:endParaRPr 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D8C133-65D1-A5E5-1A89-B256F901F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r="-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8025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9F3A4-461B-0721-EC9D-9E49D9A6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Demand-Capacity Mismatch </a:t>
            </a:r>
            <a:r>
              <a:rPr lang="zh-TW" altLang="en-US" dirty="0"/>
              <a:t>最小化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75E4FF-4A75-8BFE-6A33-8B1C8F82B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/>
                  <a:t>optimization </a:t>
                </a:r>
                <a:r>
                  <a:rPr lang="zh-TW" altLang="en-US" dirty="0"/>
                  <a:t>目標是：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min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zh-TW" altLang="en-US" dirty="0"/>
                  <a:t>目標是讓「容量 − 需求」的差距最小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如果 </a:t>
                </a:r>
                <a:r>
                  <a:rPr lang="vi-VN" dirty="0"/>
                  <a:t>Ci,u = Du → </a:t>
                </a:r>
                <a:r>
                  <a:rPr lang="zh-TW" altLang="en-US" dirty="0"/>
                  <a:t>完全滿足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如果 </a:t>
                </a:r>
                <a:r>
                  <a:rPr lang="vi-VN" dirty="0"/>
                  <a:t>Ci,u &lt; Du → </a:t>
                </a:r>
                <a:r>
                  <a:rPr lang="zh-TW" altLang="en-US" dirty="0"/>
                  <a:t>不足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如果 </a:t>
                </a:r>
                <a:r>
                  <a:rPr lang="vi-VN" dirty="0"/>
                  <a:t>Ci,u &gt; Du → </a:t>
                </a:r>
                <a:r>
                  <a:rPr lang="zh-TW" altLang="en-US" dirty="0"/>
                  <a:t>浪費資源</a:t>
                </a: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75E4FF-4A75-8BFE-6A33-8B1C8F82B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9102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EC416-069F-20F0-A1E6-3F1B5B54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Simulation </a:t>
            </a:r>
            <a:r>
              <a:rPr lang="zh-TW" altLang="en-US" dirty="0"/>
              <a:t>中的 </a:t>
            </a:r>
            <a:r>
              <a:rPr lang="vi-VN" dirty="0"/>
              <a:t>Satisfaction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7AC7308-86EA-3435-34B9-865BF8650B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定義：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Demand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Satisfaction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(%)=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AllocatedCapacity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Demand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zh-TW" altLang="en-US" dirty="0"/>
                  <a:t>也就是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7AC7308-86EA-3435-34B9-865BF8650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8549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5E3E44-69B0-91C7-E41A-5AB97562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40A1DCD-29EA-4B3A-BFFF-8D172AB69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b="1" dirty="0"/>
                  <a:t>LEO satellite</a:t>
                </a:r>
                <a:r>
                  <a:rPr lang="vi-VN" dirty="0"/>
                  <a:t> </a:t>
                </a:r>
                <a:r>
                  <a:rPr lang="zh-TW" altLang="en-US" dirty="0"/>
                  <a:t>對 </a:t>
                </a:r>
                <a:r>
                  <a:rPr lang="vi-VN" b="1" dirty="0"/>
                  <a:t>LEO user</a:t>
                </a:r>
                <a:r>
                  <a:rPr lang="vi-VN" dirty="0"/>
                  <a:t> </a:t>
                </a:r>
                <a:r>
                  <a:rPr lang="zh-TW" altLang="en-US" dirty="0"/>
                  <a:t>的鏈路 → 算 </a:t>
                </a:r>
                <a:r>
                  <a:rPr lang="vi-VN" b="1" dirty="0"/>
                  <a:t>SINR</a:t>
                </a:r>
                <a:endParaRPr lang="vi-VN" dirty="0"/>
              </a:p>
              <a:p>
                <a:r>
                  <a:rPr lang="zh-TW" altLang="en-US" dirty="0"/>
                  <a:t>用 </a:t>
                </a:r>
                <a:r>
                  <a:rPr lang="vi-VN" dirty="0"/>
                  <a:t>SINR </a:t>
                </a:r>
                <a:r>
                  <a:rPr lang="zh-TW" altLang="en-US" dirty="0"/>
                  <a:t>算 </a:t>
                </a:r>
                <a:r>
                  <a:rPr lang="vi-VN" b="1" dirty="0"/>
                  <a:t>capacity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zh-TW" altLang="en-US" dirty="0"/>
                  <a:t>每個 </a:t>
                </a:r>
                <a:r>
                  <a:rPr lang="vi-VN" dirty="0"/>
                  <a:t>user </a:t>
                </a:r>
                <a:r>
                  <a:rPr lang="zh-TW" altLang="en-US" dirty="0"/>
                  <a:t>有 </a:t>
                </a:r>
                <a:r>
                  <a:rPr lang="vi-VN" b="1" dirty="0"/>
                  <a:t>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zh-TW" altLang="en-US" dirty="0"/>
                  <a:t>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TW" altLang="en-US" dirty="0"/>
                  <a:t>盡量貼近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zh-TW" altLang="en-US" dirty="0"/>
                  <a:t>但同時要滿足 </a:t>
                </a:r>
                <a:r>
                  <a:rPr lang="vi-VN" b="1" dirty="0"/>
                  <a:t>GSO protection</a:t>
                </a:r>
                <a:r>
                  <a:rPr lang="vi-VN" dirty="0"/>
                  <a:t>：</a:t>
                </a:r>
                <a:r>
                  <a:rPr lang="zh-TW" altLang="en-US" dirty="0"/>
                  <a:t>整個星座對 </a:t>
                </a:r>
                <a:r>
                  <a:rPr lang="vi-VN" dirty="0"/>
                  <a:t>GSO ground station </a:t>
                </a:r>
                <a:r>
                  <a:rPr lang="zh-TW" altLang="en-US" dirty="0"/>
                  <a:t>的 </a:t>
                </a:r>
                <a:r>
                  <a:rPr lang="vi-VN" b="1" dirty="0"/>
                  <a:t>EPFD</a:t>
                </a:r>
                <a:r>
                  <a:rPr lang="vi-VN" dirty="0"/>
                  <a:t> </a:t>
                </a:r>
                <a:r>
                  <a:rPr lang="zh-TW" altLang="en-US" dirty="0"/>
                  <a:t>不能超過門檻</a:t>
                </a:r>
              </a:p>
              <a:p>
                <a:r>
                  <a:rPr lang="zh-TW" altLang="en-US" dirty="0"/>
                  <a:t>控制手段：</a:t>
                </a:r>
                <a:r>
                  <a:rPr lang="vi-VN" b="1" dirty="0"/>
                  <a:t>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和 </a:t>
                </a:r>
                <a:r>
                  <a:rPr lang="vi-VN" b="1" dirty="0"/>
                  <a:t>tilt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40A1DCD-29EA-4B3A-BFFF-8D172AB69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1111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2505D-E50F-4242-B8B8-641CCC9CC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遇到問題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94F0F-8BF6-A40A-5527-D8B7E4FD3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每顆衛星本身的下傳資料量固定有限，當衛星去做代傳時，萬一在多</a:t>
            </a:r>
            <a:r>
              <a:rPr lang="en-US" altLang="zh-TW" dirty="0"/>
              <a:t>user</a:t>
            </a:r>
            <a:r>
              <a:rPr lang="zh-TW" altLang="en-US" dirty="0"/>
              <a:t>的情境下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代傳的這顆衛星本身已經服務多個</a:t>
            </a:r>
            <a:r>
              <a:rPr lang="en-US" altLang="zh-TW" dirty="0"/>
              <a:t>user</a:t>
            </a:r>
            <a:r>
              <a:rPr lang="zh-TW" altLang="en-US" dirty="0"/>
              <a:t>，再加上新的</a:t>
            </a:r>
            <a:r>
              <a:rPr lang="en-US" altLang="zh-TW" dirty="0"/>
              <a:t>user</a:t>
            </a:r>
            <a:r>
              <a:rPr lang="zh-TW" altLang="en-US" dirty="0"/>
              <a:t>，此時雖然不用為了</a:t>
            </a:r>
            <a:r>
              <a:rPr lang="en-US" altLang="zh-TW" dirty="0"/>
              <a:t>EPFD</a:t>
            </a:r>
            <a:r>
              <a:rPr lang="zh-TW" altLang="en-US" dirty="0"/>
              <a:t>去降功率，但在有限的資料量分配更多的</a:t>
            </a:r>
            <a:r>
              <a:rPr lang="en-US" altLang="zh-TW" dirty="0"/>
              <a:t>user</a:t>
            </a:r>
            <a:r>
              <a:rPr lang="zh-TW" altLang="en-US" dirty="0"/>
              <a:t>，滿足率不一定會變好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999082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48584F-4004-D3EA-39D9-BC580CE8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解決方法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92F6C8-D337-66FA-AA1C-6E19E799B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A:</a:t>
            </a:r>
            <a:r>
              <a:rPr lang="zh-TW" altLang="en-US" dirty="0"/>
              <a:t>只允許不影響原先衛星下使用者的容量需求，再去做代傳動作</a:t>
            </a:r>
            <a:endParaRPr lang="en-US" altLang="zh-TW" dirty="0"/>
          </a:p>
          <a:p>
            <a:pPr lvl="1"/>
            <a:r>
              <a:rPr lang="zh-TW" altLang="en-US" dirty="0"/>
              <a:t>缺點</a:t>
            </a:r>
            <a:r>
              <a:rPr lang="en-US" altLang="zh-TW" dirty="0"/>
              <a:t>:</a:t>
            </a:r>
            <a:r>
              <a:rPr lang="zh-TW" altLang="en-US" dirty="0"/>
              <a:t>再多</a:t>
            </a:r>
            <a:r>
              <a:rPr lang="en-US" altLang="zh-TW" dirty="0"/>
              <a:t>user</a:t>
            </a:r>
            <a:r>
              <a:rPr lang="zh-TW" altLang="en-US" dirty="0"/>
              <a:t>的情境下，扔無法改善，但在大部分一般情況下就可有效改善</a:t>
            </a:r>
            <a:endParaRPr lang="en-US" altLang="zh-TW" dirty="0"/>
          </a:p>
          <a:p>
            <a:pPr lvl="1"/>
            <a:r>
              <a:rPr lang="zh-TW" altLang="en-US" dirty="0"/>
              <a:t>優點</a:t>
            </a:r>
            <a:r>
              <a:rPr lang="en-US" altLang="zh-TW" dirty="0"/>
              <a:t>:</a:t>
            </a:r>
            <a:r>
              <a:rPr lang="zh-TW" altLang="en-US" dirty="0"/>
              <a:t>不須更動太多公式，只需完善後續</a:t>
            </a:r>
            <a:r>
              <a:rPr lang="en-US" altLang="zh-TW" dirty="0"/>
              <a:t>ISL</a:t>
            </a:r>
            <a:r>
              <a:rPr lang="zh-TW" altLang="en-US" dirty="0"/>
              <a:t>代傳的公式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B:</a:t>
            </a:r>
            <a:r>
              <a:rPr lang="zh-TW" altLang="en-US" dirty="0"/>
              <a:t>改成</a:t>
            </a:r>
            <a:r>
              <a:rPr lang="en-US" altLang="zh-TW" dirty="0"/>
              <a:t>16Beam+power+tilt</a:t>
            </a:r>
            <a:r>
              <a:rPr lang="zh-TW" altLang="en-US" dirty="0"/>
              <a:t>，並且</a:t>
            </a:r>
            <a:r>
              <a:rPr lang="en-US" altLang="zh-TW" dirty="0"/>
              <a:t>critical</a:t>
            </a:r>
            <a:r>
              <a:rPr lang="zh-TW" altLang="en-US" dirty="0"/>
              <a:t>可以把滿足率較低的一些</a:t>
            </a:r>
            <a:r>
              <a:rPr lang="en-US" altLang="zh-TW" dirty="0"/>
              <a:t>user</a:t>
            </a:r>
            <a:r>
              <a:rPr lang="zh-TW" altLang="en-US" dirty="0"/>
              <a:t>去做代傳就好，並且省下的功率可以給其他</a:t>
            </a:r>
            <a:r>
              <a:rPr lang="en-US" altLang="zh-TW" dirty="0"/>
              <a:t>user</a:t>
            </a:r>
            <a:r>
              <a:rPr lang="zh-TW" altLang="en-US" dirty="0"/>
              <a:t>使整體滿足率增加</a:t>
            </a:r>
            <a:endParaRPr lang="en-US" altLang="zh-TW" dirty="0"/>
          </a:p>
          <a:p>
            <a:pPr lvl="1"/>
            <a:r>
              <a:rPr lang="zh-TW" altLang="en-US" dirty="0"/>
              <a:t>缺點</a:t>
            </a:r>
            <a:r>
              <a:rPr lang="en-US" altLang="zh-TW" dirty="0"/>
              <a:t>:</a:t>
            </a:r>
            <a:r>
              <a:rPr lang="zh-TW" altLang="en-US" dirty="0"/>
              <a:t>要更改成</a:t>
            </a:r>
            <a:r>
              <a:rPr lang="en-US" altLang="zh-TW" dirty="0"/>
              <a:t>16Beam</a:t>
            </a:r>
            <a:r>
              <a:rPr lang="zh-TW" altLang="en-US" dirty="0"/>
              <a:t>公式</a:t>
            </a:r>
            <a:endParaRPr lang="en-US" altLang="zh-TW" dirty="0"/>
          </a:p>
          <a:p>
            <a:pPr lvl="1"/>
            <a:r>
              <a:rPr lang="zh-TW" altLang="en-US" dirty="0"/>
              <a:t>優點</a:t>
            </a:r>
            <a:r>
              <a:rPr lang="en-US" altLang="zh-TW" dirty="0"/>
              <a:t>:</a:t>
            </a:r>
            <a:r>
              <a:rPr lang="zh-TW" altLang="en-US" dirty="0"/>
              <a:t>效果會在更好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但上述兩種都是</a:t>
            </a:r>
            <a:r>
              <a:rPr lang="en-US" altLang="zh-TW" dirty="0"/>
              <a:t>trade of</a:t>
            </a:r>
            <a:r>
              <a:rPr lang="zh-TW" altLang="en-US" dirty="0"/>
              <a:t>，再多</a:t>
            </a:r>
            <a:r>
              <a:rPr lang="en-US" altLang="zh-TW" dirty="0"/>
              <a:t>user</a:t>
            </a:r>
            <a:r>
              <a:rPr lang="zh-TW" altLang="en-US" dirty="0"/>
              <a:t>和需求量高的時候扔需要把功率降很低或關掉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432552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E8E1-71C6-E99A-AACA-2341BA72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B0FC0B-D239-9EAE-7725-5E91DB2E9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r>
              <a:rPr lang="en-US" dirty="0"/>
              <a:t>/</a:t>
            </a:r>
            <a:r>
              <a:rPr lang="en-US" altLang="zh-TW" dirty="0"/>
              <a:t>25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E0EF789-FAA1-8793-73E1-4127C95CD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162919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666B1-2A40-73D2-0EFA-245EDC1E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Joint Resource Management and Load Balancing in Multi-Satellite Beam Hopping With Interference Suppression: An Energy Minimization Perspective</a:t>
            </a:r>
            <a:br>
              <a:rPr lang="en-US" sz="2400" b="1" dirty="0"/>
            </a:br>
            <a:r>
              <a:rPr lang="vi-VN" sz="2400" dirty="0"/>
              <a:t> </a:t>
            </a:r>
            <a:r>
              <a:rPr lang="vi-V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 Transactions</a:t>
            </a:r>
            <a:r>
              <a:rPr lang="en-US" sz="2000" dirty="0"/>
              <a:t> 2026</a:t>
            </a:r>
            <a:endParaRPr lang="vi-VN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3FBBA1-7269-2C93-68F8-9AB19E833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這篇考慮的點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流量是隨機的，每個 </a:t>
            </a:r>
            <a:r>
              <a:rPr lang="vi-VN" dirty="0"/>
              <a:t>cell </a:t>
            </a:r>
            <a:r>
              <a:rPr lang="zh-TW" altLang="en-US" dirty="0"/>
              <a:t>的需求不是固定的</a:t>
            </a:r>
            <a:endParaRPr lang="en-US" altLang="zh-TW" dirty="0"/>
          </a:p>
          <a:p>
            <a:pPr lvl="1"/>
            <a:r>
              <a:rPr lang="zh-TW" altLang="en-US" dirty="0"/>
              <a:t>系統資源有限，每個</a:t>
            </a:r>
            <a:r>
              <a:rPr lang="en-US" altLang="zh-TW" dirty="0"/>
              <a:t>time slot</a:t>
            </a:r>
            <a:r>
              <a:rPr lang="zh-TW" altLang="en-US" dirty="0"/>
              <a:t>有限制</a:t>
            </a:r>
            <a:r>
              <a:rPr lang="en-US" altLang="zh-TW" dirty="0"/>
              <a:t>:</a:t>
            </a:r>
          </a:p>
          <a:p>
            <a:pPr lvl="2"/>
            <a:r>
              <a:rPr lang="vi-VN" dirty="0"/>
              <a:t>Beam </a:t>
            </a:r>
            <a:r>
              <a:rPr lang="zh-TW" altLang="en-US" dirty="0"/>
              <a:t>數量有限</a:t>
            </a:r>
            <a:endParaRPr lang="en-US" altLang="zh-TW" dirty="0"/>
          </a:p>
          <a:p>
            <a:pPr lvl="2"/>
            <a:r>
              <a:rPr lang="zh-TW" altLang="en-US" dirty="0"/>
              <a:t>功率有限</a:t>
            </a:r>
            <a:endParaRPr lang="en-US" altLang="zh-TW" dirty="0"/>
          </a:p>
          <a:p>
            <a:pPr lvl="2"/>
            <a:r>
              <a:rPr lang="vi-VN" dirty="0"/>
              <a:t>ISL </a:t>
            </a:r>
            <a:r>
              <a:rPr lang="zh-TW" altLang="en-US" dirty="0"/>
              <a:t>會耗能</a:t>
            </a:r>
            <a:endParaRPr lang="en-US" altLang="zh-TW" dirty="0"/>
          </a:p>
          <a:p>
            <a:pPr lvl="2"/>
            <a:endParaRPr lang="en-US" dirty="0"/>
          </a:p>
          <a:p>
            <a:r>
              <a:rPr lang="zh-TW" altLang="en-US" dirty="0"/>
              <a:t>因為有「隨機流量 </a:t>
            </a:r>
            <a:r>
              <a:rPr lang="en-US" altLang="zh-TW" dirty="0"/>
              <a:t>+ </a:t>
            </a:r>
            <a:r>
              <a:rPr lang="zh-TW" altLang="en-US" dirty="0"/>
              <a:t>有限資源」。作者引入</a:t>
            </a:r>
            <a:r>
              <a:rPr lang="en-US" altLang="zh-TW" dirty="0"/>
              <a:t>queue</a:t>
            </a:r>
            <a:r>
              <a:rPr lang="zh-TW" altLang="en-US" dirty="0"/>
              <a:t>紀錄衛星還有多少要處理的需求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735052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04B26-DD59-AFC5-06A9-729F8634E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2152"/>
            <a:ext cx="10515600" cy="5514811"/>
          </a:xfrm>
        </p:spPr>
        <p:txBody>
          <a:bodyPr/>
          <a:lstStyle/>
          <a:p>
            <a:r>
              <a:rPr lang="zh-TW" altLang="en-US" dirty="0"/>
              <a:t>假設某個 </a:t>
            </a:r>
            <a:r>
              <a:rPr lang="en-US" altLang="zh-TW" dirty="0"/>
              <a:t>cell </a:t>
            </a:r>
            <a:r>
              <a:rPr lang="zh-TW" altLang="en-US" dirty="0"/>
              <a:t>在某顆衛星：</a:t>
            </a:r>
            <a:endParaRPr lang="en-US" altLang="zh-TW" dirty="0"/>
          </a:p>
          <a:p>
            <a:pPr lvl="1"/>
            <a:r>
              <a:rPr lang="zh-TW" altLang="en-US" dirty="0"/>
              <a:t>需求提高</a:t>
            </a:r>
            <a:endParaRPr lang="en-US" altLang="zh-TW" dirty="0"/>
          </a:p>
          <a:p>
            <a:pPr lvl="1"/>
            <a:r>
              <a:rPr lang="en-US" dirty="0"/>
              <a:t>Beam</a:t>
            </a:r>
            <a:r>
              <a:rPr lang="zh-TW" altLang="en-US" dirty="0"/>
              <a:t>數量不夠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兩種選擇：</a:t>
            </a:r>
            <a:endParaRPr lang="en-US" altLang="zh-TW" dirty="0"/>
          </a:p>
          <a:p>
            <a:pPr lvl="1"/>
            <a:r>
              <a:rPr lang="zh-TW" altLang="en-US" dirty="0"/>
              <a:t>開更多 </a:t>
            </a:r>
            <a:r>
              <a:rPr lang="vi-VN" dirty="0"/>
              <a:t>beam（</a:t>
            </a:r>
            <a:r>
              <a:rPr lang="zh-TW" altLang="en-US" dirty="0"/>
              <a:t>但 </a:t>
            </a:r>
            <a:r>
              <a:rPr lang="vi-VN" dirty="0"/>
              <a:t>beam </a:t>
            </a:r>
            <a:r>
              <a:rPr lang="zh-TW" altLang="en-US" dirty="0"/>
              <a:t>有上限）</a:t>
            </a:r>
            <a:endParaRPr lang="en-US" altLang="zh-TW" dirty="0"/>
          </a:p>
          <a:p>
            <a:pPr lvl="1"/>
            <a:r>
              <a:rPr lang="zh-TW" altLang="en-US" dirty="0"/>
              <a:t>把流量轉給別顆衛星（但 </a:t>
            </a:r>
            <a:r>
              <a:rPr lang="en-US" altLang="zh-TW" dirty="0"/>
              <a:t>ISL </a:t>
            </a:r>
            <a:r>
              <a:rPr lang="zh-TW" altLang="en-US" dirty="0"/>
              <a:t>會耗能）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vi-VN" dirty="0"/>
              <a:t>queue </a:t>
            </a:r>
            <a:r>
              <a:rPr lang="zh-TW" altLang="en-US" dirty="0"/>
              <a:t>扮演角色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當某個 </a:t>
            </a:r>
            <a:r>
              <a:rPr lang="en-US" altLang="zh-TW" dirty="0"/>
              <a:t>queue </a:t>
            </a:r>
            <a:r>
              <a:rPr lang="zh-TW" altLang="en-US" dirty="0"/>
              <a:t>很大時：</a:t>
            </a:r>
            <a:endParaRPr lang="en-US" altLang="zh-TW" dirty="0"/>
          </a:p>
          <a:p>
            <a:pPr lvl="2"/>
            <a:r>
              <a:rPr lang="zh-TW" altLang="en-US" dirty="0"/>
              <a:t>系統就會優先幫它分資源</a:t>
            </a:r>
            <a:endParaRPr lang="en-US" altLang="zh-TW" dirty="0"/>
          </a:p>
          <a:p>
            <a:pPr lvl="1"/>
            <a:r>
              <a:rPr lang="vi-VN" dirty="0"/>
              <a:t>queue </a:t>
            </a:r>
            <a:r>
              <a:rPr lang="zh-TW" altLang="en-US" dirty="0"/>
              <a:t>小的地方：</a:t>
            </a:r>
            <a:endParaRPr lang="en-US" altLang="zh-TW" dirty="0"/>
          </a:p>
          <a:p>
            <a:pPr lvl="2"/>
            <a:r>
              <a:rPr lang="zh-TW" altLang="en-US" dirty="0"/>
              <a:t>可以暫時不急著服務，省一點能量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148984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67400B-2A9A-E556-E21F-38052FF21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787"/>
            <a:ext cx="6994109" cy="5275175"/>
          </a:xfrm>
        </p:spPr>
        <p:txBody>
          <a:bodyPr/>
          <a:lstStyle/>
          <a:p>
            <a:r>
              <a:rPr lang="zh-TW" altLang="en-US" dirty="0"/>
              <a:t>衛星重疊覆蓋</a:t>
            </a:r>
            <a:r>
              <a:rPr lang="en-US" altLang="zh-TW" dirty="0"/>
              <a:t>cell</a:t>
            </a:r>
            <a:r>
              <a:rPr lang="zh-TW" altLang="en-US" dirty="0"/>
              <a:t>，當這個</a:t>
            </a:r>
            <a:r>
              <a:rPr lang="en-US" altLang="zh-TW" dirty="0"/>
              <a:t>cell</a:t>
            </a:r>
            <a:r>
              <a:rPr lang="zh-TW" altLang="en-US" dirty="0"/>
              <a:t>有服務需求，有覆蓋這個</a:t>
            </a:r>
            <a:r>
              <a:rPr lang="en-US" altLang="zh-TW" dirty="0"/>
              <a:t>cell</a:t>
            </a:r>
            <a:r>
              <a:rPr lang="zh-TW" altLang="en-US" dirty="0"/>
              <a:t>的衛星就能，</a:t>
            </a:r>
            <a:r>
              <a:rPr lang="en-US" altLang="zh-TW" dirty="0" err="1"/>
              <a:t>beamhopping</a:t>
            </a:r>
            <a:r>
              <a:rPr lang="zh-TW" altLang="en-US" dirty="0"/>
              <a:t>指向他</a:t>
            </a:r>
            <a:endParaRPr lang="en-US" altLang="zh-TW" dirty="0"/>
          </a:p>
          <a:p>
            <a:r>
              <a:rPr lang="zh-TW" altLang="en-US" dirty="0"/>
              <a:t>每一顆衛星對每一個 </a:t>
            </a:r>
            <a:r>
              <a:rPr lang="en-US" altLang="zh-TW" dirty="0"/>
              <a:t>cell </a:t>
            </a:r>
            <a:r>
              <a:rPr lang="zh-TW" altLang="en-US" dirty="0"/>
              <a:t>都有一條 </a:t>
            </a:r>
            <a:r>
              <a:rPr lang="en-US" altLang="zh-TW" dirty="0"/>
              <a:t>queue</a:t>
            </a:r>
            <a:r>
              <a:rPr lang="zh-TW" altLang="en-US" dirty="0"/>
              <a:t>，代表這顆衛星目前還沒幫該 </a:t>
            </a:r>
            <a:r>
              <a:rPr lang="en-US" altLang="zh-TW" dirty="0"/>
              <a:t>cell </a:t>
            </a:r>
            <a:r>
              <a:rPr lang="zh-TW" altLang="en-US" dirty="0"/>
              <a:t>傳完的資料量。</a:t>
            </a:r>
            <a:endParaRPr lang="en-US" altLang="zh-TW" dirty="0"/>
          </a:p>
          <a:p>
            <a:r>
              <a:rPr lang="en-US" altLang="zh-TW" dirty="0"/>
              <a:t>step1:</a:t>
            </a:r>
            <a:r>
              <a:rPr lang="zh-TW" altLang="en-US" dirty="0"/>
              <a:t>某些 </a:t>
            </a:r>
            <a:r>
              <a:rPr lang="vi-VN" dirty="0"/>
              <a:t>cell </a:t>
            </a:r>
            <a:r>
              <a:rPr lang="zh-TW" altLang="en-US" dirty="0"/>
              <a:t>產生新需求，這些資料會被放進「某顆衛星的 </a:t>
            </a:r>
            <a:r>
              <a:rPr lang="en-US" altLang="zh-TW" dirty="0"/>
              <a:t>queue</a:t>
            </a:r>
          </a:p>
          <a:p>
            <a:r>
              <a:rPr lang="en-US" altLang="zh-TW" dirty="0"/>
              <a:t>Step2:</a:t>
            </a:r>
            <a:r>
              <a:rPr lang="zh-TW" altLang="en-US" dirty="0"/>
              <a:t>如果某顆衛星某 </a:t>
            </a:r>
            <a:r>
              <a:rPr lang="vi-VN" dirty="0"/>
              <a:t>cell queue </a:t>
            </a:r>
            <a:r>
              <a:rPr lang="zh-TW" altLang="en-US" dirty="0"/>
              <a:t>很大：</a:t>
            </a:r>
            <a:endParaRPr lang="en-US" altLang="zh-TW" dirty="0"/>
          </a:p>
          <a:p>
            <a:pPr lvl="1"/>
            <a:r>
              <a:rPr lang="zh-TW" altLang="en-US" dirty="0"/>
              <a:t>選擇自己傳</a:t>
            </a:r>
            <a:endParaRPr lang="en-US" altLang="zh-TW" dirty="0"/>
          </a:p>
          <a:p>
            <a:pPr lvl="1"/>
            <a:r>
              <a:rPr lang="zh-TW" altLang="en-US" dirty="0"/>
              <a:t>或把部分資料透過 </a:t>
            </a:r>
            <a:r>
              <a:rPr lang="en-US" altLang="zh-TW" dirty="0"/>
              <a:t>ISL </a:t>
            </a:r>
            <a:r>
              <a:rPr lang="zh-TW" altLang="en-US" dirty="0"/>
              <a:t>轉給別顆衛星</a:t>
            </a:r>
            <a:endParaRPr lang="en-US" altLang="zh-TW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D54AB06-B58F-3680-829C-E01E29E0F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918" y="1426408"/>
            <a:ext cx="3848637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85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11F976-E72B-D4C7-691B-C289507AA7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1070"/>
                <a:ext cx="10515600" cy="5495893"/>
              </a:xfrm>
            </p:spPr>
            <p:txBody>
              <a:bodyPr/>
              <a:lstStyle/>
              <a:p>
                <a:r>
                  <a:rPr lang="en-US" dirty="0"/>
                  <a:t>Step3:</a:t>
                </a:r>
                <a:r>
                  <a:rPr lang="zh-TW" altLang="en-US" dirty="0"/>
                  <a:t>根據 </a:t>
                </a:r>
                <a:r>
                  <a:rPr lang="vi-VN" dirty="0"/>
                  <a:t>beam + power </a:t>
                </a:r>
                <a:r>
                  <a:rPr lang="zh-TW" altLang="en-US" dirty="0"/>
                  <a:t>決定能傳多少，當前</a:t>
                </a:r>
                <a:r>
                  <a:rPr lang="en-US" altLang="zh-TW" dirty="0"/>
                  <a:t>time slot</a:t>
                </a:r>
              </a:p>
              <a:p>
                <a:pPr lvl="1"/>
                <a:r>
                  <a:rPr lang="zh-TW" altLang="en-US" dirty="0"/>
                  <a:t>哪些 </a:t>
                </a:r>
                <a:r>
                  <a:rPr lang="vi-VN" dirty="0"/>
                  <a:t>beam </a:t>
                </a:r>
                <a:r>
                  <a:rPr lang="zh-TW" altLang="en-US" dirty="0"/>
                  <a:t>被打開，分配多少功率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這顆衛星這個 </a:t>
                </a:r>
                <a:r>
                  <a:rPr lang="en-US" altLang="zh-TW" dirty="0"/>
                  <a:t>slot </a:t>
                </a:r>
                <a:r>
                  <a:rPr lang="zh-TW" altLang="en-US" dirty="0"/>
                  <a:t>最多能傳多少資料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r>
                  <a:rPr lang="en-US" altLang="zh-TW" dirty="0"/>
                  <a:t>Step4:</a:t>
                </a:r>
                <a:r>
                  <a:rPr lang="zh-TW" altLang="en-US" dirty="0"/>
                  <a:t>實際送出資料</a:t>
                </a:r>
                <a:r>
                  <a:rPr lang="en-US" altLang="zh-TW" dirty="0"/>
                  <a:t>:</a:t>
                </a:r>
                <a:r>
                  <a:rPr lang="vi-VN" dirty="0"/>
                  <a:t>min( </a:t>
                </a:r>
                <a:r>
                  <a:rPr lang="zh-TW" altLang="en-US" dirty="0"/>
                  <a:t>傳輸能力 </a:t>
                </a:r>
                <a:r>
                  <a:rPr lang="en-US" altLang="zh-TW" dirty="0"/>
                  <a:t>, </a:t>
                </a:r>
                <a:r>
                  <a:rPr lang="vi-VN" dirty="0"/>
                  <a:t>queue </a:t>
                </a:r>
                <a:r>
                  <a:rPr lang="zh-TW" altLang="en-US" dirty="0"/>
                  <a:t>目前有多少 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，送完後 </a:t>
                </a:r>
                <a:r>
                  <a:rPr lang="vi-VN" dirty="0"/>
                  <a:t>queue </a:t>
                </a:r>
                <a:r>
                  <a:rPr lang="zh-TW" altLang="en-US" dirty="0"/>
                  <a:t>減少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Step5:</a:t>
                </a:r>
                <a:r>
                  <a:rPr lang="zh-TW" altLang="en-US" dirty="0"/>
                  <a:t>更新 </a:t>
                </a:r>
                <a:r>
                  <a:rPr lang="vi-VN" dirty="0"/>
                  <a:t>queue</a:t>
                </a:r>
                <a:r>
                  <a:rPr lang="zh-TW" altLang="en-US" dirty="0"/>
                  <a:t>，下一個 </a:t>
                </a:r>
                <a:r>
                  <a:rPr lang="vi-VN" dirty="0"/>
                  <a:t>slot </a:t>
                </a:r>
                <a:r>
                  <a:rPr lang="zh-TW" altLang="en-US" dirty="0"/>
                  <a:t>的 </a:t>
                </a:r>
                <a:r>
                  <a:rPr lang="vi-VN" dirty="0"/>
                  <a:t>queue：</a:t>
                </a:r>
                <a:endParaRPr lang="en-US" dirty="0"/>
              </a:p>
              <a:p>
                <a:pPr lvl="1"/>
                <a:r>
                  <a:rPr lang="zh-TW" altLang="en-US" dirty="0"/>
                  <a:t>舊的</a:t>
                </a:r>
                <a:r>
                  <a:rPr lang="en-US" altLang="zh-TW" dirty="0"/>
                  <a:t>+</a:t>
                </a:r>
                <a:r>
                  <a:rPr lang="zh-TW" altLang="en-US" dirty="0"/>
                  <a:t>新來的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vi-VN" dirty="0"/>
                  <a:t>load balancing </a:t>
                </a:r>
                <a:r>
                  <a:rPr lang="zh-TW" altLang="en-US" dirty="0"/>
                  <a:t>調整</a:t>
                </a:r>
                <a:r>
                  <a:rPr lang="en-US" altLang="zh-TW" dirty="0"/>
                  <a:t>-</a:t>
                </a:r>
                <a:r>
                  <a:rPr lang="zh-TW" altLang="en-US" dirty="0"/>
                  <a:t>傳掉的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保證系統不崩潰</a:t>
                </a:r>
                <a:endParaRPr lang="en-US" altLang="zh-TW" dirty="0"/>
              </a:p>
              <a:p>
                <a:pPr lvl="1"/>
                <a:endParaRPr lang="zh-TW" alt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11F976-E72B-D4C7-691B-C289507AA7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1070"/>
                <a:ext cx="10515600" cy="5495893"/>
              </a:xfrm>
              <a:blipFill>
                <a:blip r:embed="rId2"/>
                <a:stretch>
                  <a:fillRect l="-1217" t="-23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4303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34FED-3409-40EB-F500-77A81033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ITU</a:t>
            </a:r>
            <a:r>
              <a:rPr lang="zh-TW" altLang="en-US" dirty="0"/>
              <a:t>規範其他看法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117513-1141-CFD5-52CF-BC2F8B137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目前業者還是會遵守</a:t>
            </a:r>
            <a:endParaRPr lang="en-US" altLang="zh-TW" dirty="0"/>
          </a:p>
          <a:p>
            <a:r>
              <a:rPr lang="zh-TW" altLang="en-US" dirty="0"/>
              <a:t>指出</a:t>
            </a:r>
            <a:r>
              <a:rPr lang="en-US" altLang="zh-TW" dirty="0"/>
              <a:t>EPFD</a:t>
            </a:r>
            <a:r>
              <a:rPr lang="zh-TW" altLang="en-US" dirty="0"/>
              <a:t> </a:t>
            </a:r>
            <a:r>
              <a:rPr lang="en-US" altLang="zh-TW" dirty="0"/>
              <a:t>model</a:t>
            </a:r>
            <a:r>
              <a:rPr lang="zh-TW" altLang="en-US" dirty="0"/>
              <a:t>過於保守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實驗時，調整</a:t>
            </a:r>
            <a:r>
              <a:rPr lang="en-US" altLang="zh-TW" dirty="0" err="1"/>
              <a:t>epfd</a:t>
            </a:r>
            <a:r>
              <a:rPr lang="en-US" altLang="zh-TW" dirty="0"/>
              <a:t> limit</a:t>
            </a:r>
            <a:r>
              <a:rPr lang="zh-TW" altLang="en-US" dirty="0"/>
              <a:t>，看下降門檻後的效能變化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099794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7A0670-A740-BF22-11FF-7CD18963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E9843E-95F3-A586-96B7-9D502D240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這領域還有沒有那些思考方向沒涵蓋到的，目前問題比較窄可以，但涵蓋面搆不構</a:t>
            </a:r>
            <a:endParaRPr lang="en-US" altLang="zh-TW" dirty="0"/>
          </a:p>
          <a:p>
            <a:r>
              <a:rPr lang="zh-TW" altLang="en-US" dirty="0"/>
              <a:t>不同頻段這個問題是不是也一樣，不同場景遭遇的困難是否一樣</a:t>
            </a:r>
            <a:endParaRPr lang="en-US" altLang="zh-TW" dirty="0"/>
          </a:p>
          <a:p>
            <a:r>
              <a:rPr lang="en-US" dirty="0"/>
              <a:t>Beam</a:t>
            </a:r>
            <a:r>
              <a:rPr lang="zh-TW" altLang="en-US" dirty="0"/>
              <a:t>對地面</a:t>
            </a:r>
            <a:r>
              <a:rPr lang="en-US" altLang="zh-TW" dirty="0"/>
              <a:t>footprint </a:t>
            </a:r>
            <a:r>
              <a:rPr lang="zh-TW" altLang="en-US" dirty="0"/>
              <a:t>是否影響不同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8649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75582-76A4-1665-257B-1DE05D5D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378EED-0F45-A1C2-743A-2111AA2B8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r>
              <a:rPr lang="en-US" dirty="0"/>
              <a:t>/</a:t>
            </a:r>
            <a:r>
              <a:rPr lang="en-US" altLang="zh-TW" dirty="0"/>
              <a:t>17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6CE157-BEC5-00D2-F7E6-6AB3E7C04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012286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7CE7E-C01F-7860-5D97-1F0B4CD90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後續進度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184903-EA57-EE29-3DFE-BD1D505AF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先寫完</a:t>
            </a:r>
            <a:r>
              <a:rPr lang="en-US" altLang="zh-TW" dirty="0"/>
              <a:t>System model </a:t>
            </a:r>
            <a:r>
              <a:rPr lang="zh-TW" altLang="en-US" dirty="0"/>
              <a:t>和 </a:t>
            </a:r>
            <a:r>
              <a:rPr lang="vi-VN" dirty="0"/>
              <a:t>Problem Formulation</a:t>
            </a:r>
            <a:endParaRPr lang="en-US" dirty="0"/>
          </a:p>
          <a:p>
            <a:pPr lvl="1"/>
            <a:r>
              <a:rPr lang="zh-TW" altLang="en-US" dirty="0"/>
              <a:t>定義好三個連續覆蓋的衛星要如何去做代傳平衡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再去完成</a:t>
            </a:r>
            <a:r>
              <a:rPr lang="en-US" dirty="0"/>
              <a:t>Evaluation</a:t>
            </a:r>
          </a:p>
          <a:p>
            <a:pPr marL="457200" lvl="1" indent="0">
              <a:buNone/>
            </a:pP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F6A0EFB4-9FD2-5D0A-9F4E-6FAF165236B8}"/>
                  </a:ext>
                </a:extLst>
              </p14:cNvPr>
              <p14:cNvContentPartPr/>
              <p14:nvPr/>
            </p14:nvContentPartPr>
            <p14:xfrm>
              <a:off x="2257423" y="2087168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F6A0EFB4-9FD2-5D0A-9F4E-6FAF165236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1303" y="20810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82858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708C9-9604-0AA4-048F-EC75E02A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zh-TW" altLang="en-US" dirty="0"/>
              <a:t>結果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175BF-A22C-119E-212D-A7290C30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Ours</a:t>
            </a:r>
            <a:r>
              <a:rPr lang="zh-TW" altLang="en-US" dirty="0"/>
              <a:t> </a:t>
            </a:r>
            <a:r>
              <a:rPr lang="vi-VN" dirty="0"/>
              <a:t>vs baseline</a:t>
            </a:r>
            <a:endParaRPr lang="en-US" dirty="0"/>
          </a:p>
          <a:p>
            <a:r>
              <a:rPr lang="vi-VN" dirty="0"/>
              <a:t>ablation study</a:t>
            </a:r>
            <a:endParaRPr lang="en-US" dirty="0"/>
          </a:p>
          <a:p>
            <a:pPr lvl="1"/>
            <a:r>
              <a:rPr lang="vi-VN" dirty="0"/>
              <a:t>without seamless coverage</a:t>
            </a:r>
            <a:endParaRPr lang="en-US" dirty="0"/>
          </a:p>
          <a:p>
            <a:pPr lvl="1"/>
            <a:r>
              <a:rPr lang="vi-VN" dirty="0"/>
              <a:t>without ISL</a:t>
            </a:r>
            <a:endParaRPr lang="en-US" dirty="0"/>
          </a:p>
          <a:p>
            <a:pPr lvl="1"/>
            <a:r>
              <a:rPr lang="vi-VN" dirty="0"/>
              <a:t>full model</a:t>
            </a:r>
            <a:endParaRPr lang="en-US" dirty="0"/>
          </a:p>
          <a:p>
            <a:r>
              <a:rPr lang="en-US" dirty="0" err="1"/>
              <a:t>leo</a:t>
            </a:r>
            <a:r>
              <a:rPr lang="zh-TW" altLang="en-US" dirty="0"/>
              <a:t>在緯度</a:t>
            </a:r>
            <a:r>
              <a:rPr lang="en-US" altLang="zh-TW" dirty="0"/>
              <a:t>-1</a:t>
            </a:r>
            <a:r>
              <a:rPr lang="zh-TW" altLang="en-US" dirty="0"/>
              <a:t>到</a:t>
            </a:r>
            <a:r>
              <a:rPr lang="en-US" altLang="zh-TW" dirty="0"/>
              <a:t>1</a:t>
            </a:r>
            <a:r>
              <a:rPr lang="zh-TW" altLang="en-US" dirty="0"/>
              <a:t>中的使用者滿足率變化</a:t>
            </a:r>
            <a:endParaRPr lang="en-US" altLang="zh-TW" dirty="0"/>
          </a:p>
          <a:p>
            <a:r>
              <a:rPr lang="zh-TW" altLang="en-US" dirty="0"/>
              <a:t>比較 </a:t>
            </a:r>
            <a:r>
              <a:rPr lang="zh-TW" altLang="en-US" b="1" dirty="0"/>
              <a:t>不同</a:t>
            </a:r>
            <a:r>
              <a:rPr lang="en-US" altLang="zh-TW" b="1" dirty="0"/>
              <a:t>GS</a:t>
            </a:r>
            <a:r>
              <a:rPr lang="zh-TW" altLang="en-US" b="1" dirty="0"/>
              <a:t>緯度</a:t>
            </a:r>
            <a:r>
              <a:rPr lang="zh-TW" altLang="en-US" dirty="0"/>
              <a:t>下，</a:t>
            </a:r>
            <a:r>
              <a:rPr lang="en-US" altLang="zh-TW" dirty="0" err="1"/>
              <a:t>leo</a:t>
            </a:r>
            <a:r>
              <a:rPr lang="zh-TW" altLang="en-US" dirty="0"/>
              <a:t>造成的</a:t>
            </a:r>
            <a:r>
              <a:rPr lang="en-US" altLang="zh-TW" dirty="0"/>
              <a:t>EPFD </a:t>
            </a:r>
            <a:r>
              <a:rPr lang="zh-TW" altLang="en-US" dirty="0"/>
              <a:t>分布怎麼變化。</a:t>
            </a:r>
            <a:endParaRPr lang="en-US" altLang="zh-TW" dirty="0"/>
          </a:p>
          <a:p>
            <a:r>
              <a:rPr lang="zh-TW" altLang="en-US" dirty="0"/>
              <a:t>在不同</a:t>
            </a:r>
            <a:r>
              <a:rPr lang="en-US" altLang="zh-TW" dirty="0"/>
              <a:t>method</a:t>
            </a:r>
            <a:r>
              <a:rPr lang="zh-TW" altLang="en-US" dirty="0"/>
              <a:t>下，</a:t>
            </a:r>
            <a:r>
              <a:rPr lang="en-US" altLang="zh-TW" dirty="0"/>
              <a:t>EPFD </a:t>
            </a:r>
            <a:r>
              <a:rPr lang="zh-TW" altLang="en-US" dirty="0"/>
              <a:t>超過某個值的機率 </a:t>
            </a:r>
            <a:r>
              <a:rPr lang="en-US" altLang="zh-TW" dirty="0"/>
              <a:t>/ </a:t>
            </a:r>
            <a:r>
              <a:rPr lang="zh-TW" altLang="en-US" dirty="0"/>
              <a:t>時間比例是多少</a:t>
            </a:r>
            <a:endParaRPr lang="en-US" altLang="zh-TW" dirty="0"/>
          </a:p>
          <a:p>
            <a:r>
              <a:rPr lang="en-US" dirty="0" err="1"/>
              <a:t>Epfd</a:t>
            </a:r>
            <a:r>
              <a:rPr lang="en-US" dirty="0"/>
              <a:t> limit </a:t>
            </a:r>
            <a:r>
              <a:rPr lang="zh-TW" altLang="en-US" dirty="0"/>
              <a:t>放寬依序比較</a:t>
            </a:r>
            <a:r>
              <a:rPr lang="en-US" altLang="zh-TW" dirty="0"/>
              <a:t>critical sat</a:t>
            </a:r>
            <a:r>
              <a:rPr lang="zh-TW" altLang="en-US" dirty="0"/>
              <a:t>下的使用者滿足率</a:t>
            </a:r>
            <a:endParaRPr lang="en-US" altLang="zh-TW" dirty="0"/>
          </a:p>
          <a:p>
            <a:endParaRPr lang="en-US" altLang="zh-TW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9869488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EA0122-F487-20BA-6760-3BE4F01B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7" name="圖片 6" descr="一張含有 文字, 平行, 行 的圖片&#10;&#10;AI 產生的內容可能不正確。">
            <a:extLst>
              <a:ext uri="{FF2B5EF4-FFF2-40B4-BE49-F238E27FC236}">
                <a16:creationId xmlns:a16="http://schemas.microsoft.com/office/drawing/2014/main" id="{FB7F5781-7A79-3B47-A99B-FA9087933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55" y="0"/>
            <a:ext cx="4256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775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985DE-F4AD-3761-F544-9F4CB234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6C0A6B-25B4-3743-7340-DFC55EEB5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去把之前的模擬統計成</a:t>
            </a:r>
            <a:r>
              <a:rPr lang="en-US" altLang="zh-TW" dirty="0"/>
              <a:t>excel</a:t>
            </a:r>
            <a:r>
              <a:rPr lang="zh-TW" altLang="en-US" dirty="0"/>
              <a:t>，並把每個關</a:t>
            </a:r>
            <a:r>
              <a:rPr lang="en-US" altLang="zh-TW" dirty="0"/>
              <a:t>beam</a:t>
            </a:r>
            <a:r>
              <a:rPr lang="zh-TW" altLang="en-US" dirty="0"/>
              <a:t>的場景記錄下來，有幾種不同的場景，再去做分析怎樣做是</a:t>
            </a:r>
            <a:r>
              <a:rPr lang="en-US" altLang="zh-TW" dirty="0"/>
              <a:t>OK</a:t>
            </a:r>
            <a:r>
              <a:rPr lang="zh-TW" altLang="en-US" dirty="0"/>
              <a:t>的</a:t>
            </a: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C82F1336-1676-B5E5-EC98-BBA885B8D5ED}"/>
                  </a:ext>
                </a:extLst>
              </p14:cNvPr>
              <p14:cNvContentPartPr/>
              <p14:nvPr/>
            </p14:nvContentPartPr>
            <p14:xfrm>
              <a:off x="2686183" y="2200568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C82F1336-1676-B5E5-EC98-BBA885B8D5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0063" y="21944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7A3306E-D3B0-AD1A-3116-6C6BB0ED1F18}"/>
                  </a:ext>
                </a:extLst>
              </p14:cNvPr>
              <p14:cNvContentPartPr/>
              <p14:nvPr/>
            </p14:nvContentPartPr>
            <p14:xfrm>
              <a:off x="1563703" y="2018048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7A3306E-D3B0-AD1A-3116-6C6BB0ED1F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7583" y="20119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9762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E593-AB42-9C6A-5B31-C70A3D23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FC7040-76C9-A745-6ED5-1DD9AAA1A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r>
              <a:rPr lang="en-US" dirty="0"/>
              <a:t>/31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6E9D8E-67E0-7D2E-A9AB-5F1979019E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570419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D8FBA5-EB4E-6051-227D-CA6CBC4C8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94" y="541607"/>
            <a:ext cx="7337698" cy="5739618"/>
          </a:xfrm>
        </p:spPr>
        <p:txBody>
          <a:bodyPr/>
          <a:lstStyle/>
          <a:p>
            <a:r>
              <a:rPr lang="vi-VN" sz="2400" dirty="0"/>
              <a:t>Research</a:t>
            </a:r>
            <a:r>
              <a:rPr lang="zh-TW" altLang="en-US" sz="2400" dirty="0"/>
              <a:t> </a:t>
            </a:r>
            <a:r>
              <a:rPr lang="vi-VN" sz="2400" dirty="0"/>
              <a:t>on</a:t>
            </a:r>
            <a:r>
              <a:rPr lang="zh-TW" altLang="en-US" sz="2400" dirty="0"/>
              <a:t> </a:t>
            </a:r>
            <a:r>
              <a:rPr lang="vi-VN" sz="2400" dirty="0"/>
              <a:t>interference</a:t>
            </a:r>
            <a:r>
              <a:rPr lang="zh-TW" altLang="en-US" sz="2400" dirty="0"/>
              <a:t> </a:t>
            </a:r>
            <a:r>
              <a:rPr lang="vi-VN" sz="2400" dirty="0"/>
              <a:t>avoidance</a:t>
            </a:r>
            <a:r>
              <a:rPr lang="zh-TW" altLang="en-US" sz="2400" dirty="0"/>
              <a:t> </a:t>
            </a:r>
            <a:r>
              <a:rPr lang="vi-VN" sz="2400" dirty="0"/>
              <a:t>effect</a:t>
            </a:r>
            <a:r>
              <a:rPr lang="zh-TW" altLang="en-US" sz="2400" dirty="0"/>
              <a:t> </a:t>
            </a:r>
            <a:r>
              <a:rPr lang="vi-VN" sz="2400" dirty="0"/>
              <a:t>of</a:t>
            </a:r>
            <a:r>
              <a:rPr lang="zh-TW" altLang="en-US" sz="2400" dirty="0"/>
              <a:t> </a:t>
            </a:r>
            <a:r>
              <a:rPr lang="vi-VN" sz="2400" dirty="0"/>
              <a:t>OneWeb</a:t>
            </a:r>
            <a:r>
              <a:rPr lang="zh-TW" altLang="en-US" sz="2400" dirty="0"/>
              <a:t> </a:t>
            </a:r>
            <a:r>
              <a:rPr lang="vi-VN" sz="2400" dirty="0"/>
              <a:t>satellite constellation‘s</a:t>
            </a:r>
            <a:r>
              <a:rPr lang="zh-TW" altLang="en-US" sz="2400" dirty="0"/>
              <a:t> </a:t>
            </a:r>
            <a:r>
              <a:rPr lang="vi-VN" sz="2400" dirty="0"/>
              <a:t>progressive</a:t>
            </a:r>
            <a:r>
              <a:rPr lang="zh-TW" altLang="en-US" sz="2400" dirty="0"/>
              <a:t> </a:t>
            </a:r>
            <a:r>
              <a:rPr lang="vi-VN" sz="2400" dirty="0"/>
              <a:t>pitch</a:t>
            </a:r>
            <a:r>
              <a:rPr lang="zh-TW" altLang="en-US" sz="2400" dirty="0"/>
              <a:t> </a:t>
            </a:r>
            <a:r>
              <a:rPr lang="vi-VN" sz="2400" dirty="0"/>
              <a:t>strategy</a:t>
            </a:r>
            <a:endParaRPr lang="en-US" sz="2400" dirty="0"/>
          </a:p>
          <a:p>
            <a:pPr lvl="1"/>
            <a:r>
              <a:rPr lang="en-US" altLang="zh-TW" sz="2000" dirty="0"/>
              <a:t>Ku</a:t>
            </a:r>
            <a:r>
              <a:rPr lang="zh-TW" altLang="en-US" sz="2000" dirty="0"/>
              <a:t> ，右圖為</a:t>
            </a:r>
            <a:r>
              <a:rPr lang="en-US" altLang="zh-TW" sz="2000" dirty="0"/>
              <a:t>3dB</a:t>
            </a:r>
            <a:r>
              <a:rPr lang="zh-TW" altLang="en-US" sz="2000" dirty="0"/>
              <a:t>的 </a:t>
            </a:r>
            <a:r>
              <a:rPr lang="en-US" altLang="zh-TW" sz="2000" dirty="0"/>
              <a:t>beam</a:t>
            </a:r>
            <a:r>
              <a:rPr lang="zh-TW" altLang="en-US" sz="2000" dirty="0"/>
              <a:t>範圍</a:t>
            </a:r>
            <a:endParaRPr lang="en-US" altLang="zh-TW" sz="2000" dirty="0"/>
          </a:p>
          <a:p>
            <a:pPr lvl="1"/>
            <a:r>
              <a:rPr lang="en-US" sz="2000" dirty="0"/>
              <a:t>tilt</a:t>
            </a:r>
            <a:r>
              <a:rPr lang="en-US" altLang="zh-TW" sz="2000" dirty="0"/>
              <a:t>+</a:t>
            </a:r>
            <a:r>
              <a:rPr lang="zh-TW" altLang="en-US" sz="2000" dirty="0"/>
              <a:t>關</a:t>
            </a:r>
            <a:r>
              <a:rPr lang="en-US" altLang="zh-TW" sz="2000" dirty="0"/>
              <a:t>beam</a:t>
            </a:r>
          </a:p>
          <a:p>
            <a:pPr lvl="2"/>
            <a:endParaRPr lang="en-US" sz="1800" dirty="0"/>
          </a:p>
          <a:p>
            <a:r>
              <a:rPr lang="en-US" sz="2400" dirty="0"/>
              <a:t>Joint Power and Tilt Control in Satellite Constellation for NGSO-GSO Interference Mitigation</a:t>
            </a:r>
          </a:p>
          <a:p>
            <a:pPr lvl="1"/>
            <a:r>
              <a:rPr lang="en-US" sz="2000" dirty="0"/>
              <a:t>Ka</a:t>
            </a:r>
            <a:r>
              <a:rPr lang="zh-TW" altLang="en-US" sz="2000" dirty="0"/>
              <a:t> ，右圖為</a:t>
            </a:r>
            <a:r>
              <a:rPr lang="en-US" altLang="zh-TW" sz="2000" dirty="0"/>
              <a:t>3dB</a:t>
            </a:r>
            <a:r>
              <a:rPr lang="zh-TW" altLang="en-US" sz="2000" dirty="0"/>
              <a:t>的 </a:t>
            </a:r>
            <a:r>
              <a:rPr lang="en-US" altLang="zh-TW" sz="2000" dirty="0"/>
              <a:t>beam</a:t>
            </a:r>
            <a:r>
              <a:rPr lang="zh-TW" altLang="en-US" sz="2000" dirty="0"/>
              <a:t>範圍</a:t>
            </a:r>
            <a:endParaRPr lang="en-US" sz="2000" dirty="0"/>
          </a:p>
          <a:p>
            <a:pPr lvl="1"/>
            <a:r>
              <a:rPr lang="en-US" sz="2000" dirty="0"/>
              <a:t>power </a:t>
            </a:r>
            <a:r>
              <a:rPr lang="en-US" sz="2000" dirty="0" err="1"/>
              <a:t>control+tilt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zh-TW" altLang="en-US" dirty="0"/>
              <a:t>其他論文</a:t>
            </a:r>
            <a:endParaRPr lang="en-US" altLang="zh-TW" dirty="0"/>
          </a:p>
          <a:p>
            <a:pPr lvl="1"/>
            <a:r>
              <a:rPr lang="en-US" dirty="0"/>
              <a:t>Board band(</a:t>
            </a:r>
            <a:r>
              <a:rPr lang="en-US" dirty="0" err="1"/>
              <a:t>Ku,Ka</a:t>
            </a:r>
            <a:r>
              <a:rPr lang="en-US" dirty="0"/>
              <a:t>) </a:t>
            </a:r>
          </a:p>
          <a:p>
            <a:pPr lvl="1"/>
            <a:r>
              <a:rPr lang="en-US" altLang="zh-TW" dirty="0"/>
              <a:t>Beam Hopping</a:t>
            </a:r>
            <a:r>
              <a:rPr lang="zh-TW" altLang="en-US" dirty="0"/>
              <a:t>技術</a:t>
            </a: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C8C0C4-7559-F04D-613A-5CCE59A14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765" y="-31046"/>
            <a:ext cx="3139909" cy="36576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37D66EC-A167-A743-4B52-CB1ADC0A9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765" y="3626554"/>
            <a:ext cx="3207000" cy="3362178"/>
          </a:xfrm>
          <a:prstGeom prst="rect">
            <a:avLst/>
          </a:prstGeom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4D3CDADE-A77A-EA23-50F9-B2092E98885C}"/>
              </a:ext>
            </a:extLst>
          </p:cNvPr>
          <p:cNvGrpSpPr/>
          <p:nvPr/>
        </p:nvGrpSpPr>
        <p:grpSpPr>
          <a:xfrm>
            <a:off x="242280" y="4272264"/>
            <a:ext cx="5683320" cy="1697040"/>
            <a:chOff x="242280" y="4272264"/>
            <a:chExt cx="5683320" cy="169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DF3B7D59-94A1-BB09-1997-66E41E1AE7BB}"/>
                    </a:ext>
                  </a:extLst>
                </p14:cNvPr>
                <p14:cNvContentPartPr/>
                <p14:nvPr/>
              </p14:nvContentPartPr>
              <p14:xfrm>
                <a:off x="388800" y="4272264"/>
                <a:ext cx="3189960" cy="16844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DF3B7D59-94A1-BB09-1997-66E41E1AE7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2680" y="4266144"/>
                  <a:ext cx="3202200" cy="16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9C7C826E-B394-A448-3155-6921CD6F0924}"/>
                    </a:ext>
                  </a:extLst>
                </p14:cNvPr>
                <p14:cNvContentPartPr/>
                <p14:nvPr/>
              </p14:nvContentPartPr>
              <p14:xfrm>
                <a:off x="3011400" y="5845464"/>
                <a:ext cx="753840" cy="10692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9C7C826E-B394-A448-3155-6921CD6F09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05280" y="5839344"/>
                  <a:ext cx="766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00B427F6-B8D2-5130-EE9F-4322F8E95CE0}"/>
                    </a:ext>
                  </a:extLst>
                </p14:cNvPr>
                <p14:cNvContentPartPr/>
                <p14:nvPr/>
              </p14:nvContentPartPr>
              <p14:xfrm>
                <a:off x="3584160" y="4992264"/>
                <a:ext cx="678960" cy="1908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00B427F6-B8D2-5130-EE9F-4322F8E95CE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78040" y="4986144"/>
                  <a:ext cx="691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67AFEDE1-8815-628A-60B4-87BB17581595}"/>
                    </a:ext>
                  </a:extLst>
                </p14:cNvPr>
                <p14:cNvContentPartPr/>
                <p14:nvPr/>
              </p14:nvContentPartPr>
              <p14:xfrm>
                <a:off x="4133880" y="4943664"/>
                <a:ext cx="131040" cy="11016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67AFEDE1-8815-628A-60B4-87BB175815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27760" y="4937544"/>
                  <a:ext cx="143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861E62E0-EF5D-9D23-2EC3-F653AE698048}"/>
                    </a:ext>
                  </a:extLst>
                </p14:cNvPr>
                <p14:cNvContentPartPr/>
                <p14:nvPr/>
              </p14:nvContentPartPr>
              <p14:xfrm>
                <a:off x="4657320" y="4730184"/>
                <a:ext cx="55080" cy="453600"/>
              </p14:xfrm>
            </p:contentPart>
          </mc:Choice>
          <mc:Fallback xmlns=""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861E62E0-EF5D-9D23-2EC3-F653AE6980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51200" y="4724064"/>
                  <a:ext cx="673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ECE1E097-129E-C514-BB9F-399CAD9B1F76}"/>
                    </a:ext>
                  </a:extLst>
                </p14:cNvPr>
                <p14:cNvContentPartPr/>
                <p14:nvPr/>
              </p14:nvContentPartPr>
              <p14:xfrm>
                <a:off x="4803480" y="4668624"/>
                <a:ext cx="1122120" cy="684720"/>
              </p14:xfrm>
            </p:contentPart>
          </mc:Choice>
          <mc:Fallback xmlns=""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ECE1E097-129E-C514-BB9F-399CAD9B1F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97360" y="4662504"/>
                  <a:ext cx="11343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050EC03F-361B-2916-F098-41504AEF5BEE}"/>
                    </a:ext>
                  </a:extLst>
                </p14:cNvPr>
                <p14:cNvContentPartPr/>
                <p14:nvPr/>
              </p14:nvContentPartPr>
              <p14:xfrm>
                <a:off x="4833720" y="5224104"/>
                <a:ext cx="764280" cy="3132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050EC03F-361B-2916-F098-41504AEF5B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27600" y="5217984"/>
                  <a:ext cx="776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722D1E63-5E3E-CB8B-B99D-2D9B40026687}"/>
                    </a:ext>
                  </a:extLst>
                </p14:cNvPr>
                <p14:cNvContentPartPr/>
                <p14:nvPr/>
              </p14:nvContentPartPr>
              <p14:xfrm>
                <a:off x="1109520" y="5205024"/>
                <a:ext cx="1717560" cy="4968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722D1E63-5E3E-CB8B-B99D-2D9B400266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03400" y="5198904"/>
                  <a:ext cx="1729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7AD85E4B-6DEC-D773-DC93-7D0A4385EA49}"/>
                    </a:ext>
                  </a:extLst>
                </p14:cNvPr>
                <p14:cNvContentPartPr/>
                <p14:nvPr/>
              </p14:nvContentPartPr>
              <p14:xfrm>
                <a:off x="242280" y="5113944"/>
                <a:ext cx="4119120" cy="85536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7AD85E4B-6DEC-D773-DC93-7D0A4385EA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6160" y="5107824"/>
                  <a:ext cx="413136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DB44CEA2-626B-33BB-C6B2-5F34A67CAFC7}"/>
                    </a:ext>
                  </a:extLst>
                </p14:cNvPr>
                <p14:cNvContentPartPr/>
                <p14:nvPr/>
              </p14:nvContentPartPr>
              <p14:xfrm>
                <a:off x="4151160" y="5486184"/>
                <a:ext cx="1085040" cy="1357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DB44CEA2-626B-33BB-C6B2-5F34A67CAF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45040" y="5480064"/>
                  <a:ext cx="10972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5F771ABC-69B4-F118-E161-D335BEF29E37}"/>
                    </a:ext>
                  </a:extLst>
                </p14:cNvPr>
                <p14:cNvContentPartPr/>
                <p14:nvPr/>
              </p14:nvContentPartPr>
              <p14:xfrm>
                <a:off x="4830840" y="5510664"/>
                <a:ext cx="424800" cy="20268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5F771ABC-69B4-F118-E161-D335BEF29E3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24720" y="5504544"/>
                  <a:ext cx="437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BCF70814-E9FE-8BB4-4F59-8F30E29E1080}"/>
                    </a:ext>
                  </a:extLst>
                </p14:cNvPr>
                <p14:cNvContentPartPr/>
                <p14:nvPr/>
              </p14:nvContentPartPr>
              <p14:xfrm>
                <a:off x="1139760" y="5607504"/>
                <a:ext cx="2498760" cy="720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BCF70814-E9FE-8BB4-4F59-8F30E29E108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33640" y="5601384"/>
                  <a:ext cx="25110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5E09DC4C-D96F-A74E-257C-A6B8580AEECC}"/>
              </a:ext>
            </a:extLst>
          </p:cNvPr>
          <p:cNvGrpSpPr/>
          <p:nvPr/>
        </p:nvGrpSpPr>
        <p:grpSpPr>
          <a:xfrm>
            <a:off x="6173640" y="2296944"/>
            <a:ext cx="1587240" cy="2019960"/>
            <a:chOff x="6173640" y="2296944"/>
            <a:chExt cx="1587240" cy="20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0BC6F3EF-B6B3-ABFF-CACB-F4A2F12DC61D}"/>
                    </a:ext>
                  </a:extLst>
                </p14:cNvPr>
                <p14:cNvContentPartPr/>
                <p14:nvPr/>
              </p14:nvContentPartPr>
              <p14:xfrm>
                <a:off x="6754320" y="2296944"/>
                <a:ext cx="543240" cy="33732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0BC6F3EF-B6B3-ABFF-CACB-F4A2F12DC6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48200" y="2290824"/>
                  <a:ext cx="5554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863F55EF-F349-1FE3-8268-8B02181747B7}"/>
                    </a:ext>
                  </a:extLst>
                </p14:cNvPr>
                <p14:cNvContentPartPr/>
                <p14:nvPr/>
              </p14:nvContentPartPr>
              <p14:xfrm>
                <a:off x="6173640" y="2462544"/>
                <a:ext cx="715320" cy="157356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863F55EF-F349-1FE3-8268-8B02181747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67520" y="2456424"/>
                  <a:ext cx="727560" cy="15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B59AB07C-2375-B63E-F954-CFCCDA2ABC82}"/>
                    </a:ext>
                  </a:extLst>
                </p14:cNvPr>
                <p14:cNvContentPartPr/>
                <p14:nvPr/>
              </p14:nvContentPartPr>
              <p14:xfrm>
                <a:off x="6295320" y="2541744"/>
                <a:ext cx="1465560" cy="177516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B59AB07C-2375-B63E-F954-CFCCDA2ABC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89200" y="2535624"/>
                  <a:ext cx="1477800" cy="178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2E5D989D-3FB5-16FC-396A-07A7788D8D93}"/>
              </a:ext>
            </a:extLst>
          </p:cNvPr>
          <p:cNvGrpSpPr/>
          <p:nvPr/>
        </p:nvGrpSpPr>
        <p:grpSpPr>
          <a:xfrm>
            <a:off x="4746960" y="1797624"/>
            <a:ext cx="825480" cy="299160"/>
            <a:chOff x="4746960" y="1797624"/>
            <a:chExt cx="82548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FEC38383-6749-7571-E5B2-1467DFA15656}"/>
                    </a:ext>
                  </a:extLst>
                </p14:cNvPr>
                <p14:cNvContentPartPr/>
                <p14:nvPr/>
              </p14:nvContentPartPr>
              <p14:xfrm>
                <a:off x="4746960" y="1797624"/>
                <a:ext cx="301320" cy="275400"/>
              </p14:xfrm>
            </p:contentPart>
          </mc:Choice>
          <mc:Fallback xmlns=""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FEC38383-6749-7571-E5B2-1467DFA156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40840" y="1791504"/>
                  <a:ext cx="313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94A61D6C-8F79-8165-1820-39111F5EF44E}"/>
                    </a:ext>
                  </a:extLst>
                </p14:cNvPr>
                <p14:cNvContentPartPr/>
                <p14:nvPr/>
              </p14:nvContentPartPr>
              <p14:xfrm>
                <a:off x="5199480" y="1999224"/>
                <a:ext cx="307080" cy="3168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94A61D6C-8F79-8165-1820-39111F5EF4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93360" y="1993104"/>
                  <a:ext cx="319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5A69C4D3-28BD-64AA-4AF6-9F5480563796}"/>
                    </a:ext>
                  </a:extLst>
                </p14:cNvPr>
                <p14:cNvContentPartPr/>
                <p14:nvPr/>
              </p14:nvContentPartPr>
              <p14:xfrm>
                <a:off x="5516640" y="2029824"/>
                <a:ext cx="55800" cy="6696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5A69C4D3-28BD-64AA-4AF6-9F54805637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10520" y="2023704"/>
                  <a:ext cx="68040" cy="7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9795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B4CFFA-15EE-3A3D-438B-B7F086C1A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579"/>
            <a:ext cx="6512826" cy="5381384"/>
          </a:xfrm>
        </p:spPr>
        <p:txBody>
          <a:bodyPr/>
          <a:lstStyle/>
          <a:p>
            <a:r>
              <a:rPr lang="en-US" dirty="0" err="1"/>
              <a:t>Oneweb</a:t>
            </a:r>
            <a:r>
              <a:rPr lang="zh-TW" altLang="en-US" dirty="0"/>
              <a:t>在</a:t>
            </a:r>
            <a:r>
              <a:rPr lang="en-US" altLang="zh-TW" dirty="0"/>
              <a:t>2020</a:t>
            </a:r>
            <a:r>
              <a:rPr lang="zh-TW" altLang="en-US" dirty="0"/>
              <a:t>對</a:t>
            </a:r>
            <a:r>
              <a:rPr lang="en-US" altLang="zh-TW" dirty="0"/>
              <a:t>FCC</a:t>
            </a:r>
            <a:r>
              <a:rPr lang="zh-TW" altLang="en-US" dirty="0"/>
              <a:t>申請的配置</a:t>
            </a:r>
            <a:endParaRPr lang="en-US" altLang="zh-TW" dirty="0"/>
          </a:p>
          <a:p>
            <a:pPr lvl="1"/>
            <a:r>
              <a:rPr lang="en-US" altLang="zh-TW" dirty="0"/>
              <a:t>87.9 </a:t>
            </a:r>
            <a:r>
              <a:rPr lang="zh-TW" altLang="en-US" dirty="0"/>
              <a:t>度</a:t>
            </a:r>
            <a:r>
              <a:rPr lang="en-US" altLang="zh-TW" dirty="0"/>
              <a:t>18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40</a:t>
            </a:r>
            <a:r>
              <a:rPr lang="zh-TW" altLang="en-US" dirty="0"/>
              <a:t>顆</a:t>
            </a:r>
            <a:endParaRPr lang="en-US" altLang="zh-TW" dirty="0"/>
          </a:p>
          <a:p>
            <a:pPr lvl="1"/>
            <a:r>
              <a:rPr lang="zh-TW" altLang="en-US" dirty="0"/>
              <a:t>覆蓋範圍是</a:t>
            </a:r>
            <a:r>
              <a:rPr lang="en-US" altLang="zh-TW" dirty="0"/>
              <a:t>-3dB</a:t>
            </a:r>
          </a:p>
          <a:p>
            <a:endParaRPr lang="en-US" dirty="0"/>
          </a:p>
          <a:p>
            <a:r>
              <a:rPr lang="zh-TW" altLang="en-US" dirty="0"/>
              <a:t>最終</a:t>
            </a:r>
            <a:r>
              <a:rPr lang="en-US" altLang="zh-TW" dirty="0"/>
              <a:t>FCC(2021)</a:t>
            </a:r>
            <a:r>
              <a:rPr lang="zh-TW" altLang="en-US" dirty="0"/>
              <a:t>申請過的配置</a:t>
            </a:r>
            <a:endParaRPr lang="en-US" altLang="zh-TW" dirty="0"/>
          </a:p>
          <a:p>
            <a:pPr lvl="1"/>
            <a:r>
              <a:rPr lang="en-US" altLang="zh-TW" dirty="0"/>
              <a:t>87.9 </a:t>
            </a:r>
            <a:r>
              <a:rPr lang="zh-TW" altLang="en-US" dirty="0"/>
              <a:t>度</a:t>
            </a:r>
            <a:r>
              <a:rPr lang="en-US" altLang="zh-TW" dirty="0"/>
              <a:t>12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49</a:t>
            </a:r>
            <a:r>
              <a:rPr lang="zh-TW" altLang="en-US" dirty="0"/>
              <a:t>顆</a:t>
            </a:r>
            <a:endParaRPr lang="en-US" altLang="zh-TW" dirty="0"/>
          </a:p>
          <a:p>
            <a:pPr lvl="1"/>
            <a:r>
              <a:rPr lang="en-US" altLang="zh-TW" dirty="0"/>
              <a:t>55</a:t>
            </a:r>
            <a:r>
              <a:rPr lang="zh-TW" altLang="en-US" dirty="0"/>
              <a:t>度 </a:t>
            </a:r>
            <a:r>
              <a:rPr lang="en-US" altLang="zh-TW" dirty="0"/>
              <a:t>8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16</a:t>
            </a:r>
            <a:r>
              <a:rPr lang="zh-TW" altLang="en-US" dirty="0"/>
              <a:t>顆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dirty="0"/>
              <a:t>Joint Power and Tilt Control in Satellite Constellation for NGSO-GSO Interference Mitigation</a:t>
            </a:r>
          </a:p>
          <a:p>
            <a:pPr lvl="1"/>
            <a:r>
              <a:rPr lang="en-US" altLang="zh-TW" dirty="0"/>
              <a:t>87.9 </a:t>
            </a:r>
            <a:r>
              <a:rPr lang="zh-TW" altLang="en-US" dirty="0"/>
              <a:t>度</a:t>
            </a:r>
            <a:r>
              <a:rPr lang="en-US" altLang="zh-TW" dirty="0"/>
              <a:t>36</a:t>
            </a:r>
            <a:r>
              <a:rPr lang="zh-TW" altLang="en-US" dirty="0"/>
              <a:t> </a:t>
            </a:r>
            <a:r>
              <a:rPr lang="en-US" altLang="zh-TW" dirty="0"/>
              <a:t>plane</a:t>
            </a:r>
            <a:r>
              <a:rPr lang="zh-TW" altLang="en-US" dirty="0"/>
              <a:t>，每軌</a:t>
            </a:r>
            <a:r>
              <a:rPr lang="en-US" altLang="zh-TW" dirty="0"/>
              <a:t>49</a:t>
            </a:r>
            <a:r>
              <a:rPr lang="zh-TW" altLang="en-US" dirty="0"/>
              <a:t>顆</a:t>
            </a:r>
            <a:endParaRPr lang="en-US" altLang="zh-TW" dirty="0"/>
          </a:p>
          <a:p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lvl="1"/>
            <a:endParaRPr lang="en-US" dirty="0"/>
          </a:p>
          <a:p>
            <a:endParaRPr lang="en-US" dirty="0"/>
          </a:p>
          <a:p>
            <a:endParaRPr lang="vi-VN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289841-7B76-2155-0BD7-56B833C6B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681" y="-33573"/>
            <a:ext cx="3231406" cy="346257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9022E37-03F4-0669-3F68-14B99DCA6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212" y="3348130"/>
            <a:ext cx="4550788" cy="3575619"/>
          </a:xfrm>
          <a:prstGeom prst="rect">
            <a:avLst/>
          </a:prstGeom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841C36FB-157D-60D0-26EF-C9BB09CEAA9B}"/>
              </a:ext>
            </a:extLst>
          </p:cNvPr>
          <p:cNvGrpSpPr/>
          <p:nvPr/>
        </p:nvGrpSpPr>
        <p:grpSpPr>
          <a:xfrm>
            <a:off x="651240" y="3641736"/>
            <a:ext cx="7455960" cy="2406960"/>
            <a:chOff x="651240" y="3641736"/>
            <a:chExt cx="7455960" cy="24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9180E6F1-EF4A-8DD7-8400-B62F0F84DBEE}"/>
                    </a:ext>
                  </a:extLst>
                </p14:cNvPr>
                <p14:cNvContentPartPr/>
                <p14:nvPr/>
              </p14:nvContentPartPr>
              <p14:xfrm>
                <a:off x="6364080" y="5681496"/>
                <a:ext cx="348120" cy="36720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9180E6F1-EF4A-8DD7-8400-B62F0F84DB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57960" y="5675376"/>
                  <a:ext cx="3603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2E37C7A9-99E3-212E-8ADB-D4BEB1A3024F}"/>
                    </a:ext>
                  </a:extLst>
                </p14:cNvPr>
                <p14:cNvContentPartPr/>
                <p14:nvPr/>
              </p14:nvContentPartPr>
              <p14:xfrm>
                <a:off x="6717600" y="5852136"/>
                <a:ext cx="115200" cy="16416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2E37C7A9-99E3-212E-8ADB-D4BEB1A302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11480" y="5846016"/>
                  <a:ext cx="127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B6F70887-F09A-0568-040A-1143158E23F2}"/>
                    </a:ext>
                  </a:extLst>
                </p14:cNvPr>
                <p14:cNvContentPartPr/>
                <p14:nvPr/>
              </p14:nvContentPartPr>
              <p14:xfrm>
                <a:off x="6503400" y="4888776"/>
                <a:ext cx="147600" cy="20844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B6F70887-F09A-0568-040A-1143158E23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97280" y="4882656"/>
                  <a:ext cx="159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4782A0B1-D983-CF34-AF05-3A09D7615231}"/>
                    </a:ext>
                  </a:extLst>
                </p14:cNvPr>
                <p14:cNvContentPartPr/>
                <p14:nvPr/>
              </p14:nvContentPartPr>
              <p14:xfrm>
                <a:off x="6690960" y="4766376"/>
                <a:ext cx="142920" cy="70236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4782A0B1-D983-CF34-AF05-3A09D76152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84840" y="4760256"/>
                  <a:ext cx="15516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3779EF2E-D9DA-EAE4-46D6-BFE6596A4789}"/>
                    </a:ext>
                  </a:extLst>
                </p14:cNvPr>
                <p14:cNvContentPartPr/>
                <p14:nvPr/>
              </p14:nvContentPartPr>
              <p14:xfrm>
                <a:off x="7051320" y="4795896"/>
                <a:ext cx="380880" cy="3326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3779EF2E-D9DA-EAE4-46D6-BFE6596A478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45200" y="4789776"/>
                  <a:ext cx="3931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CEF86185-01C4-BB38-51E9-F47B051311A2}"/>
                    </a:ext>
                  </a:extLst>
                </p14:cNvPr>
                <p14:cNvContentPartPr/>
                <p14:nvPr/>
              </p14:nvContentPartPr>
              <p14:xfrm>
                <a:off x="6248160" y="5266416"/>
                <a:ext cx="1158480" cy="177480"/>
              </p14:xfrm>
            </p:contentPart>
          </mc:Choice>
          <mc:Fallback xmlns=""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CEF86185-01C4-BB38-51E9-F47B051311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42040" y="5260296"/>
                  <a:ext cx="1170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F5BCE991-D65F-E709-7E5C-C7D56A748674}"/>
                    </a:ext>
                  </a:extLst>
                </p14:cNvPr>
                <p14:cNvContentPartPr/>
                <p14:nvPr/>
              </p14:nvContentPartPr>
              <p14:xfrm>
                <a:off x="7514640" y="4961856"/>
                <a:ext cx="193320" cy="360360"/>
              </p14:xfrm>
            </p:contentPart>
          </mc:Choice>
          <mc:Fallback xmlns=""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F5BCE991-D65F-E709-7E5C-C7D56A7486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08520" y="4955736"/>
                  <a:ext cx="2055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A7F000A2-5F7A-AAA0-F4F2-ECDFACB8A5EC}"/>
                    </a:ext>
                  </a:extLst>
                </p14:cNvPr>
                <p14:cNvContentPartPr/>
                <p14:nvPr/>
              </p14:nvContentPartPr>
              <p14:xfrm>
                <a:off x="7827480" y="4983096"/>
                <a:ext cx="83520" cy="230760"/>
              </p14:xfrm>
            </p:contentPart>
          </mc:Choice>
          <mc:Fallback xmlns=""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A7F000A2-5F7A-AAA0-F4F2-ECDFACB8A5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21360" y="4976976"/>
                  <a:ext cx="95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04AFF84A-ED1F-5C69-0E9D-1FE9D06C1C49}"/>
                    </a:ext>
                  </a:extLst>
                </p14:cNvPr>
                <p14:cNvContentPartPr/>
                <p14:nvPr/>
              </p14:nvContentPartPr>
              <p14:xfrm>
                <a:off x="7936920" y="4961856"/>
                <a:ext cx="170280" cy="34308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04AFF84A-ED1F-5C69-0E9D-1FE9D06C1C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30800" y="4955736"/>
                  <a:ext cx="1825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A57F08DD-4024-BC13-8CA3-C5A92BB8916C}"/>
                    </a:ext>
                  </a:extLst>
                </p14:cNvPr>
                <p14:cNvContentPartPr/>
                <p14:nvPr/>
              </p14:nvContentPartPr>
              <p14:xfrm>
                <a:off x="651240" y="3901296"/>
                <a:ext cx="4408920" cy="184788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A57F08DD-4024-BC13-8CA3-C5A92BB891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5120" y="3895176"/>
                  <a:ext cx="4421160" cy="18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E2D28853-0E76-9809-8B24-C92EC9DD1A16}"/>
                    </a:ext>
                  </a:extLst>
                </p14:cNvPr>
                <p14:cNvContentPartPr/>
                <p14:nvPr/>
              </p14:nvContentPartPr>
              <p14:xfrm>
                <a:off x="5846040" y="3718416"/>
                <a:ext cx="19080" cy="666720"/>
              </p14:xfrm>
            </p:contentPart>
          </mc:Choice>
          <mc:Fallback xmlns=""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E2D28853-0E76-9809-8B24-C92EC9DD1A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39920" y="3712296"/>
                  <a:ext cx="3132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F0CCBCFA-7829-08F8-B330-EBFE341B6B32}"/>
                    </a:ext>
                  </a:extLst>
                </p14:cNvPr>
                <p14:cNvContentPartPr/>
                <p14:nvPr/>
              </p14:nvContentPartPr>
              <p14:xfrm>
                <a:off x="5955480" y="3641736"/>
                <a:ext cx="542520" cy="69228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F0CCBCFA-7829-08F8-B330-EBFE341B6B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49360" y="3635616"/>
                  <a:ext cx="55476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29ED9E82-039C-2E93-3E76-43C46748EC00}"/>
                    </a:ext>
                  </a:extLst>
                </p14:cNvPr>
                <p14:cNvContentPartPr/>
                <p14:nvPr/>
              </p14:nvContentPartPr>
              <p14:xfrm>
                <a:off x="6571440" y="3717696"/>
                <a:ext cx="240120" cy="50436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29ED9E82-039C-2E93-3E76-43C46748EC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65320" y="3711576"/>
                  <a:ext cx="2523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FDF42E23-B3E1-A69B-2444-6C9C5E0F3E0F}"/>
                    </a:ext>
                  </a:extLst>
                </p14:cNvPr>
                <p14:cNvContentPartPr/>
                <p14:nvPr/>
              </p14:nvContentPartPr>
              <p14:xfrm>
                <a:off x="6869880" y="4065816"/>
                <a:ext cx="118800" cy="529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FDF42E23-B3E1-A69B-2444-6C9C5E0F3E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63760" y="4059696"/>
                  <a:ext cx="131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93212A52-D775-0476-EA51-05D5C1FC1E34}"/>
                    </a:ext>
                  </a:extLst>
                </p14:cNvPr>
                <p14:cNvContentPartPr/>
                <p14:nvPr/>
              </p14:nvContentPartPr>
              <p14:xfrm>
                <a:off x="7138080" y="3730656"/>
                <a:ext cx="304200" cy="20268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93212A52-D775-0476-EA51-05D5C1FC1E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31960" y="3724536"/>
                  <a:ext cx="316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0EE72E1F-E9E1-165F-BCA0-50DB30C4D315}"/>
                    </a:ext>
                  </a:extLst>
                </p14:cNvPr>
                <p14:cNvContentPartPr/>
                <p14:nvPr/>
              </p14:nvContentPartPr>
              <p14:xfrm>
                <a:off x="7367400" y="3730656"/>
                <a:ext cx="9360" cy="59976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0EE72E1F-E9E1-165F-BCA0-50DB30C4D31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61280" y="3724536"/>
                  <a:ext cx="21600" cy="61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A194DBBE-CC40-D0C7-1643-DC70C460E175}"/>
              </a:ext>
            </a:extLst>
          </p:cNvPr>
          <p:cNvGrpSpPr/>
          <p:nvPr/>
        </p:nvGrpSpPr>
        <p:grpSpPr>
          <a:xfrm>
            <a:off x="8489520" y="821880"/>
            <a:ext cx="1673280" cy="1897560"/>
            <a:chOff x="8489520" y="821880"/>
            <a:chExt cx="1673280" cy="18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3CDA1A35-D2E2-5EDF-9AA8-5087A30E80E3}"/>
                    </a:ext>
                  </a:extLst>
                </p14:cNvPr>
                <p14:cNvContentPartPr/>
                <p14:nvPr/>
              </p14:nvContentPartPr>
              <p14:xfrm>
                <a:off x="8687160" y="835200"/>
                <a:ext cx="66960" cy="84060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3CDA1A35-D2E2-5EDF-9AA8-5087A30E80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81040" y="829080"/>
                  <a:ext cx="7920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AA95139B-5A18-8628-D00D-99B687D36473}"/>
                    </a:ext>
                  </a:extLst>
                </p14:cNvPr>
                <p14:cNvContentPartPr/>
                <p14:nvPr/>
              </p14:nvContentPartPr>
              <p14:xfrm>
                <a:off x="8887680" y="821880"/>
                <a:ext cx="1275120" cy="928080"/>
              </p14:xfrm>
            </p:contentPart>
          </mc:Choice>
          <mc:Fallback xmlns=""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AA95139B-5A18-8628-D00D-99B687D364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81560" y="815760"/>
                  <a:ext cx="128736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E1CDB1F0-8E44-FAF7-A6F9-1514E1375AD4}"/>
                    </a:ext>
                  </a:extLst>
                </p14:cNvPr>
                <p14:cNvContentPartPr/>
                <p14:nvPr/>
              </p14:nvContentPartPr>
              <p14:xfrm>
                <a:off x="8698680" y="1950480"/>
                <a:ext cx="55440" cy="650880"/>
              </p14:xfrm>
            </p:contentPart>
          </mc:Choice>
          <mc:Fallback xmlns=""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E1CDB1F0-8E44-FAF7-A6F9-1514E1375A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92560" y="1944360"/>
                  <a:ext cx="6768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39273BCE-F886-A0C3-F820-6D09917328BD}"/>
                    </a:ext>
                  </a:extLst>
                </p14:cNvPr>
                <p14:cNvContentPartPr/>
                <p14:nvPr/>
              </p14:nvContentPartPr>
              <p14:xfrm>
                <a:off x="8489520" y="1626480"/>
                <a:ext cx="1594080" cy="10929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39273BCE-F886-A0C3-F820-6D09917328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83400" y="1620360"/>
                  <a:ext cx="1606320" cy="11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9D82900B-EA02-3468-03C0-DD6E6476CD88}"/>
              </a:ext>
            </a:extLst>
          </p:cNvPr>
          <p:cNvGrpSpPr/>
          <p:nvPr/>
        </p:nvGrpSpPr>
        <p:grpSpPr>
          <a:xfrm>
            <a:off x="8656200" y="3442680"/>
            <a:ext cx="3121560" cy="2970720"/>
            <a:chOff x="8656200" y="3442680"/>
            <a:chExt cx="3121560" cy="29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AF97AA66-4FA6-6D0F-11E9-E07262F26D80}"/>
                    </a:ext>
                  </a:extLst>
                </p14:cNvPr>
                <p14:cNvContentPartPr/>
                <p14:nvPr/>
              </p14:nvContentPartPr>
              <p14:xfrm>
                <a:off x="8656200" y="4010760"/>
                <a:ext cx="98280" cy="217800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AF97AA66-4FA6-6D0F-11E9-E07262F26D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50080" y="4004640"/>
                  <a:ext cx="110520" cy="21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F653C03A-8D64-9902-8E01-1AA301A650F0}"/>
                    </a:ext>
                  </a:extLst>
                </p14:cNvPr>
                <p14:cNvContentPartPr/>
                <p14:nvPr/>
              </p14:nvContentPartPr>
              <p14:xfrm>
                <a:off x="8735400" y="3442680"/>
                <a:ext cx="3042360" cy="297072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F653C03A-8D64-9902-8E01-1AA301A650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29280" y="3436560"/>
                  <a:ext cx="3054600" cy="29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E42C05EE-1E08-0DAC-5F38-7029D6726ADA}"/>
                    </a:ext>
                  </a:extLst>
                </p14:cNvPr>
                <p14:cNvContentPartPr/>
                <p14:nvPr/>
              </p14:nvContentPartPr>
              <p14:xfrm>
                <a:off x="8716320" y="3584160"/>
                <a:ext cx="2647440" cy="265284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E42C05EE-1E08-0DAC-5F38-7029D6726AD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10200" y="3578040"/>
                  <a:ext cx="2659680" cy="266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055449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AF859-926B-3AFF-C40C-95EFE83D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71"/>
            <a:ext cx="10515600" cy="1325563"/>
          </a:xfrm>
        </p:spPr>
        <p:txBody>
          <a:bodyPr/>
          <a:lstStyle/>
          <a:p>
            <a:r>
              <a:rPr lang="en-US" altLang="zh-TW" dirty="0"/>
              <a:t>EPFD</a:t>
            </a:r>
            <a:r>
              <a:rPr lang="zh-TW" altLang="en-US" dirty="0"/>
              <a:t>計算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588607-CE46-6CDA-5EF4-6220695D5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199"/>
            <a:ext cx="10515600" cy="5711529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以 </a:t>
            </a:r>
            <a:r>
              <a:rPr lang="vi-VN" dirty="0"/>
              <a:t>target GSO GS </a:t>
            </a:r>
            <a:r>
              <a:rPr lang="zh-TW" altLang="en-US" dirty="0"/>
              <a:t>為基準，計算所有可視 </a:t>
            </a:r>
            <a:r>
              <a:rPr lang="vi-VN" dirty="0"/>
              <a:t>LEO </a:t>
            </a:r>
            <a:r>
              <a:rPr lang="zh-TW" altLang="en-US" dirty="0"/>
              <a:t>衛星的 </a:t>
            </a:r>
            <a:r>
              <a:rPr lang="vi-VN" dirty="0"/>
              <a:t>aggregate EPFD</a:t>
            </a:r>
            <a:endParaRPr lang="en-US" altLang="zh-TW" dirty="0"/>
          </a:p>
          <a:p>
            <a:r>
              <a:rPr lang="zh-TW" altLang="en-US" dirty="0"/>
              <a:t>衛星 </a:t>
            </a:r>
            <a:r>
              <a:rPr lang="en-US" altLang="zh-TW" dirty="0"/>
              <a:t>level (</a:t>
            </a:r>
            <a:r>
              <a:rPr lang="zh-TW" altLang="en-US" dirty="0"/>
              <a:t>單一</a:t>
            </a:r>
            <a:r>
              <a:rPr lang="en-US" altLang="zh-TW" dirty="0"/>
              <a:t>beam):</a:t>
            </a:r>
          </a:p>
          <a:p>
            <a:pPr lvl="1"/>
            <a:r>
              <a:rPr lang="zh-TW" altLang="en-US" dirty="0"/>
              <a:t>每顆衛星以其總發射功率、對 </a:t>
            </a:r>
            <a:r>
              <a:rPr lang="en-US" altLang="zh-TW" dirty="0"/>
              <a:t>GS </a:t>
            </a:r>
            <a:r>
              <a:rPr lang="zh-TW" altLang="en-US" dirty="0"/>
              <a:t>的發射天線增益、衛星至 </a:t>
            </a:r>
            <a:r>
              <a:rPr lang="en-US" altLang="zh-TW" dirty="0"/>
              <a:t>GS </a:t>
            </a:r>
            <a:r>
              <a:rPr lang="zh-TW" altLang="en-US" dirty="0"/>
              <a:t>距離，以及 </a:t>
            </a:r>
            <a:r>
              <a:rPr lang="en-US" altLang="zh-TW" dirty="0"/>
              <a:t>GS </a:t>
            </a:r>
            <a:r>
              <a:rPr lang="zh-TW" altLang="en-US" dirty="0"/>
              <a:t>接收增益，計算其 </a:t>
            </a:r>
            <a:r>
              <a:rPr lang="en-US" altLang="zh-TW" dirty="0"/>
              <a:t>EPFD </a:t>
            </a:r>
            <a:r>
              <a:rPr lang="zh-TW" altLang="en-US" dirty="0"/>
              <a:t>貢獻。</a:t>
            </a:r>
            <a:endParaRPr lang="en-US" dirty="0"/>
          </a:p>
          <a:p>
            <a:endParaRPr lang="en-US" dirty="0"/>
          </a:p>
          <a:p>
            <a:r>
              <a:rPr lang="en-US" dirty="0"/>
              <a:t>Beam level:</a:t>
            </a:r>
          </a:p>
          <a:p>
            <a:pPr lvl="1"/>
            <a:r>
              <a:rPr lang="zh-TW" altLang="en-US" dirty="0"/>
              <a:t>將單顆衛星細分為 </a:t>
            </a:r>
            <a:r>
              <a:rPr lang="en-US" altLang="zh-TW" b="1" dirty="0"/>
              <a:t>16 </a:t>
            </a:r>
            <a:r>
              <a:rPr lang="zh-TW" altLang="en-US" b="1" dirty="0"/>
              <a:t>個 </a:t>
            </a:r>
            <a:r>
              <a:rPr lang="en-US" altLang="zh-TW" b="1" dirty="0"/>
              <a:t>beams</a:t>
            </a:r>
            <a:r>
              <a:rPr lang="zh-TW" altLang="en-US" dirty="0"/>
              <a:t>，分別計算每個</a:t>
            </a:r>
            <a:r>
              <a:rPr lang="vi-VN" dirty="0"/>
              <a:t>active</a:t>
            </a:r>
            <a:r>
              <a:rPr lang="zh-TW" altLang="en-US" dirty="0"/>
              <a:t> </a:t>
            </a:r>
            <a:r>
              <a:rPr lang="en-US" altLang="zh-TW" dirty="0"/>
              <a:t>beam </a:t>
            </a:r>
            <a:r>
              <a:rPr lang="zh-TW" altLang="en-US" dirty="0"/>
              <a:t>對 </a:t>
            </a:r>
            <a:r>
              <a:rPr lang="en-US" altLang="zh-TW" dirty="0"/>
              <a:t>GS </a:t>
            </a:r>
            <a:r>
              <a:rPr lang="zh-TW" altLang="en-US" dirty="0"/>
              <a:t>的干擾貢獻</a:t>
            </a:r>
            <a:endParaRPr lang="en-US" altLang="zh-TW" dirty="0"/>
          </a:p>
          <a:p>
            <a:pPr lvl="1"/>
            <a:r>
              <a:rPr lang="zh-TW" altLang="en-US" dirty="0"/>
              <a:t>每個 </a:t>
            </a:r>
            <a:r>
              <a:rPr lang="en-US" altLang="zh-TW" dirty="0"/>
              <a:t>beam </a:t>
            </a:r>
            <a:r>
              <a:rPr lang="zh-TW" altLang="en-US" dirty="0"/>
              <a:t>的貢獻與其發射功率、離軸角、波束方向及路徑損耗有關</a:t>
            </a:r>
            <a:endParaRPr lang="en-US" altLang="zh-TW" dirty="0"/>
          </a:p>
          <a:p>
            <a:pPr lvl="1"/>
            <a:r>
              <a:rPr lang="zh-TW" altLang="en-US" dirty="0"/>
              <a:t>同一顆衛星內所有 </a:t>
            </a:r>
            <a:r>
              <a:rPr lang="en-US" altLang="zh-TW" dirty="0"/>
              <a:t>active beams </a:t>
            </a:r>
            <a:r>
              <a:rPr lang="zh-TW" altLang="en-US" dirty="0"/>
              <a:t>先於</a:t>
            </a:r>
            <a:r>
              <a:rPr lang="zh-TW" altLang="en-US" b="1" dirty="0"/>
              <a:t>線性域加總</a:t>
            </a:r>
            <a:r>
              <a:rPr lang="zh-TW" altLang="en-US" dirty="0"/>
              <a:t>，得到該衛星的總干擾貢獻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再將所有可視衛星的 </a:t>
            </a:r>
            <a:r>
              <a:rPr lang="vi-VN" dirty="0"/>
              <a:t>beam aggregate contribution </a:t>
            </a:r>
            <a:r>
              <a:rPr lang="zh-TW" altLang="en-US" dirty="0"/>
              <a:t>加總，得到整體 </a:t>
            </a:r>
            <a:r>
              <a:rPr lang="vi-VN" dirty="0"/>
              <a:t>EPFD</a:t>
            </a:r>
            <a:endParaRPr lang="en-US" altLang="zh-TW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574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DD160-7A9E-7ACD-3FBD-0B97FE72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load-aware power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9FE7285-5C3C-37E9-31B7-6B7C59890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User</a:t>
                </a:r>
                <a:r>
                  <a:rPr lang="zh-TW" altLang="en-US" dirty="0"/>
                  <a:t>會在每個</a:t>
                </a:r>
                <a:r>
                  <a:rPr lang="en-US" altLang="zh-TW" dirty="0"/>
                  <a:t>time slot </a:t>
                </a:r>
                <a:r>
                  <a:rPr lang="zh-TW" altLang="en-US" dirty="0"/>
                  <a:t>隨機在衛星底下生成，分配在不同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，也可能多個</a:t>
                </a:r>
                <a:r>
                  <a:rPr lang="en-US" altLang="zh-TW" dirty="0"/>
                  <a:t>user</a:t>
                </a:r>
                <a:r>
                  <a:rPr lang="zh-TW" altLang="en-US" dirty="0"/>
                  <a:t>在同一個</a:t>
                </a:r>
                <a:r>
                  <a:rPr lang="en-US" altLang="zh-TW" dirty="0"/>
                  <a:t>beam</a:t>
                </a:r>
              </a:p>
              <a:p>
                <a:r>
                  <a:rPr lang="zh-TW" altLang="en-US" dirty="0"/>
                  <a:t>先看一顆</a:t>
                </a:r>
                <a:r>
                  <a:rPr lang="zh-TW" altLang="en-US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衛星總功率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max</m:t>
                        </m:r>
                      </m:sup>
                    </m:sSubSup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再看 </a:t>
                </a:r>
                <a:r>
                  <a:rPr lang="vi-VN" dirty="0"/>
                  <a:t>active beams </a:t>
                </a:r>
                <a:r>
                  <a:rPr lang="zh-TW" altLang="en-US" dirty="0"/>
                  <a:t>上各自掛了多少 </a:t>
                </a:r>
                <a:r>
                  <a:rPr lang="vi-VN" dirty="0"/>
                  <a:t>user。</a:t>
                </a:r>
                <a:endParaRPr lang="en-US" dirty="0"/>
              </a:p>
              <a:p>
                <a:r>
                  <a:rPr lang="zh-TW" altLang="en-US" dirty="0"/>
                  <a:t>功率分配，假設每個</a:t>
                </a:r>
                <a:r>
                  <a:rPr lang="en-US" altLang="zh-TW" dirty="0"/>
                  <a:t>user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demand</a:t>
                </a:r>
                <a:r>
                  <a:rPr lang="zh-TW" altLang="en-US" dirty="0"/>
                  <a:t>都一樣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p>
                      </m:sSubSup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sSubSup>
                                <m:sSubSup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act</m:t>
                                  </m:r>
                                </m:sup>
                              </m:sSub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dirty="0"/>
              </a:p>
              <a:p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dirty="0"/>
                  <a:t>beam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上的 </a:t>
                </a:r>
                <a:r>
                  <a:rPr lang="vi-VN" dirty="0"/>
                  <a:t>user </a:t>
                </a:r>
                <a:r>
                  <a:rPr lang="zh-TW" altLang="en-US" dirty="0"/>
                  <a:t>數</a:t>
                </a:r>
                <a:endParaRPr lang="en-US" altLang="zh-TW" dirty="0"/>
              </a:p>
              <a:p>
                <a:pPr lvl="1"/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9FE7285-5C3C-37E9-31B7-6B7C59890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 r="-139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1753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5F9AE-8320-D42A-EB23-E9C61DDE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</a:t>
            </a:r>
            <a:r>
              <a:rPr lang="zh-TW" altLang="en-US" dirty="0"/>
              <a:t>之間干擾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C60526-0E88-264D-7689-5B1BDE892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2198"/>
          </a:xfrm>
        </p:spPr>
        <p:txBody>
          <a:bodyPr>
            <a:normAutofit/>
          </a:bodyPr>
          <a:lstStyle/>
          <a:p>
            <a:r>
              <a:rPr lang="vi-VN" dirty="0"/>
              <a:t>frequency reuse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vi-VN" dirty="0"/>
              <a:t>OneWeb </a:t>
            </a:r>
            <a:r>
              <a:rPr lang="zh-TW" altLang="en-US" dirty="0"/>
              <a:t>的 </a:t>
            </a:r>
            <a:r>
              <a:rPr lang="vi-VN" dirty="0"/>
              <a:t>Ku-band downlink </a:t>
            </a:r>
            <a:r>
              <a:rPr lang="zh-TW" altLang="en-US" dirty="0"/>
              <a:t>會把頻譜</a:t>
            </a:r>
            <a:r>
              <a:rPr lang="en-US" altLang="zh-TW" dirty="0"/>
              <a:t>(</a:t>
            </a:r>
            <a:r>
              <a:rPr lang="vi-VN" dirty="0"/>
              <a:t>10.7–12.7 GHz</a:t>
            </a:r>
            <a:r>
              <a:rPr lang="en-US" altLang="zh-TW" dirty="0"/>
              <a:t>)</a:t>
            </a:r>
            <a:r>
              <a:rPr lang="zh-TW" altLang="en-US" dirty="0"/>
              <a:t>切成 </a:t>
            </a:r>
            <a:r>
              <a:rPr lang="en-US" altLang="zh-TW" dirty="0"/>
              <a:t>8 </a:t>
            </a:r>
            <a:r>
              <a:rPr lang="zh-TW" altLang="en-US" dirty="0"/>
              <a:t>個連續 </a:t>
            </a:r>
            <a:r>
              <a:rPr lang="vi-VN" dirty="0"/>
              <a:t>channels，</a:t>
            </a:r>
            <a:r>
              <a:rPr lang="zh-TW" altLang="en-US" dirty="0"/>
              <a:t>每個 </a:t>
            </a:r>
            <a:r>
              <a:rPr lang="vi-VN" dirty="0"/>
              <a:t>channel </a:t>
            </a:r>
            <a:r>
              <a:rPr lang="zh-TW" altLang="en-US" dirty="0"/>
              <a:t>約 </a:t>
            </a:r>
            <a:r>
              <a:rPr lang="en-US" altLang="zh-TW" dirty="0"/>
              <a:t>250 </a:t>
            </a:r>
            <a:r>
              <a:rPr lang="vi-VN" dirty="0"/>
              <a:t>MHz。</a:t>
            </a:r>
            <a:r>
              <a:rPr lang="zh-TW" altLang="en-US" dirty="0"/>
              <a:t>每顆衛星有 </a:t>
            </a:r>
            <a:r>
              <a:rPr lang="en-US" altLang="zh-TW" dirty="0"/>
              <a:t>16 </a:t>
            </a:r>
            <a:r>
              <a:rPr lang="zh-TW" altLang="en-US" dirty="0"/>
              <a:t>個固定 </a:t>
            </a:r>
            <a:r>
              <a:rPr lang="vi-VN" dirty="0"/>
              <a:t>beams，</a:t>
            </a:r>
            <a:r>
              <a:rPr lang="zh-TW" altLang="en-US" dirty="0"/>
              <a:t>而且 每個 </a:t>
            </a:r>
            <a:r>
              <a:rPr lang="vi-VN" dirty="0"/>
              <a:t>beam </a:t>
            </a:r>
            <a:r>
              <a:rPr lang="zh-TW" altLang="en-US" dirty="0"/>
              <a:t>在某一時刻使用其中 </a:t>
            </a:r>
            <a:r>
              <a:rPr lang="en-US" altLang="zh-TW" dirty="0"/>
              <a:t>1 </a:t>
            </a:r>
            <a:r>
              <a:rPr lang="zh-TW" altLang="en-US" dirty="0"/>
              <a:t>個 </a:t>
            </a:r>
            <a:r>
              <a:rPr lang="vi-VN" dirty="0"/>
              <a:t>channel</a:t>
            </a:r>
            <a:endParaRPr lang="en-US" dirty="0"/>
          </a:p>
          <a:p>
            <a:endParaRPr lang="en-US" dirty="0"/>
          </a:p>
          <a:p>
            <a:r>
              <a:rPr lang="vi-VN" dirty="0"/>
              <a:t>OneWeb </a:t>
            </a:r>
            <a:r>
              <a:rPr lang="zh-TW" altLang="en-US" dirty="0"/>
              <a:t>一顆衛星有 </a:t>
            </a:r>
            <a:r>
              <a:rPr lang="en-US" altLang="zh-TW" b="1" dirty="0"/>
              <a:t>16 </a:t>
            </a:r>
            <a:r>
              <a:rPr lang="zh-TW" altLang="en-US" b="1" dirty="0"/>
              <a:t>個 </a:t>
            </a:r>
            <a:r>
              <a:rPr lang="vi-VN" b="1" dirty="0"/>
              <a:t>beams</a:t>
            </a:r>
            <a:r>
              <a:rPr lang="vi-VN" dirty="0"/>
              <a:t>，</a:t>
            </a:r>
            <a:r>
              <a:rPr lang="en-US" altLang="zh-TW" b="1" dirty="0"/>
              <a:t>8 </a:t>
            </a:r>
            <a:r>
              <a:rPr lang="zh-TW" altLang="en-US" b="1" dirty="0"/>
              <a:t>個 </a:t>
            </a:r>
            <a:r>
              <a:rPr lang="vi-VN" b="1" dirty="0"/>
              <a:t>channels</a:t>
            </a:r>
            <a:endParaRPr lang="en-US" b="1" dirty="0"/>
          </a:p>
          <a:p>
            <a:pPr lvl="1"/>
            <a:r>
              <a:rPr lang="en-US" altLang="zh-TW" dirty="0"/>
              <a:t>16 </a:t>
            </a:r>
            <a:r>
              <a:rPr lang="zh-TW" altLang="en-US" dirty="0"/>
              <a:t>個 </a:t>
            </a:r>
            <a:r>
              <a:rPr lang="vi-VN" dirty="0"/>
              <a:t>beams </a:t>
            </a:r>
            <a:r>
              <a:rPr lang="zh-TW" altLang="en-US" dirty="0"/>
              <a:t>分配 </a:t>
            </a:r>
            <a:r>
              <a:rPr lang="en-US" altLang="zh-TW" dirty="0"/>
              <a:t>8 </a:t>
            </a:r>
            <a:r>
              <a:rPr lang="zh-TW" altLang="en-US" dirty="0"/>
              <a:t>種 </a:t>
            </a:r>
            <a:r>
              <a:rPr lang="vi-VN" dirty="0"/>
              <a:t>channel</a:t>
            </a:r>
            <a:endParaRPr lang="en-US" dirty="0"/>
          </a:p>
          <a:p>
            <a:pPr lvl="1"/>
            <a:r>
              <a:rPr lang="zh-TW" altLang="en-US" dirty="0"/>
              <a:t>每個 </a:t>
            </a:r>
            <a:r>
              <a:rPr lang="vi-VN" dirty="0"/>
              <a:t>channel </a:t>
            </a:r>
            <a:r>
              <a:rPr lang="zh-TW" altLang="en-US" dirty="0"/>
              <a:t>會被兩個 </a:t>
            </a:r>
            <a:r>
              <a:rPr lang="vi-VN" dirty="0"/>
              <a:t>beams </a:t>
            </a:r>
            <a:r>
              <a:rPr lang="zh-TW" altLang="en-US" dirty="0"/>
              <a:t>重複使用</a:t>
            </a:r>
            <a:endParaRPr lang="en-US" altLang="zh-TW" dirty="0"/>
          </a:p>
          <a:p>
            <a:pPr lvl="1"/>
            <a:r>
              <a:rPr lang="zh-TW" altLang="en-US" dirty="0"/>
              <a:t>但這兩個 </a:t>
            </a:r>
            <a:r>
              <a:rPr lang="en-US" altLang="zh-TW" dirty="0"/>
              <a:t>beams </a:t>
            </a:r>
            <a:r>
              <a:rPr lang="zh-TW" altLang="en-US" dirty="0"/>
              <a:t>不會排在彼此很近的位置，而是盡量分開，避免互擾</a:t>
            </a:r>
            <a:endParaRPr lang="en-US" altLang="zh-TW" dirty="0"/>
          </a:p>
          <a:p>
            <a:pPr lvl="2"/>
            <a:r>
              <a:rPr lang="en-US" altLang="zh-TW" dirty="0"/>
              <a:t>1~8</a:t>
            </a:r>
            <a:r>
              <a:rPr lang="zh-TW" altLang="en-US" dirty="0"/>
              <a:t> </a:t>
            </a:r>
            <a:r>
              <a:rPr lang="en-US" altLang="zh-TW" dirty="0"/>
              <a:t>beam </a:t>
            </a:r>
            <a:r>
              <a:rPr lang="zh-TW" altLang="en-US" dirty="0"/>
              <a:t>依序分配</a:t>
            </a:r>
            <a:r>
              <a:rPr lang="en-US" altLang="zh-TW" dirty="0"/>
              <a:t>8</a:t>
            </a:r>
            <a:r>
              <a:rPr lang="zh-TW" altLang="en-US" dirty="0"/>
              <a:t>個</a:t>
            </a:r>
            <a:r>
              <a:rPr lang="en-US" altLang="zh-TW" dirty="0"/>
              <a:t>channel</a:t>
            </a:r>
          </a:p>
          <a:p>
            <a:pPr lvl="2"/>
            <a:r>
              <a:rPr lang="en-US" dirty="0"/>
              <a:t>9~16 beam</a:t>
            </a:r>
            <a:r>
              <a:rPr lang="zh-TW" altLang="en-US" dirty="0"/>
              <a:t>依序分配</a:t>
            </a:r>
            <a:r>
              <a:rPr lang="en-US" altLang="zh-TW" dirty="0"/>
              <a:t>8</a:t>
            </a:r>
            <a:r>
              <a:rPr lang="zh-TW" altLang="en-US" dirty="0"/>
              <a:t>個</a:t>
            </a:r>
            <a:r>
              <a:rPr lang="en-US" altLang="zh-TW" dirty="0"/>
              <a:t>channel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733307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11899C-45ED-0FF6-359A-53775A49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EPFD limit </a:t>
            </a:r>
            <a:r>
              <a:rPr lang="zh-TW" altLang="en-US" dirty="0"/>
              <a:t>值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EC5CB-D3C7-5546-E20D-936F94A1E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Reference bandwidth</a:t>
            </a:r>
            <a:r>
              <a:rPr lang="en-US" altLang="zh-TW" dirty="0"/>
              <a:t>:</a:t>
            </a:r>
            <a:r>
              <a:rPr lang="vi-VN" b="1" dirty="0"/>
              <a:t> </a:t>
            </a:r>
            <a:r>
              <a:rPr lang="vi-VN" dirty="0"/>
              <a:t>40 kHz</a:t>
            </a:r>
            <a:endParaRPr lang="en-US" dirty="0"/>
          </a:p>
          <a:p>
            <a:r>
              <a:rPr lang="vi-VN" dirty="0"/>
              <a:t>Reference antenna diameter</a:t>
            </a:r>
            <a:r>
              <a:rPr lang="en-US" altLang="zh-TW" dirty="0"/>
              <a:t>:60cm</a:t>
            </a:r>
            <a:endParaRPr lang="en-US" dirty="0"/>
          </a:p>
          <a:p>
            <a:r>
              <a:rPr lang="pl-PL" dirty="0"/>
              <a:t>−175.4 dB(W/m²), 0%</a:t>
            </a:r>
            <a:endParaRPr lang="en-US" dirty="0"/>
          </a:p>
          <a:p>
            <a:r>
              <a:rPr lang="pl-PL" dirty="0"/>
              <a:t>−174 dB(W/m²), 90%</a:t>
            </a:r>
            <a:endParaRPr lang="en-US" dirty="0"/>
          </a:p>
          <a:p>
            <a:r>
              <a:rPr lang="pl-PL" dirty="0"/>
              <a:t>−170.8 dB(W/m²), 99%</a:t>
            </a:r>
            <a:endParaRPr lang="en-US" dirty="0"/>
          </a:p>
          <a:p>
            <a:r>
              <a:rPr lang="pl-PL" dirty="0"/>
              <a:t>−165.3 dB(W/m²), 99.73%</a:t>
            </a:r>
            <a:endParaRPr lang="en-US" dirty="0"/>
          </a:p>
          <a:p>
            <a:r>
              <a:rPr lang="pl-PL" dirty="0"/>
              <a:t>−160.4 dB(W/m²), 99.991%</a:t>
            </a:r>
            <a:endParaRPr lang="en-US" dirty="0"/>
          </a:p>
          <a:p>
            <a:r>
              <a:rPr lang="pl-PL" dirty="0"/>
              <a:t>−160 dB(W/m²), 100%</a:t>
            </a: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5832D7B2-8C46-458F-CD27-E88F34C35967}"/>
                  </a:ext>
                </a:extLst>
              </p14:cNvPr>
              <p14:cNvContentPartPr/>
              <p14:nvPr/>
            </p14:nvContentPartPr>
            <p14:xfrm>
              <a:off x="431640" y="212736"/>
              <a:ext cx="4836960" cy="156780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5832D7B2-8C46-458F-CD27-E88F34C359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520" y="206616"/>
                <a:ext cx="4849200" cy="15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筆跡 36">
                <a:extLst>
                  <a:ext uri="{FF2B5EF4-FFF2-40B4-BE49-F238E27FC236}">
                    <a16:creationId xmlns:a16="http://schemas.microsoft.com/office/drawing/2014/main" id="{744B69D4-4C05-1625-1C15-934D5CD8694E}"/>
                  </a:ext>
                </a:extLst>
              </p14:cNvPr>
              <p14:cNvContentPartPr/>
              <p14:nvPr/>
            </p14:nvContentPartPr>
            <p14:xfrm>
              <a:off x="4473360" y="1547616"/>
              <a:ext cx="1636200" cy="891360"/>
            </p14:xfrm>
          </p:contentPart>
        </mc:Choice>
        <mc:Fallback xmlns="">
          <p:pic>
            <p:nvPicPr>
              <p:cNvPr id="37" name="筆跡 36">
                <a:extLst>
                  <a:ext uri="{FF2B5EF4-FFF2-40B4-BE49-F238E27FC236}">
                    <a16:creationId xmlns:a16="http://schemas.microsoft.com/office/drawing/2014/main" id="{744B69D4-4C05-1625-1C15-934D5CD869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7240" y="1541496"/>
                <a:ext cx="1648440" cy="90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筆跡 37">
                <a:extLst>
                  <a:ext uri="{FF2B5EF4-FFF2-40B4-BE49-F238E27FC236}">
                    <a16:creationId xmlns:a16="http://schemas.microsoft.com/office/drawing/2014/main" id="{4CB95E86-3D45-643D-7FAF-7D2DEE98377E}"/>
                  </a:ext>
                </a:extLst>
              </p14:cNvPr>
              <p14:cNvContentPartPr/>
              <p14:nvPr/>
            </p14:nvContentPartPr>
            <p14:xfrm>
              <a:off x="529200" y="1340256"/>
              <a:ext cx="6323400" cy="1664640"/>
            </p14:xfrm>
          </p:contentPart>
        </mc:Choice>
        <mc:Fallback xmlns="">
          <p:pic>
            <p:nvPicPr>
              <p:cNvPr id="38" name="筆跡 37">
                <a:extLst>
                  <a:ext uri="{FF2B5EF4-FFF2-40B4-BE49-F238E27FC236}">
                    <a16:creationId xmlns:a16="http://schemas.microsoft.com/office/drawing/2014/main" id="{4CB95E86-3D45-643D-7FAF-7D2DEE9837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3080" y="1334136"/>
                <a:ext cx="6335640" cy="167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40269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4710E0C3-1C72-55EB-ABC9-E53A002A3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826592"/>
              </p:ext>
            </p:extLst>
          </p:nvPr>
        </p:nvGraphicFramePr>
        <p:xfrm>
          <a:off x="3082832" y="301752"/>
          <a:ext cx="5139146" cy="6291060"/>
        </p:xfrm>
        <a:graphic>
          <a:graphicData uri="http://schemas.openxmlformats.org/drawingml/2006/table">
            <a:tbl>
              <a:tblPr/>
              <a:tblGrid>
                <a:gridCol w="2569573">
                  <a:extLst>
                    <a:ext uri="{9D8B030D-6E8A-4147-A177-3AD203B41FA5}">
                      <a16:colId xmlns:a16="http://schemas.microsoft.com/office/drawing/2014/main" val="2368212478"/>
                    </a:ext>
                  </a:extLst>
                </a:gridCol>
                <a:gridCol w="2569573">
                  <a:extLst>
                    <a:ext uri="{9D8B030D-6E8A-4147-A177-3AD203B41FA5}">
                      <a16:colId xmlns:a16="http://schemas.microsoft.com/office/drawing/2014/main" val="333001376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600" b="1" dirty="0"/>
                        <a:t>LEO constellation</a:t>
                      </a:r>
                      <a:endParaRPr lang="vi-VN" sz="1600" dirty="0"/>
                    </a:p>
                    <a:p>
                      <a:pPr>
                        <a:buNone/>
                      </a:pPr>
                      <a:endParaRPr lang="vi-VN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3223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Parameter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Value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19960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Altitude (Km)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1200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306298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Orbit plane inclination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87.9°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0013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Maximum transmit power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 per satellite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9956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Maximum antenna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34.33dBi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84365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Downlink frequency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GHz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785544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Bandwidth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MHz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5289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/>
                        <a:t>[22]</a:t>
                      </a:r>
                      <a:r>
                        <a:rPr lang="zh-TW" altLang="en-US" sz="1200" dirty="0"/>
                        <a:t> </a:t>
                      </a:r>
                      <a:r>
                        <a:rPr lang="vi-VN" sz="1200" dirty="0"/>
                        <a:t>Aexp(</a:t>
                      </a:r>
                      <a:r>
                        <a:rPr lang="el-GR" sz="1200" dirty="0"/>
                        <a:t>βϕ)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889827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Maximum tilt angle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/>
                        <a:t>10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900783"/>
                  </a:ext>
                </a:extLst>
              </a:tr>
              <a:tr h="81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Approximated antenna gain coefficient, (A)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4.0×103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608363"/>
                  </a:ext>
                </a:extLst>
              </a:tr>
              <a:tr h="81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Approximated antenna gain coefficient, (</a:t>
                      </a:r>
                      <a:r>
                        <a:rPr lang="en-US" altLang="zh-TW" sz="1200" dirty="0"/>
                        <a:t>B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−0.0671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99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1455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D6A4-8B33-E86F-CF66-A6675FAE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DE4C54B7-937E-9E25-B401-E79986E63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234276"/>
              </p:ext>
            </p:extLst>
          </p:nvPr>
        </p:nvGraphicFramePr>
        <p:xfrm>
          <a:off x="3304901" y="132804"/>
          <a:ext cx="5582198" cy="6592392"/>
        </p:xfrm>
        <a:graphic>
          <a:graphicData uri="http://schemas.openxmlformats.org/drawingml/2006/table">
            <a:tbl>
              <a:tblPr/>
              <a:tblGrid>
                <a:gridCol w="2791099">
                  <a:extLst>
                    <a:ext uri="{9D8B030D-6E8A-4147-A177-3AD203B41FA5}">
                      <a16:colId xmlns:a16="http://schemas.microsoft.com/office/drawing/2014/main" val="2368212478"/>
                    </a:ext>
                  </a:extLst>
                </a:gridCol>
                <a:gridCol w="2791099">
                  <a:extLst>
                    <a:ext uri="{9D8B030D-6E8A-4147-A177-3AD203B41FA5}">
                      <a16:colId xmlns:a16="http://schemas.microsoft.com/office/drawing/2014/main" val="3330013760"/>
                    </a:ext>
                  </a:extLst>
                </a:gridCol>
              </a:tblGrid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GSO satellite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9913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Altitude (Km)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35785.4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78188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Longitude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1954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Latitude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0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398199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Downlink frequency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GHz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9258"/>
                  </a:ext>
                </a:extLst>
              </a:tr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GSO ground station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300221"/>
                  </a:ext>
                </a:extLst>
              </a:tr>
              <a:tr h="62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Minimum elevation angle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deg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4456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Maximum receive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 dBi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589094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Noise temperature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 K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8591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[24]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550477"/>
                  </a:ext>
                </a:extLst>
              </a:tr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LEO user ground station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34100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Maximum receive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40.95 dBi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675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Noise temperature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 K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059937"/>
                  </a:ext>
                </a:extLst>
              </a:tr>
              <a:tr h="3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[24]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433827"/>
                  </a:ext>
                </a:extLst>
              </a:tr>
              <a:tr h="33641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EPFD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650056"/>
                  </a:ext>
                </a:extLst>
              </a:tr>
              <a:tr h="62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dirty="0"/>
                        <a:t>EPFD limit ((dB(W/m^2/1MHz)))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-173.4 [7]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071541"/>
                  </a:ext>
                </a:extLst>
              </a:tr>
              <a:tr h="62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Reference antenna diameter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6</a:t>
                      </a:r>
                      <a:r>
                        <a:rPr lang="vi-VN" sz="1800" dirty="0"/>
                        <a:t>0 cm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737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3059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E4E677-3401-FD03-8DC7-C6347BCE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衛星功率、</a:t>
            </a:r>
            <a:r>
              <a:rPr lang="en-US" altLang="zh-TW" dirty="0"/>
              <a:t>user demand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77E33-1700-5748-2674-35ACF010D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功率設為 </a:t>
            </a:r>
            <a:r>
              <a:rPr lang="en-US" altLang="zh-TW" dirty="0"/>
              <a:t>16 </a:t>
            </a:r>
            <a:r>
              <a:rPr lang="vi-VN" dirty="0"/>
              <a:t>W、user demand </a:t>
            </a:r>
            <a:r>
              <a:rPr lang="zh-TW" altLang="en-US" dirty="0"/>
              <a:t>設為 </a:t>
            </a:r>
            <a:r>
              <a:rPr lang="en-US" altLang="zh-TW" dirty="0"/>
              <a:t>50 </a:t>
            </a:r>
            <a:r>
              <a:rPr lang="vi-VN" dirty="0"/>
              <a:t>Mbps</a:t>
            </a:r>
            <a:endParaRPr lang="en-US" dirty="0"/>
          </a:p>
          <a:p>
            <a:r>
              <a:rPr lang="zh-TW" altLang="en-US" dirty="0"/>
              <a:t>功率與需求根據 </a:t>
            </a:r>
            <a:r>
              <a:rPr lang="en-US" altLang="zh-TW" dirty="0"/>
              <a:t>OneWeb </a:t>
            </a:r>
            <a:r>
              <a:rPr lang="zh-TW" altLang="en-US" dirty="0"/>
              <a:t>公開資料 與 </a:t>
            </a:r>
            <a:r>
              <a:rPr lang="en-US" altLang="zh-TW" dirty="0"/>
              <a:t>ITU </a:t>
            </a:r>
            <a:r>
              <a:rPr lang="zh-TW" altLang="en-US" dirty="0"/>
              <a:t>規範邏輯 做近似設定</a:t>
            </a:r>
            <a:endParaRPr lang="en-US" altLang="zh-TW" dirty="0"/>
          </a:p>
          <a:p>
            <a:pPr lvl="1"/>
            <a:r>
              <a:rPr lang="vi-VN" dirty="0"/>
              <a:t>OneWeb </a:t>
            </a:r>
            <a:r>
              <a:rPr lang="zh-TW" altLang="en-US" dirty="0"/>
              <a:t>公開文件提到</a:t>
            </a:r>
            <a:r>
              <a:rPr lang="vi-VN" dirty="0"/>
              <a:t>maximum Ku-band downlink EIRP density = −13.4 dBW / 4 kHz</a:t>
            </a:r>
            <a:endParaRPr lang="en-US" dirty="0"/>
          </a:p>
          <a:p>
            <a:pPr lvl="2"/>
            <a:r>
              <a:rPr lang="vi-VN" dirty="0"/>
              <a:t>Equivalent Isotropically Radiated Power</a:t>
            </a:r>
            <a:r>
              <a:rPr lang="en-US" altLang="zh-TW" dirty="0"/>
              <a:t>:</a:t>
            </a:r>
            <a:r>
              <a:rPr lang="zh-TW" altLang="en-US" dirty="0"/>
              <a:t> 如果有一個理想的全向天線，想在某個方向造成和真實天線一樣強的輻射效果，那它需要多大的發射功率。 也就是 </a:t>
            </a:r>
            <a:r>
              <a:rPr lang="zh-TW" altLang="en-US" b="1" dirty="0"/>
              <a:t>發射功率 </a:t>
            </a:r>
            <a:r>
              <a:rPr lang="en-US" altLang="zh-TW" b="1" dirty="0"/>
              <a:t>+ </a:t>
            </a:r>
            <a:r>
              <a:rPr lang="zh-TW" altLang="en-US" b="1" dirty="0"/>
              <a:t>發射天線增益</a:t>
            </a:r>
            <a:r>
              <a:rPr lang="zh-TW" altLang="en-US" dirty="0"/>
              <a:t>。用 </a:t>
            </a:r>
            <a:r>
              <a:rPr lang="en-US" altLang="zh-TW" dirty="0"/>
              <a:t>beam gain </a:t>
            </a:r>
            <a:r>
              <a:rPr lang="zh-TW" altLang="en-US" dirty="0"/>
              <a:t>去反推實際功率。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vi-VN" dirty="0"/>
              <a:t>OneWeb </a:t>
            </a:r>
            <a:r>
              <a:rPr lang="zh-TW" altLang="en-US" dirty="0"/>
              <a:t>公開資料有提到 </a:t>
            </a:r>
            <a:r>
              <a:rPr lang="vi-VN" dirty="0"/>
              <a:t>user terminal </a:t>
            </a:r>
            <a:r>
              <a:rPr lang="zh-TW" altLang="en-US" dirty="0"/>
              <a:t>的 </a:t>
            </a:r>
            <a:r>
              <a:rPr lang="vi-VN" dirty="0"/>
              <a:t>throughput </a:t>
            </a:r>
            <a:r>
              <a:rPr lang="zh-TW" altLang="en-US" dirty="0"/>
              <a:t>可到 </a:t>
            </a:r>
            <a:r>
              <a:rPr lang="en-US" altLang="zh-TW" dirty="0"/>
              <a:t>50 </a:t>
            </a:r>
            <a:r>
              <a:rPr lang="vi-VN" dirty="0"/>
              <a:t>Mbps，</a:t>
            </a:r>
            <a:r>
              <a:rPr lang="zh-TW" altLang="en-US" dirty="0"/>
              <a:t>因此作為單一 </a:t>
            </a:r>
            <a:r>
              <a:rPr lang="vi-VN" dirty="0"/>
              <a:t>user terminal </a:t>
            </a:r>
            <a:r>
              <a:rPr lang="zh-TW" altLang="en-US" dirty="0"/>
              <a:t>的需求假設</a:t>
            </a:r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7BB1BF20-2061-123E-F1AE-3A45DBE890BD}"/>
                  </a:ext>
                </a:extLst>
              </p14:cNvPr>
              <p14:cNvContentPartPr/>
              <p14:nvPr/>
            </p14:nvContentPartPr>
            <p14:xfrm>
              <a:off x="3876840" y="2650656"/>
              <a:ext cx="3455280" cy="10512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7BB1BF20-2061-123E-F1AE-3A45DBE890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0720" y="2644536"/>
                <a:ext cx="34675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5A8A68E1-6A31-4238-6E44-30D4F050197F}"/>
                  </a:ext>
                </a:extLst>
              </p14:cNvPr>
              <p14:cNvContentPartPr/>
              <p14:nvPr/>
            </p14:nvContentPartPr>
            <p14:xfrm>
              <a:off x="8763480" y="1054416"/>
              <a:ext cx="1448640" cy="81180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5A8A68E1-6A31-4238-6E44-30D4F05019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57360" y="1048296"/>
                <a:ext cx="1460880" cy="8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83D7676D-154C-23EB-4F84-3D728F3B4C48}"/>
                  </a:ext>
                </a:extLst>
              </p14:cNvPr>
              <p14:cNvContentPartPr/>
              <p14:nvPr/>
            </p14:nvContentPartPr>
            <p14:xfrm>
              <a:off x="3013920" y="2365176"/>
              <a:ext cx="46440" cy="1260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83D7676D-154C-23EB-4F84-3D728F3B4C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7800" y="2359056"/>
                <a:ext cx="58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0E388B8C-7B52-FAC2-F0E0-C2FBBBF03F32}"/>
                  </a:ext>
                </a:extLst>
              </p14:cNvPr>
              <p14:cNvContentPartPr/>
              <p14:nvPr/>
            </p14:nvContentPartPr>
            <p14:xfrm>
              <a:off x="2590200" y="1700616"/>
              <a:ext cx="1471320" cy="83664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0E388B8C-7B52-FAC2-F0E0-C2FBBBF03F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4080" y="1694496"/>
                <a:ext cx="148356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D17D6209-408F-0885-CA8B-65170E86BCED}"/>
                  </a:ext>
                </a:extLst>
              </p14:cNvPr>
              <p14:cNvContentPartPr/>
              <p14:nvPr/>
            </p14:nvContentPartPr>
            <p14:xfrm>
              <a:off x="3895200" y="1822296"/>
              <a:ext cx="360" cy="360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D17D6209-408F-0885-CA8B-65170E86BC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89080" y="1816176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4887A32C-8D39-F6AF-16F4-121A29272994}"/>
              </a:ext>
            </a:extLst>
          </p:cNvPr>
          <p:cNvGrpSpPr/>
          <p:nvPr/>
        </p:nvGrpSpPr>
        <p:grpSpPr>
          <a:xfrm>
            <a:off x="999720" y="1303536"/>
            <a:ext cx="7849800" cy="1714680"/>
            <a:chOff x="999720" y="1303536"/>
            <a:chExt cx="7849800" cy="171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147E826E-C64A-67E2-980E-EA2D547AF0D6}"/>
                    </a:ext>
                  </a:extLst>
                </p14:cNvPr>
                <p14:cNvContentPartPr/>
                <p14:nvPr/>
              </p14:nvContentPartPr>
              <p14:xfrm>
                <a:off x="2804040" y="2237016"/>
                <a:ext cx="798480" cy="3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147E826E-C64A-67E2-980E-EA2D547AF0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7920" y="2230896"/>
                  <a:ext cx="810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AD16184D-F262-A11F-142B-71D36A2B43E5}"/>
                    </a:ext>
                  </a:extLst>
                </p14:cNvPr>
                <p14:cNvContentPartPr/>
                <p14:nvPr/>
              </p14:nvContentPartPr>
              <p14:xfrm>
                <a:off x="999720" y="1321896"/>
                <a:ext cx="2100600" cy="37800"/>
              </p14:xfrm>
            </p:contentPart>
          </mc:Choice>
          <mc:Fallback xmlns=""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AD16184D-F262-A11F-142B-71D36A2B43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3600" y="1315776"/>
                  <a:ext cx="2112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629F6BDD-8ADE-7BF2-D10F-CDF78C130865}"/>
                    </a:ext>
                  </a:extLst>
                </p14:cNvPr>
                <p14:cNvContentPartPr/>
                <p14:nvPr/>
              </p14:nvContentPartPr>
              <p14:xfrm>
                <a:off x="4242600" y="1303536"/>
                <a:ext cx="3047400" cy="31680"/>
              </p14:xfrm>
            </p:contentPart>
          </mc:Choice>
          <mc:Fallback xmlns=""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629F6BDD-8ADE-7BF2-D10F-CDF78C1308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36480" y="1297416"/>
                  <a:ext cx="3059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0FB17469-F88F-ED3C-B3C9-BBE9342F7326}"/>
                    </a:ext>
                  </a:extLst>
                </p14:cNvPr>
                <p14:cNvContentPartPr/>
                <p14:nvPr/>
              </p14:nvContentPartPr>
              <p14:xfrm>
                <a:off x="2700000" y="1419096"/>
                <a:ext cx="494640" cy="42264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0FB17469-F88F-ED3C-B3C9-BBE9342F73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93880" y="1412976"/>
                  <a:ext cx="5068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DC9CC4DF-3A25-632C-F9F2-474FDE995D74}"/>
                    </a:ext>
                  </a:extLst>
                </p14:cNvPr>
                <p14:cNvContentPartPr/>
                <p14:nvPr/>
              </p14:nvContentPartPr>
              <p14:xfrm>
                <a:off x="3638160" y="2193816"/>
                <a:ext cx="3129840" cy="82440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DC9CC4DF-3A25-632C-F9F2-474FDE995D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32040" y="2187696"/>
                  <a:ext cx="314208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B9E43283-FE39-246B-EA86-828326F489D7}"/>
                    </a:ext>
                  </a:extLst>
                </p14:cNvPr>
                <p14:cNvContentPartPr/>
                <p14:nvPr/>
              </p14:nvContentPartPr>
              <p14:xfrm>
                <a:off x="6754320" y="2163576"/>
                <a:ext cx="1002240" cy="17136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B9E43283-FE39-246B-EA86-828326F489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48200" y="2157456"/>
                  <a:ext cx="1014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AB8D7EFC-FA4E-6012-05FD-2B4BF0C4F4D9}"/>
                    </a:ext>
                  </a:extLst>
                </p14:cNvPr>
                <p14:cNvContentPartPr/>
                <p14:nvPr/>
              </p14:nvContentPartPr>
              <p14:xfrm>
                <a:off x="7754040" y="2157816"/>
                <a:ext cx="90360" cy="14652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AB8D7EFC-FA4E-6012-05FD-2B4BF0C4F4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47920" y="2151696"/>
                  <a:ext cx="102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C4A9DA7A-90C2-BED2-AC89-B9A460BD7601}"/>
                    </a:ext>
                  </a:extLst>
                </p14:cNvPr>
                <p14:cNvContentPartPr/>
                <p14:nvPr/>
              </p14:nvContentPartPr>
              <p14:xfrm>
                <a:off x="8668440" y="1895736"/>
                <a:ext cx="181080" cy="41112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C4A9DA7A-90C2-BED2-AC89-B9A460BD76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62320" y="1889616"/>
                  <a:ext cx="1933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F5FBA615-D882-5AEE-6772-5FC96281D1E2}"/>
                    </a:ext>
                  </a:extLst>
                </p14:cNvPr>
                <p14:cNvContentPartPr/>
                <p14:nvPr/>
              </p14:nvContentPartPr>
              <p14:xfrm>
                <a:off x="6667560" y="1669296"/>
                <a:ext cx="1740240" cy="75744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F5FBA615-D882-5AEE-6772-5FC96281D1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61440" y="1663176"/>
                  <a:ext cx="1752480" cy="76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E7612C2-FF80-15D5-9925-8165A3B61718}"/>
              </a:ext>
            </a:extLst>
          </p:cNvPr>
          <p:cNvGrpSpPr/>
          <p:nvPr/>
        </p:nvGrpSpPr>
        <p:grpSpPr>
          <a:xfrm>
            <a:off x="5139000" y="5040696"/>
            <a:ext cx="3671280" cy="129240"/>
            <a:chOff x="5139000" y="5040696"/>
            <a:chExt cx="3671280" cy="1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40A67B99-38DE-7F58-85F1-4F55E4331676}"/>
                    </a:ext>
                  </a:extLst>
                </p14:cNvPr>
                <p14:cNvContentPartPr/>
                <p14:nvPr/>
              </p14:nvContentPartPr>
              <p14:xfrm>
                <a:off x="5139000" y="5040696"/>
                <a:ext cx="1710720" cy="92160"/>
              </p14:xfrm>
            </p:contentPart>
          </mc:Choice>
          <mc:Fallback xmlns=""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40A67B99-38DE-7F58-85F1-4F55E43316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32880" y="5034576"/>
                  <a:ext cx="1722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6293899B-E241-7598-EFD0-7EBB5A6F3DCC}"/>
                    </a:ext>
                  </a:extLst>
                </p14:cNvPr>
                <p14:cNvContentPartPr/>
                <p14:nvPr/>
              </p14:nvContentPartPr>
              <p14:xfrm>
                <a:off x="7686720" y="5144736"/>
                <a:ext cx="1123560" cy="2520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6293899B-E241-7598-EFD0-7EBB5A6F3D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80600" y="5138616"/>
                  <a:ext cx="113580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006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8">
            <a:extLst>
              <a:ext uri="{FF2B5EF4-FFF2-40B4-BE49-F238E27FC236}">
                <a16:creationId xmlns:a16="http://schemas.microsoft.com/office/drawing/2014/main" id="{4DAA30BF-E097-C4B2-987C-08DFE1744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EPFD: -173.4 </a:t>
            </a:r>
            <a:r>
              <a:rPr lang="zh-TW" altLang="en-US" dirty="0"/>
              <a:t>，框框為關掉的</a:t>
            </a:r>
            <a:r>
              <a:rPr lang="en-US" altLang="zh-TW" dirty="0"/>
              <a:t>BEAM</a:t>
            </a:r>
            <a:endParaRPr lang="vi-VN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68E48A6-3AC0-3C0A-ACD0-2889BD802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69" y="1508106"/>
            <a:ext cx="9139970" cy="498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316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AB86DA-215C-BB59-68CF-4829BF5D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</a:t>
            </a:r>
            <a:r>
              <a:rPr lang="zh-TW" altLang="en-US" dirty="0"/>
              <a:t>控制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DBC15F-57BA-80AB-2383-13425C07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對每個</a:t>
            </a:r>
            <a:r>
              <a:rPr lang="en-US" altLang="zh-TW" dirty="0"/>
              <a:t>time slot</a:t>
            </a:r>
            <a:r>
              <a:rPr lang="zh-TW" altLang="en-US" dirty="0"/>
              <a:t>去算每束</a:t>
            </a:r>
            <a:r>
              <a:rPr lang="en-US" altLang="zh-TW" dirty="0"/>
              <a:t>beam</a:t>
            </a:r>
            <a:r>
              <a:rPr lang="zh-TW" altLang="en-US" dirty="0"/>
              <a:t>對</a:t>
            </a:r>
            <a:r>
              <a:rPr lang="en-US" altLang="zh-TW" dirty="0"/>
              <a:t>GS</a:t>
            </a:r>
            <a:r>
              <a:rPr lang="zh-TW" altLang="en-US" dirty="0"/>
              <a:t>當下的貢獻</a:t>
            </a:r>
            <a:endParaRPr lang="en-US" altLang="zh-TW" dirty="0"/>
          </a:p>
          <a:p>
            <a:r>
              <a:rPr lang="zh-TW" altLang="en-US" dirty="0"/>
              <a:t>若</a:t>
            </a:r>
            <a:r>
              <a:rPr lang="vi-VN" dirty="0"/>
              <a:t>aggregate EPFD </a:t>
            </a:r>
            <a:r>
              <a:rPr lang="zh-TW" altLang="en-US" dirty="0"/>
              <a:t>超標，對目前貢獻最大的</a:t>
            </a:r>
            <a:r>
              <a:rPr lang="en-US" altLang="zh-TW" dirty="0"/>
              <a:t>beam</a:t>
            </a:r>
            <a:r>
              <a:rPr lang="zh-TW" altLang="en-US" dirty="0"/>
              <a:t>去降功率，因此在這個</a:t>
            </a:r>
            <a:r>
              <a:rPr lang="en-US" altLang="zh-TW" dirty="0"/>
              <a:t>beam</a:t>
            </a:r>
            <a:r>
              <a:rPr lang="zh-TW" altLang="en-US" dirty="0"/>
              <a:t>下的</a:t>
            </a:r>
            <a:r>
              <a:rPr lang="en-US" altLang="zh-TW" dirty="0"/>
              <a:t>user</a:t>
            </a:r>
            <a:r>
              <a:rPr lang="zh-TW" altLang="en-US" dirty="0"/>
              <a:t>滿足率也跟著下降，降到</a:t>
            </a:r>
            <a:r>
              <a:rPr lang="en-US" altLang="zh-TW" dirty="0"/>
              <a:t>20%</a:t>
            </a:r>
          </a:p>
          <a:p>
            <a:r>
              <a:rPr lang="zh-TW" altLang="en-US" dirty="0"/>
              <a:t>有兩種情況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如果這束降到</a:t>
            </a:r>
            <a:r>
              <a:rPr lang="en-US" altLang="zh-TW" dirty="0"/>
              <a:t>20%</a:t>
            </a:r>
            <a:r>
              <a:rPr lang="zh-TW" altLang="en-US" dirty="0"/>
              <a:t>但</a:t>
            </a:r>
            <a:r>
              <a:rPr lang="vi-VN" dirty="0"/>
              <a:t>aggregate EPFD</a:t>
            </a:r>
            <a:r>
              <a:rPr lang="zh-TW" altLang="en-US" dirty="0"/>
              <a:t>還是超標</a:t>
            </a:r>
            <a:endParaRPr lang="en-US" altLang="zh-TW" dirty="0"/>
          </a:p>
          <a:p>
            <a:pPr lvl="2"/>
            <a:r>
              <a:rPr lang="zh-TW" altLang="en-US" dirty="0"/>
              <a:t>換下一個最大貢獻</a:t>
            </a:r>
            <a:r>
              <a:rPr lang="en-US" altLang="zh-TW" dirty="0"/>
              <a:t>beam</a:t>
            </a:r>
            <a:r>
              <a:rPr lang="zh-TW" altLang="en-US" dirty="0"/>
              <a:t>去降功率</a:t>
            </a:r>
            <a:endParaRPr lang="en-US" altLang="zh-TW" dirty="0"/>
          </a:p>
          <a:p>
            <a:pPr lvl="1"/>
            <a:r>
              <a:rPr lang="vi-VN" dirty="0"/>
              <a:t>EPFD</a:t>
            </a:r>
            <a:r>
              <a:rPr lang="zh-TW" altLang="en-US" dirty="0"/>
              <a:t>在</a:t>
            </a:r>
            <a:r>
              <a:rPr lang="en-US" altLang="zh-TW" dirty="0"/>
              <a:t>limit</a:t>
            </a:r>
            <a:r>
              <a:rPr lang="zh-TW" altLang="en-US" dirty="0"/>
              <a:t>內的話</a:t>
            </a:r>
            <a:endParaRPr lang="en-US" altLang="zh-TW" dirty="0"/>
          </a:p>
          <a:p>
            <a:pPr lvl="2"/>
            <a:r>
              <a:rPr lang="zh-TW" altLang="en-US" dirty="0"/>
              <a:t>那這束就降到剛好讓</a:t>
            </a:r>
            <a:r>
              <a:rPr lang="en-US" altLang="zh-TW" dirty="0"/>
              <a:t>EPFD</a:t>
            </a:r>
            <a:r>
              <a:rPr lang="zh-TW" altLang="en-US" dirty="0"/>
              <a:t>合法的功率，並停止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901531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3F05-390F-9D69-36B9-A3980B71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6AE90-973E-0324-CFC7-883F8B65F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r>
              <a:rPr lang="en-US" dirty="0"/>
              <a:t>/31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B11EE6-A5B9-FFEE-FECD-79B48C092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107371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CC4D1-84C2-C49B-BDE3-E5220D34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PC</a:t>
            </a:r>
            <a:r>
              <a:rPr lang="en-US" altLang="zh-TW" dirty="0"/>
              <a:t>(power control)</a:t>
            </a:r>
            <a:r>
              <a:rPr lang="vi-VN" dirty="0"/>
              <a:t> + Relay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5A71D0-9917-C1AF-93B7-1F582FE6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先執行 </a:t>
            </a:r>
            <a:r>
              <a:rPr lang="vi-VN" b="1" dirty="0"/>
              <a:t>PC</a:t>
            </a:r>
            <a:r>
              <a:rPr lang="vi-VN" dirty="0"/>
              <a:t>，</a:t>
            </a:r>
            <a:r>
              <a:rPr lang="zh-TW" altLang="en-US" dirty="0"/>
              <a:t>使 </a:t>
            </a:r>
            <a:r>
              <a:rPr lang="vi-VN" dirty="0"/>
              <a:t>aggregate EPFD </a:t>
            </a:r>
            <a:r>
              <a:rPr lang="zh-TW" altLang="en-US" dirty="0"/>
              <a:t>符合限制</a:t>
            </a:r>
            <a:endParaRPr lang="en-US" altLang="zh-TW" dirty="0"/>
          </a:p>
          <a:p>
            <a:r>
              <a:rPr lang="zh-TW" altLang="en-US" dirty="0"/>
              <a:t>再由同軌道的上下鄰近衛星協助接手部分低滿足率 </a:t>
            </a:r>
            <a:r>
              <a:rPr lang="en-US" altLang="zh-TW" dirty="0"/>
              <a:t>users</a:t>
            </a:r>
          </a:p>
          <a:p>
            <a:r>
              <a:rPr lang="en-US" altLang="zh-TW" dirty="0"/>
              <a:t>Relay </a:t>
            </a:r>
            <a:r>
              <a:rPr lang="zh-TW" altLang="en-US" dirty="0"/>
              <a:t>的目的不是單純切換 </a:t>
            </a:r>
            <a:r>
              <a:rPr lang="en-US" altLang="zh-TW" dirty="0"/>
              <a:t>user</a:t>
            </a:r>
          </a:p>
          <a:p>
            <a:r>
              <a:rPr lang="zh-TW" altLang="en-US" dirty="0"/>
              <a:t>而是在 </a:t>
            </a:r>
            <a:r>
              <a:rPr lang="zh-TW" altLang="en-US" b="1" dirty="0"/>
              <a:t>幾何可服務、資源可承擔、接手後整體更好、且 </a:t>
            </a:r>
            <a:r>
              <a:rPr lang="en-US" altLang="zh-TW" b="1" dirty="0"/>
              <a:t>EPFD </a:t>
            </a:r>
            <a:r>
              <a:rPr lang="zh-TW" altLang="en-US" b="1" dirty="0"/>
              <a:t>仍合法</a:t>
            </a:r>
            <a:r>
              <a:rPr lang="zh-TW" altLang="en-US" dirty="0"/>
              <a:t> 的前提下，才接受代傳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8540003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77637E-97DD-3C2C-D516-826A530A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Relay Scenario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3A1AD2E-577C-FE6F-CB68-8406AE73F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中間衛星為 </a:t>
                </a:r>
                <a:r>
                  <a:rPr lang="vi-VN" b="1" dirty="0"/>
                  <a:t>critical satellite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zh-TW" altLang="en-US" dirty="0"/>
                  <a:t>上下兩顆同軌鄰星分別為 </a:t>
                </a:r>
                <a:r>
                  <a:rPr lang="vi-VN" dirty="0"/>
                  <a:t>helper satellites</a:t>
                </a:r>
                <a:endParaRPr lang="en-US" dirty="0"/>
              </a:p>
              <a:p>
                <a:r>
                  <a:rPr lang="zh-TW" altLang="en-US" dirty="0"/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TW" altLang="en-US" dirty="0"/>
                  <a:t>經 </a:t>
                </a:r>
                <a:r>
                  <a:rPr lang="vi-VN" dirty="0"/>
                  <a:t>PC </a:t>
                </a:r>
                <a:r>
                  <a:rPr lang="zh-TW" altLang="en-US" dirty="0"/>
                  <a:t>後，部分 </a:t>
                </a:r>
                <a:r>
                  <a:rPr lang="vi-VN" dirty="0"/>
                  <a:t>users satisfaction </a:t>
                </a:r>
                <a:r>
                  <a:rPr lang="zh-TW" altLang="en-US" dirty="0"/>
                  <a:t>低於門檻，例如 </a:t>
                </a:r>
                <a:r>
                  <a:rPr lang="en-US" altLang="zh-TW" b="1" dirty="0"/>
                  <a:t>0.4</a:t>
                </a:r>
              </a:p>
              <a:p>
                <a:r>
                  <a:rPr lang="zh-TW" altLang="en-US" dirty="0"/>
                  <a:t>則這些 </a:t>
                </a:r>
                <a:r>
                  <a:rPr lang="vi-VN" dirty="0"/>
                  <a:t>users </a:t>
                </a:r>
                <a:r>
                  <a:rPr lang="zh-TW" altLang="en-US" dirty="0"/>
                  <a:t>可列為 </a:t>
                </a:r>
                <a:r>
                  <a:rPr lang="vi-VN" dirty="0"/>
                  <a:t>relay candidates</a:t>
                </a:r>
                <a:endParaRPr lang="en-US" dirty="0"/>
              </a:p>
              <a:p>
                <a:r>
                  <a:rPr lang="zh-TW" altLang="en-US" dirty="0"/>
                  <a:t>先由 </a:t>
                </a:r>
                <a:r>
                  <a:rPr lang="vi-VN" dirty="0"/>
                  <a:t>north / south helper </a:t>
                </a:r>
                <a:r>
                  <a:rPr lang="zh-TW" altLang="en-US" dirty="0"/>
                  <a:t>嘗試協助</a:t>
                </a:r>
                <a:endParaRPr lang="en-US" altLang="zh-TW" dirty="0"/>
              </a:p>
              <a:p>
                <a:r>
                  <a:rPr lang="zh-TW" altLang="en-US" dirty="0"/>
                  <a:t>但若 </a:t>
                </a:r>
                <a:r>
                  <a:rPr lang="en-US" altLang="zh-TW" dirty="0"/>
                  <a:t>helper </a:t>
                </a:r>
                <a:r>
                  <a:rPr lang="zh-TW" altLang="en-US" dirty="0"/>
                  <a:t>因而過載，則可再做反向調整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3A1AD2E-577C-FE6F-CB68-8406AE73F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6999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19D61-9950-7063-5C9A-0454CC13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Power Budget After 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30F0FE6-8151-A8AA-C8B3-9F5BE991CD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PC </a:t>
                </a:r>
                <a:r>
                  <a:rPr lang="zh-TW" altLang="en-US" dirty="0"/>
                  <a:t>完成後，不再讓每顆衛星都直接用滿 </a:t>
                </a:r>
                <a:r>
                  <a:rPr lang="en-US" altLang="zh-TW" dirty="0"/>
                  <a:t>16.8 W</a:t>
                </a:r>
                <a:r>
                  <a:rPr lang="zh-TW" altLang="en-US" dirty="0"/>
                  <a:t>，而是定義：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act</m:t>
                              </m:r>
                            </m:sup>
                          </m:sSubSup>
                        </m:sub>
                        <m:sup/>
                        <m:e>
                          <m:sSubSup>
                            <m:sSubSup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PC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PC</m:t>
                        </m:r>
                      </m:sup>
                    </m:sSubSup>
                  </m:oMath>
                </a14:m>
                <a:r>
                  <a:rPr lang="vi-VN" dirty="0"/>
                  <a:t> ：PC </a:t>
                </a:r>
                <a:r>
                  <a:rPr lang="zh-TW" altLang="en-US" dirty="0"/>
                  <a:t>後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的實際保留功率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/>
                  <a:t> ：</a:t>
                </a:r>
                <a:r>
                  <a:rPr lang="en-US" altLang="zh-TW" dirty="0"/>
                  <a:t>relay </a:t>
                </a:r>
                <a:r>
                  <a:rPr lang="zh-TW" altLang="en-US" dirty="0"/>
                  <a:t>階段該衛星可重新分配的總功率預算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30F0FE6-8151-A8AA-C8B3-9F5BE991CD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5580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C27D9-F78D-4DD2-E379-5DC8FC16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 After Reassociation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B2B165D-0375-39E1-6E72-8ABD2601EF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若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從 </a:t>
                </a:r>
                <a:r>
                  <a:rPr lang="vi-VN" dirty="0"/>
                  <a:t>source satellite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dirty="0"/>
                  <a:t>， 轉到 </a:t>
                </a:r>
                <a:r>
                  <a:rPr lang="vi-VN" dirty="0"/>
                  <a:t>helper satellite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則：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zh-TW" altLang="en-US" dirty="0"/>
                  <a:t>其他 </a:t>
                </a:r>
                <a:r>
                  <a:rPr lang="vi-VN" dirty="0"/>
                  <a:t>beam </a:t>
                </a:r>
                <a:r>
                  <a:rPr lang="zh-TW" altLang="en-US" dirty="0"/>
                  <a:t>的 </a:t>
                </a:r>
                <a:r>
                  <a:rPr lang="vi-VN" dirty="0"/>
                  <a:t>user </a:t>
                </a:r>
                <a:r>
                  <a:rPr lang="zh-TW" altLang="en-US" dirty="0"/>
                  <a:t>數保持不變。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zh-TW" altLang="en-US" dirty="0"/>
                  <a:t>下禮拜做一頁，把所有變數去集中定義好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B2B165D-0375-39E1-6E72-8ABD2601E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 r="-4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1947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481AED-7178-7CB7-5CE2-714C2482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Bidirectional Load-Balanced Relay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18342C-B045-D8D6-586F-8FE6379E1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為避免 </a:t>
            </a:r>
            <a:r>
              <a:rPr lang="vi-VN" dirty="0"/>
              <a:t>helper </a:t>
            </a:r>
            <a:r>
              <a:rPr lang="zh-TW" altLang="en-US" dirty="0"/>
              <a:t>因單向接手過多 </a:t>
            </a:r>
            <a:r>
              <a:rPr lang="vi-VN" dirty="0"/>
              <a:t>users </a:t>
            </a:r>
            <a:r>
              <a:rPr lang="zh-TW" altLang="en-US" dirty="0"/>
              <a:t>而成為新的 </a:t>
            </a:r>
            <a:r>
              <a:rPr lang="vi-VN" dirty="0"/>
              <a:t>bottleneck</a:t>
            </a:r>
            <a:endParaRPr lang="en-US" dirty="0"/>
          </a:p>
          <a:p>
            <a:r>
              <a:rPr lang="zh-TW" altLang="en-US" dirty="0"/>
              <a:t>先讓 </a:t>
            </a:r>
            <a:r>
              <a:rPr lang="vi-VN" dirty="0"/>
              <a:t>helper </a:t>
            </a:r>
            <a:r>
              <a:rPr lang="zh-TW" altLang="en-US" dirty="0"/>
              <a:t>協助 </a:t>
            </a:r>
            <a:r>
              <a:rPr lang="vi-VN" dirty="0"/>
              <a:t>source </a:t>
            </a:r>
            <a:r>
              <a:rPr lang="zh-TW" altLang="en-US" dirty="0"/>
              <a:t>的 </a:t>
            </a:r>
            <a:r>
              <a:rPr lang="vi-VN" dirty="0"/>
              <a:t>distressed users</a:t>
            </a:r>
            <a:endParaRPr lang="en-US" dirty="0"/>
          </a:p>
          <a:p>
            <a:r>
              <a:rPr lang="zh-TW" altLang="en-US" dirty="0"/>
              <a:t>若 </a:t>
            </a:r>
            <a:r>
              <a:rPr lang="vi-VN" dirty="0"/>
              <a:t>helper </a:t>
            </a:r>
            <a:r>
              <a:rPr lang="zh-TW" altLang="en-US" dirty="0"/>
              <a:t>負擔過重</a:t>
            </a:r>
            <a:endParaRPr lang="en-US" altLang="zh-TW" dirty="0"/>
          </a:p>
          <a:p>
            <a:r>
              <a:rPr lang="zh-TW" altLang="en-US" dirty="0"/>
              <a:t>則允許 </a:t>
            </a:r>
            <a:r>
              <a:rPr lang="vi-VN" dirty="0"/>
              <a:t>source</a:t>
            </a:r>
            <a:r>
              <a:rPr lang="en-US" altLang="zh-TW" dirty="0"/>
              <a:t>(critical)</a:t>
            </a:r>
            <a:r>
              <a:rPr lang="vi-VN" dirty="0"/>
              <a:t> </a:t>
            </a:r>
            <a:r>
              <a:rPr lang="zh-TW" altLang="en-US" dirty="0"/>
              <a:t>中仍具服務能力的 </a:t>
            </a:r>
            <a:r>
              <a:rPr lang="vi-VN" dirty="0"/>
              <a:t>beam，</a:t>
            </a:r>
            <a:r>
              <a:rPr lang="zh-TW" altLang="en-US" b="1" dirty="0"/>
              <a:t>反向接手 </a:t>
            </a:r>
            <a:r>
              <a:rPr lang="vi-VN" b="1" dirty="0"/>
              <a:t>helper </a:t>
            </a:r>
            <a:r>
              <a:rPr lang="zh-TW" altLang="en-US" b="1" dirty="0"/>
              <a:t>原本的一部分 </a:t>
            </a:r>
            <a:r>
              <a:rPr lang="vi-VN" b="1" dirty="0"/>
              <a:t>users</a:t>
            </a:r>
            <a:endParaRPr lang="en-US" b="1" dirty="0"/>
          </a:p>
          <a:p>
            <a:r>
              <a:rPr lang="zh-TW" altLang="en-US" dirty="0"/>
              <a:t>使三顆相鄰衛星之間的 </a:t>
            </a:r>
            <a:r>
              <a:rPr lang="en-US" altLang="zh-TW" dirty="0"/>
              <a:t>user </a:t>
            </a:r>
            <a:r>
              <a:rPr lang="zh-TW" altLang="en-US" dirty="0"/>
              <a:t>負載更平衡</a:t>
            </a:r>
            <a:endParaRPr lang="en-US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6464143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3AAB7-1AA6-2A85-BD17-22D92451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Bidirectional Reassociation Logic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752477-5B25-6914-567B-45A59C661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source </a:t>
            </a:r>
            <a:r>
              <a:rPr lang="zh-TW" altLang="en-US" dirty="0"/>
              <a:t>先把低滿足率 </a:t>
            </a:r>
            <a:r>
              <a:rPr lang="vi-VN" dirty="0"/>
              <a:t>users </a:t>
            </a:r>
            <a:r>
              <a:rPr lang="zh-TW" altLang="en-US" dirty="0"/>
              <a:t>轉給 </a:t>
            </a:r>
            <a:r>
              <a:rPr lang="vi-VN" dirty="0"/>
              <a:t>north / south helper</a:t>
            </a:r>
            <a:endParaRPr lang="en-US" dirty="0"/>
          </a:p>
          <a:p>
            <a:r>
              <a:rPr lang="zh-TW" altLang="en-US" dirty="0"/>
              <a:t>若 </a:t>
            </a:r>
            <a:r>
              <a:rPr lang="vi-VN" dirty="0"/>
              <a:t>helper </a:t>
            </a:r>
            <a:r>
              <a:rPr lang="zh-TW" altLang="en-US" dirty="0"/>
              <a:t>因接手後負擔過重</a:t>
            </a:r>
            <a:endParaRPr lang="en-US" altLang="zh-TW" dirty="0"/>
          </a:p>
          <a:p>
            <a:r>
              <a:rPr lang="zh-TW" altLang="en-US" dirty="0"/>
              <a:t>再從 </a:t>
            </a:r>
            <a:r>
              <a:rPr lang="vi-VN" dirty="0"/>
              <a:t>helper </a:t>
            </a:r>
            <a:r>
              <a:rPr lang="zh-TW" altLang="en-US" dirty="0"/>
              <a:t>中挑選可由 </a:t>
            </a:r>
            <a:r>
              <a:rPr lang="vi-VN" dirty="0"/>
              <a:t>source </a:t>
            </a:r>
            <a:r>
              <a:rPr lang="zh-TW" altLang="en-US" dirty="0"/>
              <a:t>接手的 </a:t>
            </a:r>
            <a:r>
              <a:rPr lang="vi-VN" dirty="0"/>
              <a:t>users</a:t>
            </a:r>
            <a:endParaRPr lang="en-US" dirty="0"/>
          </a:p>
          <a:p>
            <a:r>
              <a:rPr lang="zh-TW" altLang="en-US" dirty="0"/>
              <a:t>做反向 </a:t>
            </a:r>
            <a:r>
              <a:rPr lang="vi-VN" dirty="0"/>
              <a:t>reassociation</a:t>
            </a:r>
            <a:endParaRPr lang="en-US" dirty="0"/>
          </a:p>
          <a:p>
            <a:r>
              <a:rPr lang="zh-TW" altLang="en-US" dirty="0"/>
              <a:t>直到整體 </a:t>
            </a:r>
            <a:r>
              <a:rPr lang="vi-VN" dirty="0"/>
              <a:t>satisfaction </a:t>
            </a:r>
            <a:r>
              <a:rPr lang="zh-TW" altLang="en-US" dirty="0"/>
              <a:t>提升且 </a:t>
            </a:r>
            <a:r>
              <a:rPr lang="vi-VN" dirty="0"/>
              <a:t>EPFD </a:t>
            </a:r>
            <a:r>
              <a:rPr lang="zh-TW" altLang="en-US" dirty="0"/>
              <a:t>仍合法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2261318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B0D969-F071-5CBA-17BD-E25BE9FE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Relay-Aware Power Reallocation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D2E04B-2521-E5B8-BD42-8F74FA037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source </a:t>
                </a:r>
                <a:r>
                  <a:rPr lang="zh-TW" altLang="en-US" dirty="0"/>
                  <a:t>與 </a:t>
                </a:r>
                <a:r>
                  <a:rPr lang="vi-VN" dirty="0"/>
                  <a:t>helper </a:t>
                </a:r>
                <a:r>
                  <a:rPr lang="zh-TW" altLang="en-US" dirty="0"/>
                  <a:t>，重新執行 </a:t>
                </a:r>
                <a:r>
                  <a:rPr lang="vi-VN" dirty="0"/>
                  <a:t>load-aware power split</a:t>
                </a:r>
                <a:endParaRPr lang="en-US" dirty="0"/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sSubSup>
                                <m:sSubSup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sSup>
                                    <m:sSup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act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TW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PC </a:t>
                </a:r>
                <a:r>
                  <a:rPr lang="zh-TW" altLang="en-US" dirty="0"/>
                  <a:t>後可用總功率預算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TW" altLang="en-US" dirty="0"/>
                  <a:t> ：更新後 </a:t>
                </a:r>
                <a:r>
                  <a:rPr lang="vi-VN" dirty="0"/>
                  <a:t>beam user </a:t>
                </a:r>
                <a:r>
                  <a:rPr lang="zh-TW" altLang="en-US" dirty="0"/>
                  <a:t>數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act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：relay </a:t>
                </a:r>
                <a:r>
                  <a:rPr lang="en-US" dirty="0" err="1"/>
                  <a:t>後仍有</a:t>
                </a:r>
                <a:r>
                  <a:rPr lang="en-US" dirty="0"/>
                  <a:t> user 的 active beams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9D2E04B-2521-E5B8-BD42-8F74FA037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7360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0138B9-C309-A27D-C3D0-DC93EE8B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Satisfaction Recalculation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07A74E-378D-4030-B47D-ED6C7143F4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完成 </a:t>
                </a:r>
                <a:r>
                  <a:rPr lang="vi-VN" dirty="0"/>
                  <a:t>relay </a:t>
                </a:r>
                <a:r>
                  <a:rPr lang="zh-TW" altLang="en-US" dirty="0"/>
                  <a:t>後，依更新後的 </a:t>
                </a:r>
                <a:r>
                  <a:rPr lang="vi-VN" dirty="0"/>
                  <a:t>serving relationship </a:t>
                </a:r>
                <a:r>
                  <a:rPr lang="zh-TW" altLang="en-US" dirty="0"/>
                  <a:t>重新計算其滿足率</a:t>
                </a:r>
                <a:endParaRPr lang="en-US" dirty="0"/>
              </a:p>
              <a:p>
                <a:r>
                  <a:rPr lang="vi-VN" dirty="0"/>
                  <a:t>Objective Function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採用整體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總和作為目標：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vi-V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altLang="zh-TW" dirty="0"/>
                  <a:t>relay</a:t>
                </a:r>
                <a:r>
                  <a:rPr lang="zh-TW" altLang="en-US" dirty="0"/>
                  <a:t>只有在</a:t>
                </a:r>
                <a:r>
                  <a:rPr lang="zh-TW" altLang="en-US" b="1" dirty="0"/>
                  <a:t>整體 </a:t>
                </a:r>
                <a:r>
                  <a:rPr lang="vi-VN" b="1" dirty="0"/>
                  <a:t>satisfaction </a:t>
                </a:r>
                <a:r>
                  <a:rPr lang="zh-TW" altLang="en-US" b="1" dirty="0"/>
                  <a:t>真的更好</a:t>
                </a:r>
                <a:r>
                  <a:rPr lang="zh-TW" altLang="en-US" dirty="0"/>
                  <a:t>時才接受</a:t>
                </a:r>
                <a:endParaRPr lang="en-US" altLang="zh-TW" dirty="0"/>
              </a:p>
              <a:p>
                <a:r>
                  <a:rPr lang="zh-TW" altLang="en-US" dirty="0"/>
                  <a:t>可避免 </a:t>
                </a:r>
                <a:r>
                  <a:rPr lang="vi-VN" dirty="0"/>
                  <a:t>helper satellite </a:t>
                </a:r>
                <a:r>
                  <a:rPr lang="zh-TW" altLang="en-US" dirty="0"/>
                  <a:t>接手後讓更多 </a:t>
                </a:r>
                <a:r>
                  <a:rPr lang="vi-VN" dirty="0"/>
                  <a:t>users </a:t>
                </a:r>
                <a:r>
                  <a:rPr lang="zh-TW" altLang="en-US" dirty="0"/>
                  <a:t>變差</a:t>
                </a:r>
                <a:endParaRPr lang="en-US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07A74E-378D-4030-B47D-ED6C7143F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90365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BF9F1E-970A-E634-8001-79051C86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 Acceptance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20BD9B2-58C6-92FE-A5CC-FEAFB9911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/>
                  <a:t>helper satellite </a:t>
                </a:r>
                <a:r>
                  <a:rPr lang="zh-TW" altLang="en-US" dirty="0"/>
                  <a:t>的某 </a:t>
                </a:r>
                <a:r>
                  <a:rPr lang="vi-VN" dirty="0"/>
                  <a:t>beam </a:t>
                </a:r>
                <a:r>
                  <a:rPr lang="zh-TW" altLang="en-US" dirty="0"/>
                  <a:t>可覆蓋到該 </a:t>
                </a:r>
                <a:r>
                  <a:rPr lang="vi-VN" dirty="0"/>
                  <a:t>user</a:t>
                </a:r>
                <a:endParaRPr lang="en-US" dirty="0"/>
              </a:p>
              <a:p>
                <a:r>
                  <a:rPr lang="zh-TW" altLang="en-US" dirty="0"/>
                  <a:t>該 </a:t>
                </a:r>
                <a:r>
                  <a:rPr lang="vi-VN" dirty="0"/>
                  <a:t>user relay </a:t>
                </a:r>
                <a:r>
                  <a:rPr lang="zh-TW" altLang="en-US" dirty="0"/>
                  <a:t>後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變高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trial</m:t>
                          </m:r>
                        </m:sup>
                      </m:sSubSup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current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TW" altLang="en-US" dirty="0"/>
                  <a:t>系統整體 </a:t>
                </a:r>
                <a:r>
                  <a:rPr lang="vi-VN" dirty="0"/>
                  <a:t>satisfaction objective </a:t>
                </a:r>
                <a:r>
                  <a:rPr lang="zh-TW" altLang="en-US" dirty="0"/>
                  <a:t>變高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trial</m:t>
                          </m:r>
                        </m:sup>
                      </m:sSup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current</m:t>
                          </m:r>
                        </m:sup>
                      </m:sSup>
                    </m:oMath>
                  </m:oMathPara>
                </a14:m>
                <a:endParaRPr lang="en-US" altLang="zh-TW" dirty="0"/>
              </a:p>
              <a:p>
                <a:r>
                  <a:rPr lang="vi-VN" dirty="0"/>
                  <a:t>aggregate EPFD </a:t>
                </a:r>
                <a:r>
                  <a:rPr lang="zh-TW" altLang="en-US" dirty="0"/>
                  <a:t>仍符合限制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EPFD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agg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trial</m:t>
                          </m:r>
                        </m:sup>
                      </m:sSubSup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EPFD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limit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20BD9B2-58C6-92FE-A5CC-FEAFB9911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917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470AF4-E25C-AD10-71B3-4B741E63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PC + Bidirectional Relay Flow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89B9A1-189A-1606-3848-5A7132EE0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Phase 1：Initial association and power split</a:t>
            </a:r>
          </a:p>
          <a:p>
            <a:pPr lvl="1"/>
            <a:r>
              <a:rPr lang="zh-TW" altLang="en-US" dirty="0"/>
              <a:t>生成 </a:t>
            </a:r>
            <a:r>
              <a:rPr lang="vi-VN" dirty="0"/>
              <a:t>users</a:t>
            </a:r>
            <a:endParaRPr lang="en-US" dirty="0"/>
          </a:p>
          <a:p>
            <a:r>
              <a:rPr lang="vi-VN" dirty="0"/>
              <a:t>Phase 2：PC</a:t>
            </a:r>
            <a:endParaRPr lang="en-US" dirty="0"/>
          </a:p>
          <a:p>
            <a:pPr lvl="1"/>
            <a:r>
              <a:rPr lang="zh-TW" altLang="en-US" dirty="0"/>
              <a:t>若 </a:t>
            </a:r>
            <a:r>
              <a:rPr lang="en-US" altLang="zh-TW" dirty="0"/>
              <a:t>EPFD </a:t>
            </a:r>
            <a:r>
              <a:rPr lang="zh-TW" altLang="en-US" dirty="0"/>
              <a:t>超標則逐步壓低高貢獻 </a:t>
            </a:r>
            <a:r>
              <a:rPr lang="en-US" altLang="zh-TW" dirty="0"/>
              <a:t>beam </a:t>
            </a:r>
            <a:r>
              <a:rPr lang="zh-TW" altLang="en-US" dirty="0"/>
              <a:t>功率 ， 直到合法</a:t>
            </a:r>
            <a:endParaRPr lang="en-US" dirty="0"/>
          </a:p>
          <a:p>
            <a:r>
              <a:rPr lang="en-US" dirty="0"/>
              <a:t>Phase 3：One-way relay trial</a:t>
            </a:r>
          </a:p>
          <a:p>
            <a:pPr lvl="1"/>
            <a:r>
              <a:rPr lang="vi-VN" dirty="0"/>
              <a:t>source </a:t>
            </a:r>
            <a:r>
              <a:rPr lang="zh-TW" altLang="en-US" dirty="0"/>
              <a:t>將 </a:t>
            </a:r>
            <a:r>
              <a:rPr lang="vi-VN" dirty="0"/>
              <a:t>distressed users </a:t>
            </a:r>
            <a:r>
              <a:rPr lang="zh-TW" altLang="en-US" dirty="0"/>
              <a:t>嘗試轉交給 </a:t>
            </a:r>
            <a:r>
              <a:rPr lang="vi-VN" dirty="0"/>
              <a:t>north / south helper</a:t>
            </a:r>
            <a:endParaRPr lang="en-US" dirty="0"/>
          </a:p>
          <a:p>
            <a:r>
              <a:rPr lang="vi-VN" dirty="0"/>
              <a:t>Phase 4：Bidirectional balancing</a:t>
            </a:r>
            <a:endParaRPr lang="en-US" dirty="0"/>
          </a:p>
          <a:p>
            <a:pPr lvl="1"/>
            <a:r>
              <a:rPr lang="zh-TW" altLang="en-US" dirty="0"/>
              <a:t>若 </a:t>
            </a:r>
            <a:r>
              <a:rPr lang="vi-VN" dirty="0"/>
              <a:t>helper </a:t>
            </a:r>
            <a:r>
              <a:rPr lang="zh-TW" altLang="en-US" dirty="0"/>
              <a:t>接手過多導致整體 </a:t>
            </a:r>
            <a:r>
              <a:rPr lang="vi-VN" dirty="0"/>
              <a:t>satisfaction </a:t>
            </a:r>
            <a:r>
              <a:rPr lang="zh-TW" altLang="en-US" dirty="0"/>
              <a:t>未提升</a:t>
            </a:r>
            <a:endParaRPr lang="en-US" altLang="zh-TW" dirty="0"/>
          </a:p>
          <a:p>
            <a:pPr lvl="1"/>
            <a:r>
              <a:rPr lang="zh-TW" altLang="en-US" dirty="0"/>
              <a:t>則允許 </a:t>
            </a:r>
            <a:r>
              <a:rPr lang="vi-VN" dirty="0"/>
              <a:t>helper </a:t>
            </a:r>
            <a:r>
              <a:rPr lang="zh-TW" altLang="en-US" dirty="0"/>
              <a:t>的部分 </a:t>
            </a:r>
            <a:r>
              <a:rPr lang="vi-VN" dirty="0"/>
              <a:t>users </a:t>
            </a:r>
            <a:r>
              <a:rPr lang="zh-TW" altLang="en-US" dirty="0"/>
              <a:t>反向轉給 </a:t>
            </a:r>
            <a:r>
              <a:rPr lang="vi-VN" dirty="0"/>
              <a:t>source</a:t>
            </a:r>
            <a:endParaRPr lang="en-US" dirty="0"/>
          </a:p>
          <a:p>
            <a:r>
              <a:rPr lang="vi-VN" dirty="0"/>
              <a:t>Phase 5：Acceptance check</a:t>
            </a:r>
            <a:endParaRPr lang="en-US" dirty="0"/>
          </a:p>
          <a:p>
            <a:pPr lvl="1"/>
            <a:r>
              <a:rPr lang="zh-TW" altLang="en-US" dirty="0"/>
              <a:t>僅在整體更好且合法時才接受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6990352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B55BFC-0A56-3910-3FC2-3A7EEDE6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4A6898-52DC-91E6-044B-C5196976E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A33A96-C215-9D96-A8C0-E279D8159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506565"/>
            <a:ext cx="9002381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3946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CE3FD-D23E-637B-F350-3E75048A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D4D666-D7D6-A3FD-B19E-725329462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下禮拜做一頁，把所有變數去集中定義好</a:t>
            </a:r>
            <a:endParaRPr lang="en-US" altLang="zh-TW" dirty="0"/>
          </a:p>
          <a:p>
            <a:r>
              <a:rPr lang="zh-TW" altLang="en-US" dirty="0"/>
              <a:t>把公式定義好</a:t>
            </a:r>
            <a:endParaRPr lang="en-US" altLang="zh-TW" dirty="0"/>
          </a:p>
          <a:p>
            <a:r>
              <a:rPr lang="zh-TW" altLang="en-US" dirty="0"/>
              <a:t>找其他不同主題的論文，</a:t>
            </a:r>
            <a:r>
              <a:rPr lang="en-US" altLang="zh-TW" dirty="0"/>
              <a:t>load balancing</a:t>
            </a:r>
            <a:r>
              <a:rPr lang="zh-TW" altLang="en-US" dirty="0"/>
              <a:t>裡面的方法看是不是跟我的方法太像，或著我的方法有甚麼地方可以改得更好</a:t>
            </a:r>
            <a:endParaRPr lang="vi-VN" dirty="0"/>
          </a:p>
          <a:p>
            <a:endParaRPr lang="vi-VN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EF9DED88-4806-DD38-80A3-070D98800B5A}"/>
              </a:ext>
            </a:extLst>
          </p:cNvPr>
          <p:cNvSpPr txBox="1">
            <a:spLocks/>
          </p:cNvSpPr>
          <p:nvPr/>
        </p:nvSpPr>
        <p:spPr>
          <a:xfrm>
            <a:off x="838200" y="18326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737071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75DE-4E66-B8C2-9C58-C91208342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FC2BB-0F97-8CEA-C4C4-77A64A45D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4/14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CC0791-388D-C1B0-4AF6-C9F5FF2D54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627018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C3983B-0326-D478-12B8-EB107116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Load-Balanced Collaborative Offloading for LEO Satellite Networks</a:t>
            </a:r>
            <a:br>
              <a:rPr lang="en-US" sz="2800" dirty="0"/>
            </a:br>
            <a:r>
              <a:rPr lang="en-US" altLang="zh-TW" sz="2000" dirty="0"/>
              <a:t>I</a:t>
            </a:r>
            <a:r>
              <a:rPr lang="en-US" sz="2000" dirty="0"/>
              <a:t>EEE INTERNET OF THINGS JOURNAL</a:t>
            </a:r>
            <a:r>
              <a:rPr lang="zh-TW" altLang="en-US" sz="2000" dirty="0"/>
              <a:t> </a:t>
            </a:r>
            <a:r>
              <a:rPr lang="vi-VN" sz="2000" dirty="0"/>
              <a:t>2023</a:t>
            </a:r>
            <a:endParaRPr lang="vi-VN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B1AFEB-748A-E04C-961F-6EA480189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LEO </a:t>
            </a:r>
            <a:r>
              <a:rPr lang="zh-TW" altLang="en-US" dirty="0"/>
              <a:t>衛星網路中，因為拓撲動態變化、地面站接觸時間有限、各衛星資料量不均，導致下載衛星負載失衡與星間鏈路擁塞。</a:t>
            </a:r>
            <a:endParaRPr lang="en-US" altLang="zh-TW" dirty="0"/>
          </a:p>
          <a:p>
            <a:pPr lvl="1"/>
            <a:r>
              <a:rPr lang="zh-TW" altLang="en-US" b="1" dirty="0"/>
              <a:t>能連到地面站的衛星，下載窗口有限</a:t>
            </a:r>
            <a:r>
              <a:rPr lang="zh-TW" altLang="en-US" dirty="0"/>
              <a:t>，但手上的資料量不一定夠</a:t>
            </a:r>
            <a:endParaRPr lang="en-US" altLang="zh-TW" dirty="0"/>
          </a:p>
          <a:p>
            <a:pPr lvl="1"/>
            <a:r>
              <a:rPr lang="zh-TW" altLang="en-US" b="1" dirty="0"/>
              <a:t>不能連到地面站的衛星，資料只能先堆著</a:t>
            </a:r>
            <a:r>
              <a:rPr lang="zh-TW" altLang="en-US" dirty="0"/>
              <a:t>，要等之後有機會再下載。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衛星透過星間鏈路協同卸載資料，充分利用下載窗口，達到 </a:t>
            </a:r>
            <a:r>
              <a:rPr lang="zh-TW" altLang="en-US" b="1" dirty="0"/>
              <a:t>負載平衡 </a:t>
            </a:r>
            <a:r>
              <a:rPr lang="en-US" altLang="zh-TW" b="1" dirty="0"/>
              <a:t>+ </a:t>
            </a:r>
            <a:r>
              <a:rPr lang="zh-TW" altLang="en-US" b="1" dirty="0"/>
              <a:t>提升下載吞吐量</a:t>
            </a:r>
            <a:r>
              <a:rPr lang="zh-TW" altLang="en-US" dirty="0"/>
              <a:t>。</a:t>
            </a:r>
            <a:endParaRPr lang="en-US" dirty="0"/>
          </a:p>
          <a:p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57C1BC97-4219-A42A-A39C-A8691758C031}"/>
                  </a:ext>
                </a:extLst>
              </p14:cNvPr>
              <p14:cNvContentPartPr/>
              <p14:nvPr/>
            </p14:nvContentPartPr>
            <p14:xfrm>
              <a:off x="2977626" y="884037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57C1BC97-4219-A42A-A39C-A8691758C0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1506" y="87791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896E0A85-7686-B23A-C4D6-776A9792741E}"/>
                  </a:ext>
                </a:extLst>
              </p14:cNvPr>
              <p14:cNvContentPartPr/>
              <p14:nvPr/>
            </p14:nvContentPartPr>
            <p14:xfrm>
              <a:off x="2670906" y="1058637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896E0A85-7686-B23A-C4D6-776A979274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4786" y="105251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CC0B0DDF-BA03-6EF4-3F60-2F04E7672F02}"/>
                  </a:ext>
                </a:extLst>
              </p14:cNvPr>
              <p14:cNvContentPartPr/>
              <p14:nvPr/>
            </p14:nvContentPartPr>
            <p14:xfrm>
              <a:off x="2418186" y="1046397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CC0B0DDF-BA03-6EF4-3F60-2F04E7672F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2066" y="104027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39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215270-8C2D-A9F1-C26D-CE3928E3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0621"/>
            <a:ext cx="7387721" cy="5546342"/>
          </a:xfrm>
        </p:spPr>
        <p:txBody>
          <a:bodyPr/>
          <a:lstStyle/>
          <a:p>
            <a:r>
              <a:rPr lang="vi-VN" dirty="0"/>
              <a:t>Fig. 5 </a:t>
            </a:r>
            <a:r>
              <a:rPr lang="zh-TW" altLang="en-US" dirty="0"/>
              <a:t>，決定哪些是可以</a:t>
            </a:r>
            <a:r>
              <a:rPr lang="en-US" altLang="zh-TW" dirty="0"/>
              <a:t>downloading satellites</a:t>
            </a:r>
            <a:endParaRPr lang="en-US" dirty="0"/>
          </a:p>
          <a:p>
            <a:pPr lvl="1"/>
            <a:r>
              <a:rPr lang="zh-TW" altLang="en-US" dirty="0"/>
              <a:t>哪些衛星在什麼時間段可以看見 </a:t>
            </a:r>
            <a:r>
              <a:rPr lang="en-US" altLang="zh-TW" dirty="0"/>
              <a:t>ES</a:t>
            </a:r>
          </a:p>
          <a:p>
            <a:pPr lvl="1"/>
            <a:r>
              <a:rPr lang="zh-TW" altLang="en-US" dirty="0"/>
              <a:t>如果某段時間有多顆衛星同時可以接觸 </a:t>
            </a:r>
            <a:r>
              <a:rPr lang="en-US" altLang="zh-TW" dirty="0"/>
              <a:t>ES</a:t>
            </a:r>
            <a:r>
              <a:rPr lang="zh-TW" altLang="en-US" dirty="0"/>
              <a:t>，作者假設把這段下載時間 </a:t>
            </a:r>
            <a:r>
              <a:rPr lang="zh-TW" altLang="en-US" b="1" dirty="0"/>
              <a:t>平均分配</a:t>
            </a:r>
            <a:r>
              <a:rPr lang="zh-TW" altLang="en-US" dirty="0"/>
              <a:t> 給它們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vi-VN" dirty="0"/>
              <a:t>Fig. 6</a:t>
            </a:r>
            <a:r>
              <a:rPr lang="zh-TW" altLang="en-US" dirty="0"/>
              <a:t>，統計每顆 </a:t>
            </a:r>
            <a:r>
              <a:rPr lang="vi-VN" dirty="0"/>
              <a:t>downloading satellite </a:t>
            </a:r>
            <a:r>
              <a:rPr lang="zh-TW" altLang="en-US" dirty="0"/>
              <a:t>在那個時間片可有哪些 </a:t>
            </a:r>
            <a:r>
              <a:rPr lang="vi-VN" dirty="0"/>
              <a:t>neighboring satellites </a:t>
            </a:r>
            <a:r>
              <a:rPr lang="zh-TW" altLang="en-US" dirty="0"/>
              <a:t>能幫忙</a:t>
            </a:r>
            <a:endParaRPr lang="en-US" altLang="zh-TW" dirty="0"/>
          </a:p>
          <a:p>
            <a:pPr lvl="1"/>
            <a:r>
              <a:rPr lang="zh-TW" altLang="en-US" dirty="0"/>
              <a:t>不同 </a:t>
            </a:r>
            <a:r>
              <a:rPr lang="vi-VN" dirty="0"/>
              <a:t>time slot </a:t>
            </a:r>
            <a:r>
              <a:rPr lang="zh-TW" altLang="en-US" dirty="0"/>
              <a:t>中，哪些衛星彼此有 </a:t>
            </a:r>
            <a:r>
              <a:rPr lang="vi-VN" dirty="0"/>
              <a:t>ISL </a:t>
            </a:r>
            <a:r>
              <a:rPr lang="zh-TW" altLang="en-US" dirty="0"/>
              <a:t>連線</a:t>
            </a:r>
            <a:endParaRPr lang="en-US" altLang="zh-TW" dirty="0"/>
          </a:p>
          <a:p>
            <a:pPr lvl="1"/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EE212C6-B559-FFC3-4D0A-2E52FBFC8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921" y="0"/>
            <a:ext cx="38499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2541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2EEF90-776A-716B-7BBB-1F4CF54D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9539"/>
            <a:ext cx="10515600" cy="5527424"/>
          </a:xfrm>
        </p:spPr>
        <p:txBody>
          <a:bodyPr/>
          <a:lstStyle/>
          <a:p>
            <a:r>
              <a:rPr lang="zh-TW" altLang="en-US" dirty="0"/>
              <a:t>並且在去用演算法</a:t>
            </a:r>
            <a:r>
              <a:rPr lang="en-US" altLang="zh-TW" dirty="0"/>
              <a:t>1</a:t>
            </a:r>
            <a:r>
              <a:rPr lang="zh-TW" altLang="en-US" dirty="0"/>
              <a:t>計算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考慮每顆</a:t>
            </a:r>
            <a:r>
              <a:rPr lang="vi-VN" dirty="0"/>
              <a:t>downloading satellite</a:t>
            </a:r>
            <a:r>
              <a:rPr lang="zh-TW" altLang="en-US" dirty="0"/>
              <a:t>的負載，和</a:t>
            </a:r>
            <a:r>
              <a:rPr lang="vi-VN" dirty="0"/>
              <a:t>neighboring satellite </a:t>
            </a:r>
            <a:r>
              <a:rPr lang="zh-TW" altLang="en-US" dirty="0"/>
              <a:t>到它的可達 </a:t>
            </a:r>
            <a:r>
              <a:rPr lang="vi-VN" dirty="0"/>
              <a:t>rate</a:t>
            </a:r>
            <a:endParaRPr lang="en-US" dirty="0"/>
          </a:p>
          <a:p>
            <a:pPr lvl="1"/>
            <a:r>
              <a:rPr lang="zh-TW" altLang="en-US" dirty="0"/>
              <a:t>去求出每顆鄰近衛星該接到哪顆下載衛星</a:t>
            </a:r>
            <a:endParaRPr lang="en-US" altLang="zh-TW" dirty="0"/>
          </a:p>
          <a:p>
            <a:pPr lvl="1"/>
            <a:endParaRPr lang="en-US" dirty="0"/>
          </a:p>
          <a:p>
            <a:r>
              <a:rPr lang="zh-TW" altLang="en-US" dirty="0"/>
              <a:t>在演算法</a:t>
            </a:r>
            <a:r>
              <a:rPr lang="en-US" altLang="zh-TW" dirty="0"/>
              <a:t>1</a:t>
            </a:r>
            <a:r>
              <a:rPr lang="zh-TW" altLang="en-US" dirty="0"/>
              <a:t>計算完，</a:t>
            </a:r>
            <a:r>
              <a:rPr lang="en-US" altLang="zh-TW" dirty="0"/>
              <a:t>association</a:t>
            </a:r>
            <a:r>
              <a:rPr lang="zh-TW" altLang="en-US" dirty="0"/>
              <a:t>決定之後</a:t>
            </a:r>
            <a:endParaRPr lang="en-US" altLang="zh-TW" dirty="0"/>
          </a:p>
          <a:p>
            <a:pPr lvl="1"/>
            <a:r>
              <a:rPr lang="zh-TW" altLang="en-US" dirty="0"/>
              <a:t>根據每顆下載衛星剩餘能力，讓鄰居衛星把資料按比例 </a:t>
            </a:r>
            <a:r>
              <a:rPr lang="en-US" altLang="zh-TW" dirty="0"/>
              <a:t>offload </a:t>
            </a:r>
            <a:r>
              <a:rPr lang="zh-TW" altLang="en-US" dirty="0"/>
              <a:t>過去</a:t>
            </a:r>
            <a:endParaRPr lang="en-US" altLang="zh-TW" dirty="0"/>
          </a:p>
          <a:p>
            <a:pPr lvl="1"/>
            <a:r>
              <a:rPr lang="zh-TW" altLang="en-US" dirty="0"/>
              <a:t>達到較公平的 </a:t>
            </a:r>
            <a:r>
              <a:rPr lang="vi-VN" dirty="0"/>
              <a:t>traffic distribution，</a:t>
            </a:r>
            <a:r>
              <a:rPr lang="zh-TW" altLang="en-US" dirty="0"/>
              <a:t>並盡量把 </a:t>
            </a:r>
            <a:r>
              <a:rPr lang="vi-VN" dirty="0"/>
              <a:t>ES </a:t>
            </a:r>
            <a:r>
              <a:rPr lang="zh-TW" altLang="en-US" dirty="0"/>
              <a:t>接觸時間用滿</a:t>
            </a:r>
            <a:endParaRPr lang="vi-VN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488073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D6C379-43B4-2712-D6E2-E4510628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不同點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6B6DE2-EFCD-F59E-F381-753E5945F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場景問題不同</a:t>
            </a:r>
            <a:endParaRPr lang="en-US" altLang="zh-TW" dirty="0"/>
          </a:p>
          <a:p>
            <a:r>
              <a:rPr lang="zh-TW" altLang="en-US" dirty="0"/>
              <a:t>方法形式框架上接近</a:t>
            </a:r>
            <a:r>
              <a:rPr lang="vi-VN" dirty="0"/>
              <a:t>，</a:t>
            </a:r>
            <a:r>
              <a:rPr lang="zh-TW" altLang="en-US" dirty="0"/>
              <a:t>但在觸發條件、優化目標與服務意義上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616633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E347-A21B-4752-99F2-0052A2AB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C1F52-1777-05BA-E102-1F7F640526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4/1</a:t>
            </a:r>
            <a:r>
              <a:rPr lang="en-US" altLang="zh-TW" dirty="0"/>
              <a:t>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EF3F545-168A-FDEE-A2A0-6C74289D3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11769137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9E61CB-A758-7956-5BA7-6896BBC3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EPFD-aware user rescue scheduling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4680EB-61AF-92C3-4CE3-5832D538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重點不是做</a:t>
            </a:r>
            <a:r>
              <a:rPr lang="en-US" altLang="zh-TW" dirty="0"/>
              <a:t>relay</a:t>
            </a:r>
            <a:r>
              <a:rPr lang="zh-TW" altLang="en-US" dirty="0"/>
              <a:t>這個動作</a:t>
            </a:r>
            <a:endParaRPr lang="en-US" altLang="zh-TW" dirty="0"/>
          </a:p>
          <a:p>
            <a:r>
              <a:rPr lang="zh-TW" altLang="en-US" dirty="0"/>
              <a:t>規畫每個</a:t>
            </a:r>
            <a:r>
              <a:rPr lang="vi-VN" dirty="0"/>
              <a:t>time slot </a:t>
            </a:r>
            <a:r>
              <a:rPr lang="zh-TW" altLang="en-US" dirty="0"/>
              <a:t>到底要救哪些 </a:t>
            </a:r>
            <a:r>
              <a:rPr lang="vi-VN" dirty="0"/>
              <a:t>user、</a:t>
            </a:r>
            <a:r>
              <a:rPr lang="zh-TW" altLang="en-US" dirty="0"/>
              <a:t>由誰救、救到什麼程度，焦點放在排程上</a:t>
            </a:r>
            <a:endParaRPr lang="en-US" altLang="zh-TW" dirty="0"/>
          </a:p>
          <a:p>
            <a:pPr lvl="1"/>
            <a:r>
              <a:rPr lang="en-US" dirty="0"/>
              <a:t>distressed users </a:t>
            </a:r>
            <a:r>
              <a:rPr lang="en-US" dirty="0" err="1"/>
              <a:t>不可能全部都救</a:t>
            </a:r>
            <a:endParaRPr lang="en-US" dirty="0"/>
          </a:p>
          <a:p>
            <a:pPr lvl="1"/>
            <a:r>
              <a:rPr lang="vi-VN" dirty="0"/>
              <a:t>helper </a:t>
            </a:r>
            <a:r>
              <a:rPr lang="zh-TW" altLang="en-US" dirty="0"/>
              <a:t>資源有限</a:t>
            </a:r>
            <a:endParaRPr lang="en-US" altLang="zh-TW" dirty="0"/>
          </a:p>
          <a:p>
            <a:pPr lvl="1"/>
            <a:r>
              <a:rPr lang="zh-TW" altLang="en-US" dirty="0"/>
              <a:t>有些 </a:t>
            </a:r>
            <a:r>
              <a:rPr lang="en-US" altLang="zh-TW" dirty="0"/>
              <a:t>user </a:t>
            </a:r>
            <a:r>
              <a:rPr lang="zh-TW" altLang="en-US" dirty="0"/>
              <a:t>比較值得優先救，有些</a:t>
            </a:r>
            <a:r>
              <a:rPr lang="en-US" altLang="zh-TW" dirty="0"/>
              <a:t>user</a:t>
            </a:r>
            <a:r>
              <a:rPr lang="zh-TW" altLang="en-US" dirty="0"/>
              <a:t>就他代價太高</a:t>
            </a:r>
            <a:r>
              <a:rPr lang="en-US" altLang="zh-TW" dirty="0"/>
              <a:t>(</a:t>
            </a:r>
            <a:r>
              <a:rPr lang="zh-TW" altLang="en-US" dirty="0"/>
              <a:t>雖然慘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提出</a:t>
            </a:r>
            <a:r>
              <a:rPr lang="vi-VN" dirty="0"/>
              <a:t>Candidate Relay Set Selection</a:t>
            </a:r>
            <a:endParaRPr lang="en-US" dirty="0"/>
          </a:p>
          <a:p>
            <a:r>
              <a:rPr lang="zh-TW" altLang="en-US" dirty="0"/>
              <a:t>先把所有可能的轉接候選都列出來，再從中挑一組最值得做的，不是逐一對</a:t>
            </a:r>
            <a:r>
              <a:rPr lang="en-US" altLang="zh-TW" dirty="0"/>
              <a:t>user</a:t>
            </a:r>
            <a:r>
              <a:rPr lang="zh-TW" altLang="en-US" dirty="0"/>
              <a:t>處理。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567250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531F2-6EB8-B3EE-0DA4-285ABC0A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方法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5C1402-500F-95BB-FFAA-1B2E69EC5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vi-VN" b="1" dirty="0"/>
                  <a:t>Step </a:t>
                </a:r>
                <a:r>
                  <a:rPr lang="en-US" b="1" dirty="0"/>
                  <a:t>1</a:t>
                </a:r>
                <a:r>
                  <a:rPr lang="vi-VN" b="1" dirty="0"/>
                  <a:t>：</a:t>
                </a:r>
                <a:r>
                  <a:rPr lang="zh-TW" altLang="en-US" b="1" dirty="0"/>
                  <a:t>對每個 </a:t>
                </a:r>
                <a:r>
                  <a:rPr lang="vi-VN" b="1" dirty="0"/>
                  <a:t>user </a:t>
                </a:r>
                <a:r>
                  <a:rPr lang="zh-TW" altLang="en-US" b="1" dirty="0"/>
                  <a:t>建立 </a:t>
                </a:r>
                <a:r>
                  <a:rPr lang="vi-VN" b="1" dirty="0"/>
                  <a:t>feasible helper-beam set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>
                          <a:latin typeface="Cambria Math" panose="02040503050406030204" pitchFamily="18" charset="0"/>
                        </a:rPr>
                        <m:t>ℱ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i="0"/>
                            <m:t> </m:t>
                          </m:r>
                          <m:r>
                            <m:rPr>
                              <m:nor/>
                            </m:rPr>
                            <a:rPr lang="vi-VN" i="0"/>
                            <m:t>covers</m:t>
                          </m:r>
                          <m:r>
                            <m:rPr>
                              <m:nor/>
                            </m:rPr>
                            <a:rPr lang="vi-VN" i="0"/>
                            <m:t> 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vi-VN" b="1" dirty="0"/>
                  <a:t>Step </a:t>
                </a:r>
                <a:r>
                  <a:rPr lang="en-US" b="1" dirty="0"/>
                  <a:t>2</a:t>
                </a:r>
                <a:r>
                  <a:rPr lang="vi-VN" b="1" dirty="0"/>
                  <a:t>：</a:t>
                </a:r>
                <a:r>
                  <a:rPr lang="zh-TW" altLang="en-US" b="1" dirty="0"/>
                  <a:t>對每個候選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zh-TW" altLang="en-US" b="1" dirty="0"/>
                  <a:t>算分數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vi-VN" b="0" i="0" smtClean="0"/>
                        <m:t>Score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mtClean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轉到這個 </a:t>
                </a:r>
                <a:r>
                  <a:rPr lang="vi-VN" dirty="0"/>
                  <a:t>helper beam </a:t>
                </a:r>
                <a:r>
                  <a:rPr lang="zh-TW" altLang="en-US" dirty="0"/>
                  <a:t>後，</a:t>
                </a:r>
                <a:r>
                  <a:rPr lang="vi-VN" dirty="0"/>
                  <a:t>user </a:t>
                </a:r>
                <a:r>
                  <a:rPr lang="zh-TW" altLang="en-US" dirty="0"/>
                  <a:t>滿足率改善多少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這個 </a:t>
                </a:r>
                <a:r>
                  <a:rPr lang="vi-VN" dirty="0"/>
                  <a:t>beam </a:t>
                </a:r>
                <a:r>
                  <a:rPr lang="zh-TW" altLang="en-US" dirty="0"/>
                  <a:t>額外負載增加多少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若原本 </a:t>
                </a:r>
                <a:r>
                  <a:rPr lang="vi-VN" dirty="0"/>
                  <a:t>inactive，</a:t>
                </a:r>
                <a:r>
                  <a:rPr lang="zh-TW" altLang="en-US" dirty="0"/>
                  <a:t>啟用該 </a:t>
                </a:r>
                <a:r>
                  <a:rPr lang="vi-VN" dirty="0"/>
                  <a:t>beam </a:t>
                </a:r>
                <a:r>
                  <a:rPr lang="zh-TW" altLang="en-US" dirty="0"/>
                  <a:t>的成本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額外風險或額外資源代價 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5C1402-500F-95BB-FFAA-1B2E69EC5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0142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AF7B-E266-B103-BFC9-6DB0FC17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6EA3AF-D058-131A-6970-726A94D5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方法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89A9CF-B493-4F57-3BB2-A623A4B9B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vi-VN" b="1" dirty="0"/>
                  <a:t>Step </a:t>
                </a:r>
                <a:r>
                  <a:rPr lang="en-US" b="1" dirty="0"/>
                  <a:t>3</a:t>
                </a:r>
                <a:r>
                  <a:rPr lang="vi-VN" b="1" dirty="0"/>
                  <a:t>：</a:t>
                </a:r>
                <a:r>
                  <a:rPr lang="zh-TW" altLang="en-US" b="1" dirty="0"/>
                  <a:t>只選唯一最佳候選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lim>
                          </m:limLow>
                        </m:e>
                      </m:func>
                      <m:r>
                        <m:rPr>
                          <m:nor/>
                        </m:rPr>
                        <a:rPr lang="vi-VN" i="0"/>
                        <m:t>Score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且只有當：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vi-VN" i="0"/>
                        <m:t>Score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才允許 </a:t>
                </a:r>
                <a:r>
                  <a:rPr lang="vi-VN" dirty="0"/>
                  <a:t>rescue。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89A9CF-B493-4F57-3BB2-A623A4B9B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28397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B4FDC0-8117-F645-258A-AE1B1DDB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Beam-Activation-Aware Rescue Assignment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380BB2-6E35-8BBE-7136-3ACFDB251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676398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ADF85B-7746-0B5B-754A-B00B2C4E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改善的地方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4A147C-C62E-62D3-260E-E47E85BA6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決定救多少的滿足率</a:t>
            </a:r>
            <a:endParaRPr lang="en-US" altLang="zh-TW" dirty="0"/>
          </a:p>
          <a:p>
            <a:pPr lvl="1"/>
            <a:r>
              <a:rPr lang="zh-TW" altLang="en-US" dirty="0"/>
              <a:t>捕到一個</a:t>
            </a:r>
            <a:r>
              <a:rPr lang="en-US" altLang="zh-TW" dirty="0"/>
              <a:t>acceptable level</a:t>
            </a:r>
            <a:r>
              <a:rPr lang="zh-TW" altLang="en-US" dirty="0"/>
              <a:t>，像是</a:t>
            </a:r>
            <a:r>
              <a:rPr lang="en-US" altLang="zh-TW" dirty="0"/>
              <a:t>0.6</a:t>
            </a:r>
            <a:r>
              <a:rPr lang="zh-TW" altLang="en-US" dirty="0"/>
              <a:t>或</a:t>
            </a:r>
            <a:r>
              <a:rPr lang="en-US" altLang="zh-TW" dirty="0"/>
              <a:t>0.7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跟一般</a:t>
            </a:r>
            <a:r>
              <a:rPr lang="en-US" altLang="zh-TW" dirty="0"/>
              <a:t>relay</a:t>
            </a:r>
            <a:r>
              <a:rPr lang="zh-TW" altLang="en-US" dirty="0"/>
              <a:t>作法貢獻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不是每個 </a:t>
            </a:r>
            <a:r>
              <a:rPr lang="vi-VN" dirty="0"/>
              <a:t>distressed user </a:t>
            </a:r>
            <a:r>
              <a:rPr lang="zh-TW" altLang="en-US" dirty="0"/>
              <a:t>都用同樣方式處理，而是有優先順序。</a:t>
            </a:r>
            <a:endParaRPr lang="en-US" altLang="zh-TW" dirty="0"/>
          </a:p>
          <a:p>
            <a:pPr lvl="1"/>
            <a:r>
              <a:rPr lang="zh-TW" altLang="en-US" dirty="0"/>
              <a:t>因為 </a:t>
            </a:r>
            <a:r>
              <a:rPr lang="vi-VN" dirty="0"/>
              <a:t>helper </a:t>
            </a:r>
            <a:r>
              <a:rPr lang="zh-TW" altLang="en-US" dirty="0"/>
              <a:t>不一定夠，所以要把資源用在「最值得救的人」。</a:t>
            </a:r>
            <a:endParaRPr lang="en-US" altLang="zh-TW" dirty="0"/>
          </a:p>
          <a:p>
            <a:pPr lvl="1"/>
            <a:r>
              <a:rPr lang="zh-TW" altLang="en-US" dirty="0"/>
              <a:t>從 </a:t>
            </a:r>
            <a:r>
              <a:rPr lang="vi-VN" dirty="0"/>
              <a:t>relay </a:t>
            </a:r>
            <a:r>
              <a:rPr lang="zh-TW" altLang="en-US" dirty="0"/>
              <a:t>變成 </a:t>
            </a:r>
            <a:r>
              <a:rPr lang="vi-VN" dirty="0"/>
              <a:t>decision policy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7703473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B806-6152-26F6-D24F-6A5E08AB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2FA7E-8C7D-51BE-8A5E-55817A32D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4/21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285110-3768-DB33-EFBD-6E9D64F33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3138719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AF8C95-468F-DFFD-596E-2952B8DB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6D479E-A6A0-8DAC-3500-8EC532754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vi-VN" dirty="0"/>
              <a:t>eam power suppression </a:t>
            </a:r>
            <a:r>
              <a:rPr lang="zh-TW" altLang="en-US" dirty="0"/>
              <a:t>會直接降低 </a:t>
            </a:r>
            <a:r>
              <a:rPr lang="vi-VN" dirty="0"/>
              <a:t>beam </a:t>
            </a:r>
            <a:r>
              <a:rPr lang="zh-TW" altLang="en-US" dirty="0"/>
              <a:t>內 </a:t>
            </a:r>
            <a:r>
              <a:rPr lang="vi-VN" dirty="0"/>
              <a:t>users </a:t>
            </a:r>
            <a:r>
              <a:rPr lang="zh-TW" altLang="en-US" dirty="0"/>
              <a:t>的 </a:t>
            </a:r>
            <a:r>
              <a:rPr lang="vi-VN" dirty="0"/>
              <a:t>SINR、rate </a:t>
            </a:r>
            <a:r>
              <a:rPr lang="zh-TW" altLang="en-US" dirty="0"/>
              <a:t>與 </a:t>
            </a:r>
            <a:r>
              <a:rPr lang="vi-VN" dirty="0"/>
              <a:t>satisfaction</a:t>
            </a:r>
            <a:endParaRPr lang="en-US" dirty="0"/>
          </a:p>
          <a:p>
            <a:r>
              <a:rPr lang="zh-TW" altLang="en-US" dirty="0"/>
              <a:t>一般方法通常先做 </a:t>
            </a:r>
            <a:r>
              <a:rPr lang="vi-VN" dirty="0"/>
              <a:t>power control，</a:t>
            </a:r>
            <a:r>
              <a:rPr lang="zh-TW" altLang="en-US" dirty="0"/>
              <a:t>再對受影響 </a:t>
            </a:r>
            <a:r>
              <a:rPr lang="vi-VN" dirty="0"/>
              <a:t>users </a:t>
            </a:r>
            <a:r>
              <a:rPr lang="zh-TW" altLang="en-US" dirty="0"/>
              <a:t>執行 </a:t>
            </a:r>
            <a:r>
              <a:rPr lang="vi-VN" dirty="0"/>
              <a:t>relay / reassociation</a:t>
            </a:r>
            <a:endParaRPr lang="en-US" dirty="0"/>
          </a:p>
          <a:p>
            <a:r>
              <a:rPr lang="zh-TW" altLang="en-US" dirty="0"/>
              <a:t>此類 </a:t>
            </a:r>
            <a:r>
              <a:rPr lang="vi-VN" dirty="0"/>
              <a:t>reactive </a:t>
            </a:r>
            <a:r>
              <a:rPr lang="zh-TW" altLang="en-US" dirty="0"/>
              <a:t>機制的問題在於：</a:t>
            </a:r>
            <a:endParaRPr lang="en-US" altLang="zh-TW" dirty="0"/>
          </a:p>
          <a:p>
            <a:pPr lvl="1"/>
            <a:r>
              <a:rPr lang="en-US" altLang="zh-TW" dirty="0"/>
              <a:t>users </a:t>
            </a:r>
            <a:r>
              <a:rPr lang="zh-TW" altLang="en-US" dirty="0"/>
              <a:t>往往已經先受到明顯服務損失</a:t>
            </a:r>
            <a:endParaRPr lang="en-US" altLang="zh-TW" dirty="0"/>
          </a:p>
          <a:p>
            <a:pPr lvl="1"/>
            <a:r>
              <a:rPr lang="vi-VN" dirty="0"/>
              <a:t>relay </a:t>
            </a:r>
            <a:r>
              <a:rPr lang="zh-TW" altLang="en-US" dirty="0"/>
              <a:t>決策只在事後補救，缺乏前瞻性</a:t>
            </a:r>
            <a:endParaRPr lang="en-US" altLang="zh-TW" dirty="0"/>
          </a:p>
          <a:p>
            <a:pPr lvl="1"/>
            <a:r>
              <a:rPr lang="zh-TW" altLang="en-US" dirty="0"/>
              <a:t>未考慮不同 </a:t>
            </a:r>
            <a:r>
              <a:rPr lang="en-US" altLang="zh-TW" dirty="0"/>
              <a:t>beams </a:t>
            </a:r>
            <a:r>
              <a:rPr lang="zh-TW" altLang="en-US" dirty="0"/>
              <a:t>對 </a:t>
            </a:r>
            <a:r>
              <a:rPr lang="en-US" altLang="zh-TW" dirty="0"/>
              <a:t>GS </a:t>
            </a:r>
            <a:r>
              <a:rPr lang="zh-TW" altLang="en-US" dirty="0"/>
              <a:t>帶來的干擾代價差異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387125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2EEF4-AE7F-6A17-644F-7E23694D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Problem Statement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92F63B-A03A-55C7-96D2-787069B3F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現有作法採用兩階段流程</a:t>
            </a:r>
            <a:endParaRPr lang="en-US" altLang="zh-TW" dirty="0"/>
          </a:p>
          <a:p>
            <a:pPr lvl="1"/>
            <a:r>
              <a:rPr lang="vi-VN" dirty="0"/>
              <a:t>EPFD</a:t>
            </a:r>
            <a:r>
              <a:rPr lang="zh-TW" altLang="en-US" dirty="0"/>
              <a:t>所造成的</a:t>
            </a:r>
            <a:r>
              <a:rPr lang="vi-VN" dirty="0"/>
              <a:t> power control</a:t>
            </a:r>
            <a:endParaRPr lang="en-US" dirty="0"/>
          </a:p>
          <a:p>
            <a:pPr lvl="1"/>
            <a:r>
              <a:rPr lang="vi-VN" dirty="0"/>
              <a:t>post-PC relay / reassociation</a:t>
            </a:r>
            <a:endParaRPr lang="en-US" dirty="0"/>
          </a:p>
          <a:p>
            <a:r>
              <a:rPr lang="zh-TW" altLang="en-US" dirty="0"/>
              <a:t>但此流程存在限制：</a:t>
            </a:r>
            <a:endParaRPr lang="en-US" altLang="zh-TW" dirty="0"/>
          </a:p>
          <a:p>
            <a:pPr lvl="1"/>
            <a:r>
              <a:rPr lang="zh-TW" altLang="en-US" dirty="0"/>
              <a:t>等到 </a:t>
            </a:r>
            <a:r>
              <a:rPr lang="vi-VN" dirty="0"/>
              <a:t>user satisfaction </a:t>
            </a:r>
            <a:r>
              <a:rPr lang="zh-TW" altLang="en-US" dirty="0"/>
              <a:t>已下降才補救</a:t>
            </a:r>
            <a:endParaRPr lang="en-US" altLang="zh-TW" dirty="0"/>
          </a:p>
          <a:p>
            <a:pPr lvl="1"/>
            <a:r>
              <a:rPr lang="zh-TW" altLang="en-US" dirty="0"/>
              <a:t>決策依據不足，僅依據</a:t>
            </a:r>
            <a:endParaRPr lang="en-US" altLang="zh-TW" dirty="0"/>
          </a:p>
          <a:p>
            <a:pPr lvl="2"/>
            <a:r>
              <a:rPr lang="zh-TW" altLang="en-US" dirty="0"/>
              <a:t>當前是否違法，去壓功率</a:t>
            </a:r>
            <a:endParaRPr lang="en-US" altLang="zh-TW" dirty="0"/>
          </a:p>
          <a:p>
            <a:pPr lvl="2"/>
            <a:r>
              <a:rPr lang="zh-TW" altLang="en-US" dirty="0"/>
              <a:t>當前使用者滿足率低於多少去遷移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dirty="0"/>
          </a:p>
          <a:p>
            <a:pPr lvl="1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584682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0633-7F91-A75D-A181-7E04F5A8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62171-C013-DAB7-3719-35C56A05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Problem Statement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C33668-EA99-9A9F-C97E-3E9D5FAFD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本研究希望回答</a:t>
            </a:r>
            <a:endParaRPr lang="en-US" dirty="0"/>
          </a:p>
          <a:p>
            <a:pPr lvl="1"/>
            <a:r>
              <a:rPr lang="zh-TW" altLang="en-US" dirty="0"/>
              <a:t>在 </a:t>
            </a:r>
            <a:r>
              <a:rPr lang="vi-VN" dirty="0"/>
              <a:t>EPFD </a:t>
            </a:r>
            <a:r>
              <a:rPr lang="zh-TW" altLang="en-US" dirty="0"/>
              <a:t>約束下，</a:t>
            </a:r>
            <a:r>
              <a:rPr lang="zh-TW" altLang="en-US" b="1" dirty="0"/>
              <a:t>如何提前識別 </a:t>
            </a:r>
            <a:r>
              <a:rPr lang="vi-VN" b="1" dirty="0"/>
              <a:t>future high-risk beams / users，</a:t>
            </a:r>
            <a:br>
              <a:rPr lang="vi-VN" dirty="0"/>
            </a:br>
            <a:r>
              <a:rPr lang="zh-TW" altLang="en-US" dirty="0"/>
              <a:t>並聯合決定 </a:t>
            </a:r>
            <a:r>
              <a:rPr lang="vi-VN" b="1" dirty="0"/>
              <a:t>service migration </a:t>
            </a:r>
            <a:r>
              <a:rPr lang="zh-TW" altLang="en-US" b="1" dirty="0"/>
              <a:t>與 </a:t>
            </a:r>
            <a:r>
              <a:rPr lang="vi-VN" b="1" dirty="0"/>
              <a:t>power adaptation</a:t>
            </a:r>
            <a:r>
              <a:rPr lang="vi-VN" dirty="0"/>
              <a:t>，</a:t>
            </a:r>
            <a:br>
              <a:rPr lang="vi-VN" dirty="0"/>
            </a:br>
            <a:r>
              <a:rPr lang="zh-TW" altLang="en-US" dirty="0"/>
              <a:t>以提升整體 </a:t>
            </a:r>
            <a:r>
              <a:rPr lang="vi-VN" dirty="0"/>
              <a:t>user satisfaction？</a:t>
            </a:r>
          </a:p>
        </p:txBody>
      </p:sp>
    </p:spTree>
    <p:extLst>
      <p:ext uri="{BB962C8B-B14F-4D97-AF65-F5344CB8AC3E}">
        <p14:creationId xmlns:p14="http://schemas.microsoft.com/office/powerpoint/2010/main" val="328307684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52F11C-2FA6-FF28-5D51-0EA7036E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核心想法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979B1D-1317-9355-56B6-072D8DFF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Shadow-Price Guided Beam-Level Service Shedding</a:t>
            </a:r>
          </a:p>
          <a:p>
            <a:r>
              <a:rPr lang="zh-TW" altLang="en-US" dirty="0"/>
              <a:t>方法的核心不是在 </a:t>
            </a:r>
            <a:r>
              <a:rPr lang="en-US" altLang="zh-TW" dirty="0"/>
              <a:t>user </a:t>
            </a:r>
            <a:r>
              <a:rPr lang="zh-TW" altLang="en-US" dirty="0"/>
              <a:t>已經惡化後再做補救，而是為：</a:t>
            </a:r>
          </a:p>
          <a:p>
            <a:pPr lvl="1"/>
            <a:r>
              <a:rPr lang="zh-TW" altLang="en-US" dirty="0"/>
              <a:t>先預測 </a:t>
            </a:r>
            <a:r>
              <a:rPr lang="vi-VN" dirty="0"/>
              <a:t>future high-risk beams / users </a:t>
            </a:r>
          </a:p>
          <a:p>
            <a:pPr lvl="1"/>
            <a:r>
              <a:rPr lang="zh-TW" altLang="en-US" dirty="0"/>
              <a:t>再從 </a:t>
            </a:r>
            <a:r>
              <a:rPr lang="vi-VN" dirty="0"/>
              <a:t>beam </a:t>
            </a:r>
            <a:r>
              <a:rPr lang="zh-TW" altLang="en-US" dirty="0"/>
              <a:t>層級決定應卸載多少服務量 </a:t>
            </a:r>
          </a:p>
          <a:p>
            <a:pPr lvl="1"/>
            <a:r>
              <a:rPr lang="zh-TW" altLang="en-US" dirty="0"/>
              <a:t>最後才對被選中的 </a:t>
            </a:r>
            <a:r>
              <a:rPr lang="vi-VN" dirty="0"/>
              <a:t>users </a:t>
            </a:r>
            <a:r>
              <a:rPr lang="zh-TW" altLang="en-US" dirty="0"/>
              <a:t>決定 </a:t>
            </a:r>
            <a:r>
              <a:rPr lang="vi-VN" dirty="0"/>
              <a:t>migration target</a:t>
            </a:r>
          </a:p>
        </p:txBody>
      </p:sp>
    </p:spTree>
    <p:extLst>
      <p:ext uri="{BB962C8B-B14F-4D97-AF65-F5344CB8AC3E}">
        <p14:creationId xmlns:p14="http://schemas.microsoft.com/office/powerpoint/2010/main" val="233102960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E20B9-C43E-F80A-0294-02BE67D8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核心設計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2BF1EE-8F59-703B-386B-767C4B95F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Predictive Geometry-Aware Risk Estimation</a:t>
            </a:r>
          </a:p>
          <a:p>
            <a:pPr lvl="1"/>
            <a:r>
              <a:rPr lang="zh-TW" altLang="en-US" dirty="0"/>
              <a:t>利用 </a:t>
            </a:r>
            <a:r>
              <a:rPr lang="vi-VN" dirty="0"/>
              <a:t>LEO–GSO </a:t>
            </a:r>
            <a:r>
              <a:rPr lang="zh-TW" altLang="en-US" dirty="0"/>
              <a:t>幾何在短期內可預測的特性 </a:t>
            </a:r>
          </a:p>
          <a:p>
            <a:pPr lvl="1"/>
            <a:r>
              <a:rPr lang="zh-TW" altLang="en-US" dirty="0"/>
              <a:t>提前識別： </a:t>
            </a:r>
          </a:p>
          <a:p>
            <a:pPr lvl="2"/>
            <a:r>
              <a:rPr lang="vi-VN" dirty="0"/>
              <a:t>future EPFD high-risk beams </a:t>
            </a:r>
          </a:p>
          <a:p>
            <a:pPr lvl="2"/>
            <a:r>
              <a:rPr lang="vi-VN" dirty="0"/>
              <a:t>future distressed users </a:t>
            </a:r>
          </a:p>
          <a:p>
            <a:r>
              <a:rPr lang="vi-VN" b="1" dirty="0"/>
              <a:t>Beam-Level Service Shedding</a:t>
            </a:r>
          </a:p>
          <a:p>
            <a:pPr lvl="1"/>
            <a:r>
              <a:rPr lang="zh-TW" altLang="en-US" dirty="0"/>
              <a:t>不先從 </a:t>
            </a:r>
            <a:r>
              <a:rPr lang="vi-VN" dirty="0"/>
              <a:t>individual user </a:t>
            </a:r>
            <a:r>
              <a:rPr lang="zh-TW" altLang="en-US" dirty="0"/>
              <a:t>出發 </a:t>
            </a:r>
          </a:p>
          <a:p>
            <a:pPr lvl="1"/>
            <a:r>
              <a:rPr lang="zh-TW" altLang="en-US" dirty="0"/>
              <a:t>而是先從 </a:t>
            </a:r>
            <a:r>
              <a:rPr lang="vi-VN" b="1" dirty="0"/>
              <a:t>future risky beams</a:t>
            </a:r>
            <a:r>
              <a:rPr lang="vi-VN" dirty="0"/>
              <a:t> </a:t>
            </a:r>
            <a:r>
              <a:rPr lang="zh-TW" altLang="en-US" dirty="0"/>
              <a:t>出發 </a:t>
            </a:r>
          </a:p>
          <a:p>
            <a:pPr lvl="1"/>
            <a:r>
              <a:rPr lang="zh-TW" altLang="en-US" dirty="0"/>
              <a:t>決定： </a:t>
            </a:r>
          </a:p>
          <a:p>
            <a:pPr lvl="2"/>
            <a:r>
              <a:rPr lang="zh-TW" altLang="en-US" dirty="0"/>
              <a:t>哪個 </a:t>
            </a:r>
            <a:r>
              <a:rPr lang="vi-VN" dirty="0"/>
              <a:t>beam </a:t>
            </a:r>
            <a:r>
              <a:rPr lang="zh-TW" altLang="en-US" dirty="0"/>
              <a:t>最該減壓 </a:t>
            </a:r>
          </a:p>
          <a:p>
            <a:pPr lvl="2"/>
            <a:r>
              <a:rPr lang="zh-TW" altLang="en-US" dirty="0"/>
              <a:t>該卸載多少 </a:t>
            </a:r>
            <a:r>
              <a:rPr lang="vi-VN" dirty="0"/>
              <a:t>users 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8277600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BC95-2B29-1A4A-7C1D-3B4F80CA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E22C30-5996-C8F4-7B27-90E0CCC3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核心設計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1B0D21-B826-4B07-CACE-7A80A6CD7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Shadow-Price Guided Joint Decision</a:t>
            </a:r>
          </a:p>
          <a:p>
            <a:pPr lvl="1"/>
            <a:r>
              <a:rPr lang="zh-TW" altLang="en-US" dirty="0"/>
              <a:t>將 </a:t>
            </a:r>
            <a:r>
              <a:rPr lang="vi-VN" dirty="0"/>
              <a:t>beam-level EPFD contribution </a:t>
            </a:r>
            <a:r>
              <a:rPr lang="zh-TW" altLang="en-US" dirty="0"/>
              <a:t>轉換為 </a:t>
            </a:r>
            <a:r>
              <a:rPr lang="vi-VN" b="1" dirty="0"/>
              <a:t>beam </a:t>
            </a:r>
            <a:r>
              <a:rPr lang="zh-TW" altLang="en-US" b="1" dirty="0"/>
              <a:t>的干擾代價（</a:t>
            </a:r>
            <a:r>
              <a:rPr lang="vi-VN" b="1" dirty="0"/>
              <a:t>shadow price）</a:t>
            </a:r>
            <a:endParaRPr lang="en-US" b="1" dirty="0"/>
          </a:p>
          <a:p>
            <a:pPr lvl="1"/>
            <a:r>
              <a:rPr lang="vi-VN" dirty="0"/>
              <a:t>migration </a:t>
            </a:r>
            <a:r>
              <a:rPr lang="zh-TW" altLang="en-US" dirty="0"/>
              <a:t>與 </a:t>
            </a:r>
            <a:r>
              <a:rPr lang="vi-VN" dirty="0"/>
              <a:t>power adaptation</a:t>
            </a:r>
          </a:p>
        </p:txBody>
      </p:sp>
    </p:spTree>
    <p:extLst>
      <p:ext uri="{BB962C8B-B14F-4D97-AF65-F5344CB8AC3E}">
        <p14:creationId xmlns:p14="http://schemas.microsoft.com/office/powerpoint/2010/main" val="127502829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E7CB90-A0D9-77AC-4B88-740EE6DC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Predictive Geometry-Aware Risk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58799C7-92B1-B1BF-6B4A-29F6CD7DD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vi-VN" b="1" dirty="0"/>
                  <a:t>Short-Horizon Prediction</a:t>
                </a:r>
                <a:r>
                  <a:rPr lang="zh-TW" altLang="en-US" b="1" dirty="0"/>
                  <a:t>，</a:t>
                </a:r>
                <a:r>
                  <a:rPr lang="zh-TW" altLang="en-US" dirty="0"/>
                  <a:t>在每個當前 </a:t>
                </a:r>
                <a:r>
                  <a:rPr lang="vi-VN" dirty="0"/>
                  <a:t>time slot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建立預測視窗：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...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vi-VN" dirty="0"/>
                  <a:t>prediction horizon </a:t>
                </a:r>
              </a:p>
              <a:p>
                <a:r>
                  <a:rPr lang="zh-TW" altLang="en-US" dirty="0"/>
                  <a:t>在 </a:t>
                </a:r>
                <a:r>
                  <a:rPr lang="vi-VN" dirty="0"/>
                  <a:t>horizon </a:t>
                </a:r>
                <a:r>
                  <a:rPr lang="zh-TW" altLang="en-US" dirty="0"/>
                  <a:t>內，系統預測：</a:t>
                </a:r>
              </a:p>
              <a:p>
                <a:pPr lvl="1"/>
                <a:r>
                  <a:rPr lang="zh-TW" altLang="en-US" dirty="0"/>
                  <a:t>各 </a:t>
                </a:r>
                <a:r>
                  <a:rPr lang="vi-VN" dirty="0"/>
                  <a:t>satellites </a:t>
                </a:r>
                <a:r>
                  <a:rPr lang="zh-TW" altLang="en-US" dirty="0"/>
                  <a:t>與 </a:t>
                </a:r>
                <a:r>
                  <a:rPr lang="vi-VN" dirty="0"/>
                  <a:t>GS </a:t>
                </a:r>
                <a:r>
                  <a:rPr lang="zh-TW" altLang="en-US" dirty="0"/>
                  <a:t>的相對幾何 </a:t>
                </a:r>
              </a:p>
              <a:p>
                <a:pPr lvl="1"/>
                <a:r>
                  <a:rPr lang="zh-TW" altLang="en-US" dirty="0"/>
                  <a:t>各 </a:t>
                </a:r>
                <a:r>
                  <a:rPr lang="vi-VN" dirty="0"/>
                  <a:t>beams </a:t>
                </a:r>
                <a:r>
                  <a:rPr lang="zh-TW" altLang="en-US" dirty="0"/>
                  <a:t>對 </a:t>
                </a:r>
                <a:r>
                  <a:rPr lang="vi-VN" dirty="0"/>
                  <a:t>GS </a:t>
                </a:r>
                <a:r>
                  <a:rPr lang="zh-TW" altLang="en-US" dirty="0"/>
                  <a:t>的 </a:t>
                </a:r>
                <a:r>
                  <a:rPr lang="vi-VN" dirty="0"/>
                  <a:t>EPFD contributions </a:t>
                </a:r>
              </a:p>
              <a:p>
                <a:pPr lvl="1"/>
                <a:r>
                  <a:rPr lang="vi-VN" dirty="0"/>
                  <a:t>users </a:t>
                </a:r>
                <a:r>
                  <a:rPr lang="zh-TW" altLang="en-US" dirty="0"/>
                  <a:t>對 </a:t>
                </a:r>
                <a:r>
                  <a:rPr lang="vi-VN" dirty="0"/>
                  <a:t>source / helper beams </a:t>
                </a:r>
                <a:r>
                  <a:rPr lang="zh-TW" altLang="en-US" dirty="0"/>
                  <a:t>的 </a:t>
                </a:r>
                <a:r>
                  <a:rPr lang="vi-VN" dirty="0"/>
                  <a:t>coverage feasibility </a:t>
                </a:r>
              </a:p>
              <a:p>
                <a:pPr lvl="1"/>
                <a:r>
                  <a:rPr lang="vi-VN" dirty="0"/>
                  <a:t>users </a:t>
                </a:r>
                <a:r>
                  <a:rPr lang="zh-TW" altLang="en-US" dirty="0"/>
                  <a:t>未來可能的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變化 </a:t>
                </a:r>
              </a:p>
              <a:p>
                <a:r>
                  <a:rPr lang="zh-TW" altLang="en-US" b="1" dirty="0"/>
                  <a:t>目的</a:t>
                </a:r>
              </a:p>
              <a:p>
                <a:pPr lvl="1"/>
                <a:r>
                  <a:rPr lang="zh-TW" altLang="en-US" dirty="0"/>
                  <a:t>提前知道哪個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快出事 </a:t>
                </a:r>
              </a:p>
              <a:p>
                <a:pPr lvl="1"/>
                <a:r>
                  <a:rPr lang="zh-TW" altLang="en-US" dirty="0"/>
                  <a:t>不等 </a:t>
                </a:r>
                <a:r>
                  <a:rPr lang="vi-VN" dirty="0"/>
                  <a:t>EPFD </a:t>
                </a:r>
                <a:r>
                  <a:rPr lang="zh-TW" altLang="en-US" dirty="0"/>
                  <a:t>已經越過上限才行動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58799C7-92B1-B1BF-6B4A-29F6CD7DD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922" r="-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1127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8D40DE-16A8-EDB9-26C0-07BB2D74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 Future EPFD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26D11C-EFE7-56B8-B716-D5A06A15F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定義其 </a:t>
                </a:r>
                <a:r>
                  <a:rPr lang="vi-VN" dirty="0"/>
                  <a:t>future EPFD risk </a:t>
                </a:r>
                <a:r>
                  <a:rPr lang="zh-TW" altLang="en-US" dirty="0"/>
                  <a:t>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TW" altLang="en-US" dirty="0"/>
                  <a:t>在未來時槽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TW" altLang="en-US" dirty="0"/>
                  <a:t>對 </a:t>
                </a:r>
                <a:r>
                  <a:rPr lang="vi-VN" dirty="0"/>
                  <a:t>protected GS </a:t>
                </a:r>
                <a:r>
                  <a:rPr lang="zh-TW" altLang="en-US" dirty="0"/>
                  <a:t>的 </a:t>
                </a:r>
                <a:r>
                  <a:rPr lang="vi-VN" dirty="0"/>
                  <a:t>EPFD contribution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時間權重，越接近當前時槽權重越高</a:t>
                </a:r>
              </a:p>
              <a:p>
                <a:r>
                  <a:rPr lang="zh-TW" altLang="en-US" b="1" dirty="0"/>
                  <a:t>意義</a:t>
                </a:r>
              </a:p>
              <a:p>
                <a:pPr lvl="1"/>
                <a:r>
                  <a:rPr lang="zh-TW" altLang="en-US" dirty="0"/>
                  <a:t>若某 </a:t>
                </a:r>
                <a:r>
                  <a:rPr lang="vi-VN" dirty="0"/>
                  <a:t>beam </a:t>
                </a:r>
                <a:r>
                  <a:rPr lang="zh-TW" altLang="en-US" dirty="0"/>
                  <a:t>在未來幾個 </a:t>
                </a:r>
                <a:r>
                  <a:rPr lang="vi-VN" dirty="0"/>
                  <a:t>time slots </a:t>
                </a:r>
                <a:r>
                  <a:rPr lang="zh-TW" altLang="en-US" dirty="0"/>
                  <a:t>對 </a:t>
                </a:r>
                <a:r>
                  <a:rPr lang="vi-VN" dirty="0"/>
                  <a:t>GS </a:t>
                </a:r>
                <a:r>
                  <a:rPr lang="zh-TW" altLang="en-US" dirty="0"/>
                  <a:t>持續高敏感，則其 </a:t>
                </a:r>
                <a:r>
                  <a:rPr lang="vi-VN" dirty="0"/>
                  <a:t>risk </a:t>
                </a:r>
                <a:r>
                  <a:rPr lang="zh-TW" altLang="en-US" dirty="0"/>
                  <a:t>會高 </a:t>
                </a:r>
              </a:p>
              <a:p>
                <a:pPr lvl="1"/>
                <a:r>
                  <a:rPr lang="zh-TW" altLang="en-US" dirty="0"/>
                  <a:t>表示該 </a:t>
                </a:r>
                <a:r>
                  <a:rPr lang="vi-VN" dirty="0"/>
                  <a:t>beam </a:t>
                </a:r>
                <a:r>
                  <a:rPr lang="zh-TW" altLang="en-US" dirty="0"/>
                  <a:t>不應長時間維持高服務負擔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26D11C-EFE7-56B8-B716-D5A06A15F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69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18661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53A1E-9018-A6CA-F10C-FDBF86BF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線性遞減權重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F45646-E00B-0907-D114-8614B06CA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例如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TW" altLang="en-US" dirty="0"/>
                  <a:t>時可設：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一般形式可寫成：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nary>
                            <m:naryPr>
                              <m:chr m:val="∑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ar-AE" dirty="0"/>
              </a:p>
              <a:p>
                <a:r>
                  <a:rPr lang="zh-TW" altLang="en-US" b="1" dirty="0"/>
                  <a:t>意思</a:t>
                </a:r>
              </a:p>
              <a:p>
                <a:pPr lvl="1"/>
                <a:r>
                  <a:rPr lang="zh-TW" altLang="en-US" dirty="0"/>
                  <a:t>現在最重要 </a:t>
                </a:r>
              </a:p>
              <a:p>
                <a:pPr lvl="1"/>
                <a:r>
                  <a:rPr lang="zh-TW" altLang="en-US" dirty="0"/>
                  <a:t>下一格次之 </a:t>
                </a:r>
              </a:p>
              <a:p>
                <a:pPr lvl="1"/>
                <a:r>
                  <a:rPr lang="zh-TW" altLang="en-US" dirty="0"/>
                  <a:t>越遠較不重要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F45646-E00B-0907-D114-8614B06CA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89852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1E16E-060D-809D-4AE8-13BF3E74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User Future Distress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DE2F36-44B0-0D75-3223-E9453E1C31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定義其 </a:t>
                </a:r>
                <a:r>
                  <a:rPr lang="vi-VN" dirty="0"/>
                  <a:t>future distress risk </a:t>
                </a:r>
                <a:r>
                  <a:rPr lang="zh-TW" altLang="en-US" dirty="0"/>
                  <a:t>為： </a:t>
                </a:r>
                <a:r>
                  <a:rPr lang="en-US" altLang="zh-TW" dirty="0"/>
                  <a:t>60%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30%</a:t>
                </a:r>
                <a:endParaRPr lang="zh-TW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th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r>
                  <a:rPr lang="ar-AE" dirty="0"/>
                  <a:t>：</a:t>
                </a:r>
                <a:r>
                  <a:rPr lang="vi-VN" dirty="0"/>
                  <a:t>distressed threshold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在未來時槽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TW" altLang="en-US" dirty="0"/>
                  <a:t>的預測 </a:t>
                </a:r>
                <a:r>
                  <a:rPr lang="vi-VN" dirty="0"/>
                  <a:t>satisfaction </a:t>
                </a:r>
              </a:p>
              <a:p>
                <a:r>
                  <a:rPr lang="zh-TW" altLang="en-US" b="1" dirty="0"/>
                  <a:t>目的</a:t>
                </a:r>
                <a:endParaRPr lang="en-US" altLang="zh-TW" b="1" dirty="0"/>
              </a:p>
              <a:p>
                <a:pPr lvl="1"/>
                <a:r>
                  <a:rPr lang="zh-TW" altLang="en-US" dirty="0"/>
                  <a:t>若 </a:t>
                </a:r>
                <a:r>
                  <a:rPr lang="vi-VN" dirty="0"/>
                  <a:t>user </a:t>
                </a:r>
                <a:r>
                  <a:rPr lang="zh-TW" altLang="en-US" dirty="0"/>
                  <a:t>在未來很可能因 </a:t>
                </a:r>
                <a:r>
                  <a:rPr lang="vi-VN" dirty="0"/>
                  <a:t>source beam </a:t>
                </a:r>
                <a:r>
                  <a:rPr lang="zh-TW" altLang="en-US" dirty="0"/>
                  <a:t>被壓功率而掉出門檻，則其 </a:t>
                </a:r>
                <a:r>
                  <a:rPr lang="vi-VN" dirty="0"/>
                  <a:t>distress risk </a:t>
                </a:r>
                <a:r>
                  <a:rPr lang="zh-TW" altLang="en-US" dirty="0"/>
                  <a:t>高 </a:t>
                </a:r>
              </a:p>
              <a:p>
                <a:pPr lvl="1"/>
                <a:r>
                  <a:rPr lang="zh-TW" altLang="en-US" dirty="0"/>
                  <a:t>代表應優先考慮將其提前遷移 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DE2F36-44B0-0D75-3223-E9453E1C31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66622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559F9-7FBC-CBD3-B6E5-B8263BFD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Future Coverage Stability</a:t>
            </a:r>
            <a:r>
              <a:rPr lang="en-US" altLang="zh-TW" dirty="0"/>
              <a:t>(</a:t>
            </a:r>
            <a:r>
              <a:rPr lang="zh-TW" altLang="en-US" dirty="0"/>
              <a:t>要考慮，查一下其他論文是否有這種想法</a:t>
            </a:r>
            <a:r>
              <a:rPr lang="en-US" altLang="zh-TW" dirty="0"/>
              <a:t>)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5C31E5D-7078-2529-14E2-54BF4F356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與 </a:t>
                </a:r>
                <a:r>
                  <a:rPr lang="vi-VN" dirty="0"/>
                  <a:t>candidate 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定義其短期可持續覆蓋程度：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cov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i="0"/>
                        <m:t> 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 衛星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en-US" dirty="0"/>
                  <a:t>的 </a:t>
                </a:r>
                <a:r>
                  <a:rPr lang="en-US" altLang="zh-TW" dirty="0"/>
                  <a:t>beam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的地面覆蓋區域</a:t>
                </a:r>
                <a:endParaRPr lang="en-US" altLang="zh-TW" dirty="0"/>
              </a:p>
              <a:p>
                <a:r>
                  <a:rPr lang="zh-TW" altLang="en-US" b="1" dirty="0"/>
                  <a:t>目的</a:t>
                </a:r>
                <a:endParaRPr lang="en-US" altLang="zh-TW" b="1" dirty="0"/>
              </a:p>
              <a:p>
                <a:pPr lvl="1"/>
                <a:r>
                  <a:rPr lang="zh-TW" altLang="en-US" dirty="0"/>
                  <a:t>不只看現在能不能覆蓋 </a:t>
                </a:r>
              </a:p>
              <a:p>
                <a:pPr lvl="1"/>
                <a:r>
                  <a:rPr lang="zh-TW" altLang="en-US" dirty="0"/>
                  <a:t>還看未來幾個 </a:t>
                </a:r>
                <a:r>
                  <a:rPr lang="vi-VN" dirty="0"/>
                  <a:t>time slots </a:t>
                </a:r>
                <a:r>
                  <a:rPr lang="zh-TW" altLang="en-US" dirty="0"/>
                  <a:t>是否持續覆蓋 </a:t>
                </a:r>
              </a:p>
              <a:p>
                <a:r>
                  <a:rPr lang="zh-TW" altLang="en-US" b="1" dirty="0"/>
                  <a:t>好處</a:t>
                </a:r>
              </a:p>
              <a:p>
                <a:pPr lvl="1"/>
                <a:r>
                  <a:rPr lang="zh-TW" altLang="en-US" dirty="0"/>
                  <a:t>提高 </a:t>
                </a:r>
                <a:r>
                  <a:rPr lang="vi-VN" dirty="0"/>
                  <a:t>migration </a:t>
                </a:r>
                <a:r>
                  <a:rPr lang="zh-TW" altLang="en-US" dirty="0"/>
                  <a:t>的穩定性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5C31E5D-7078-2529-14E2-54BF4F356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95084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C1CB4-3D25-EF91-9964-920B577E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Beam-level Service Shedding</a:t>
            </a:r>
            <a:br>
              <a:rPr lang="en-US" dirty="0"/>
            </a:br>
            <a:r>
              <a:rPr lang="vi-VN" dirty="0"/>
              <a:t>beam distress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5C6269-CDA4-D2B1-A0A6-FB76301E49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critical satellite </a:t>
                </a:r>
                <a:r>
                  <a:rPr lang="zh-TW" altLang="en-US" dirty="0"/>
                  <a:t>上每個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定義：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groupCh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:r>
                  <a:rPr lang="vi-VN" b="1" dirty="0"/>
                  <a:t>beam </a:t>
                </a:r>
                <a:r>
                  <a:rPr lang="zh-TW" altLang="en-US" b="1" dirty="0"/>
                  <a:t>內平均 </a:t>
                </a:r>
                <a:r>
                  <a:rPr lang="vi-VN" b="1" dirty="0"/>
                  <a:t>distress risk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groupCh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dist</m:t>
                              </m:r>
                            </m:sup>
                          </m:sSubSup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1"/>
                <a:r>
                  <a:rPr lang="vi-VN" b="1" dirty="0"/>
                  <a:t>beam </a:t>
                </a:r>
                <a:r>
                  <a:rPr lang="zh-TW" altLang="en-US" b="1" dirty="0"/>
                  <a:t>內平均 </a:t>
                </a:r>
                <a:r>
                  <a:rPr lang="vi-VN" b="1" dirty="0"/>
                  <a:t>relay opportunity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groupChr>
                            <m:groupChrPr>
                              <m:chr m:val="‾"/>
                              <m:pos m:val="top"/>
                              <m:vertJc m:val="bot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groupCh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relay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cand</m:t>
                                  </m:r>
                                </m:sup>
                              </m:sSub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∖</m:t>
                              </m:r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lim>
                          </m:limLow>
                        </m:e>
                      </m:nary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cov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F5C6269-CDA4-D2B1-A0A6-FB76301E49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3801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CBDE13-92F6-70C1-1469-1F5B0415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Risky Beam Set and Selection Rule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5FD7A3A-21C5-1376-7E3B-CDFC620CFD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定義高風險 </a:t>
                </a:r>
                <a:r>
                  <a:rPr lang="vi-VN" dirty="0"/>
                  <a:t>beam </a:t>
                </a:r>
                <a:r>
                  <a:rPr lang="zh-TW" altLang="en-US" dirty="0"/>
                  <a:t>集合：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risk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act</m:t>
                              </m:r>
                            </m:sup>
                          </m:sSub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r>
                  <a:rPr lang="zh-TW" altLang="en-US" dirty="0"/>
                  <a:t>為 </a:t>
                </a:r>
                <a:r>
                  <a:rPr lang="vi-VN" dirty="0"/>
                  <a:t>beam distress threshold</a:t>
                </a:r>
                <a:endParaRPr lang="en-US" dirty="0"/>
              </a:p>
              <a:p>
                <a:endParaRPr lang="en-US" dirty="0"/>
              </a:p>
              <a:p>
                <a:r>
                  <a:rPr lang="zh-TW" altLang="en-US" dirty="0"/>
                  <a:t>在每一次 </a:t>
                </a:r>
                <a:r>
                  <a:rPr lang="vi-VN" dirty="0"/>
                  <a:t>iteration </a:t>
                </a:r>
                <a:r>
                  <a:rPr lang="zh-TW" altLang="en-US" dirty="0"/>
                  <a:t>中，只選擇：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risk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b="1" dirty="0"/>
                  <a:t>意義</a:t>
                </a:r>
              </a:p>
              <a:p>
                <a:pPr lvl="1"/>
                <a:r>
                  <a:rPr lang="zh-TW" altLang="en-US" dirty="0"/>
                  <a:t>不一次同時處理所有 </a:t>
                </a:r>
                <a:r>
                  <a:rPr lang="vi-VN" dirty="0"/>
                  <a:t>risky beams </a:t>
                </a:r>
              </a:p>
              <a:p>
                <a:pPr lvl="1"/>
                <a:r>
                  <a:rPr lang="zh-TW" altLang="en-US" dirty="0"/>
                  <a:t>每輪只處理 </a:t>
                </a:r>
                <a:r>
                  <a:rPr lang="zh-TW" altLang="en-US" b="1" dirty="0"/>
                  <a:t>當前最危險的一個 </a:t>
                </a:r>
                <a:r>
                  <a:rPr lang="vi-VN" b="1" dirty="0"/>
                  <a:t>beam</a:t>
                </a:r>
                <a:endParaRPr lang="vi-VN" dirty="0"/>
              </a:p>
              <a:p>
                <a:endParaRPr lang="vi-VN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5FD7A3A-21C5-1376-7E3B-CDFC620CF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09177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12060-FD16-B4C9-DFAD-ECE4B1F1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Adaptive Relay Amount</a:t>
            </a:r>
            <a:br>
              <a:rPr lang="en-US" dirty="0"/>
            </a:br>
            <a:r>
              <a:rPr lang="vi-VN" sz="3200" dirty="0"/>
              <a:t>beam </a:t>
            </a:r>
            <a:r>
              <a:rPr lang="zh-TW" altLang="en-US" sz="3200" dirty="0"/>
              <a:t>內  </a:t>
            </a:r>
            <a:r>
              <a:rPr lang="vi-VN" sz="3200" dirty="0"/>
              <a:t>Predictive Migration Priority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17A6300-F4F1-45C9-71FB-D149A520F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TW" altLang="en-US" dirty="0"/>
                  <a:t>對 </a:t>
                </a:r>
                <a:r>
                  <a:rPr lang="vi-VN" dirty="0"/>
                  <a:t>source-side 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定義 </a:t>
                </a:r>
                <a:r>
                  <a:rPr lang="vi-VN" dirty="0"/>
                  <a:t>migration priority：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limLow>
                        <m:limLow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/>
                          </m:func>
                        </m:e>
                        <m:lim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cand</m:t>
                              </m:r>
                            </m:sup>
                          </m:sSub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∖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lim>
                      </m:limLow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cov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dist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:r>
                  <a:rPr lang="zh-TW" altLang="en-US" dirty="0"/>
                  <a:t>未來變 </a:t>
                </a:r>
                <a:r>
                  <a:rPr lang="vi-VN" dirty="0"/>
                  <a:t>distressed </a:t>
                </a:r>
                <a:r>
                  <a:rPr lang="zh-TW" altLang="en-US" dirty="0"/>
                  <a:t>的風險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EPFD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目前 </a:t>
                </a:r>
                <a:r>
                  <a:rPr lang="vi-VN" dirty="0"/>
                  <a:t>serving beam </a:t>
                </a:r>
                <a:r>
                  <a:rPr lang="zh-TW" altLang="en-US" dirty="0"/>
                  <a:t>的未來 </a:t>
                </a:r>
                <a:r>
                  <a:rPr lang="vi-VN" dirty="0"/>
                  <a:t>EPFD </a:t>
                </a:r>
                <a:r>
                  <a:rPr lang="zh-TW" altLang="en-US" dirty="0"/>
                  <a:t>風險 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cov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candidate helper beam </a:t>
                </a:r>
                <a:r>
                  <a:rPr lang="zh-TW" altLang="en-US" dirty="0"/>
                  <a:t>的未來覆蓋穩定性</a:t>
                </a:r>
              </a:p>
              <a:p>
                <a:r>
                  <a:rPr lang="zh-TW" altLang="en-US" dirty="0"/>
                  <a:t>將 </a:t>
                </a:r>
                <a:r>
                  <a:rPr lang="vi-VN" dirty="0"/>
                  <a:t>beam </a:t>
                </a:r>
                <a:r>
                  <a:rPr lang="zh-TW" altLang="en-US" dirty="0"/>
                  <a:t>內 </a:t>
                </a:r>
                <a:r>
                  <a:rPr lang="vi-VN" dirty="0"/>
                  <a:t>users </a:t>
                </a:r>
                <a:r>
                  <a:rPr lang="zh-TW" altLang="en-US" dirty="0"/>
                  <a:t>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遞減排序：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sub>
                      </m:sSub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17A6300-F4F1-45C9-71FB-D149A520F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056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7E3D0-88E3-35A1-418D-41F88077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relay amount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52D827-CCD8-4D74-34C5-707A58144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對於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TW" altLang="en-US" dirty="0"/>
                  <a:t>考慮所有可能卸載數量：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對每個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TW" altLang="en-US" dirty="0"/>
                  <a:t>，定義卸載集合：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b>
                          </m:sSub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保留集合：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ret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∖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52D827-CCD8-4D74-34C5-707A58144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01961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7537D-70A3-1DF6-8FDB-4E6D3AB5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評估每個 </a:t>
            </a:r>
            <a:r>
              <a:rPr lang="vi-VN" dirty="0"/>
              <a:t>relay amount </a:t>
            </a:r>
            <a:r>
              <a:rPr lang="zh-TW" altLang="en-US" dirty="0"/>
              <a:t>的系統效益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7CEF6F-CAB0-1BCC-FDA8-4BA2D4873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/>
                  <a:t>對每個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TW" altLang="en-US" dirty="0"/>
                  <a:t>，建立 </a:t>
                </a:r>
                <a:r>
                  <a:rPr lang="vi-VN" dirty="0"/>
                  <a:t>beam-level shedding trial，</a:t>
                </a:r>
                <a:r>
                  <a:rPr lang="zh-TW" altLang="en-US" dirty="0"/>
                  <a:t>計算：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helper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整體 </a:t>
                </a:r>
                <a:r>
                  <a:rPr lang="vi-VN" dirty="0"/>
                  <a:t>satisfaction </a:t>
                </a:r>
                <a:r>
                  <a:rPr lang="zh-TW" altLang="en-US" dirty="0"/>
                  <a:t>改善量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EPFD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該 </a:t>
                </a:r>
                <a:r>
                  <a:rPr lang="vi-VN" dirty="0"/>
                  <a:t>beam </a:t>
                </a:r>
                <a:r>
                  <a:rPr lang="zh-TW" altLang="en-US" dirty="0"/>
                  <a:t>的未來風險降低量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helper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helper </a:t>
                </a:r>
                <a:r>
                  <a:rPr lang="zh-TW" altLang="en-US" dirty="0"/>
                  <a:t>負擔增加量 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87CEF6F-CAB0-1BCC-FDA8-4BA2D4873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858422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0BF4F-CB21-73E5-21B2-45930E87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評估每個 </a:t>
            </a:r>
            <a:r>
              <a:rPr lang="vi-VN" dirty="0"/>
              <a:t>relay amount </a:t>
            </a:r>
            <a:r>
              <a:rPr lang="zh-TW" altLang="en-US" dirty="0"/>
              <a:t>的系統效益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2354492-7ADD-1955-4BDA-33CA6AB450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0939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/>
                  <a:t>然後選：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vi-VN" dirty="0"/>
                  <a:t>subject to：</a:t>
                </a:r>
              </a:p>
              <a:p>
                <a:pPr lvl="1"/>
                <a:r>
                  <a:rPr lang="vi-VN" dirty="0"/>
                  <a:t>EPFD legality </a:t>
                </a:r>
              </a:p>
              <a:p>
                <a:pPr lvl="1"/>
                <a:r>
                  <a:rPr lang="vi-VN" dirty="0"/>
                  <a:t>helper feasibility</a:t>
                </a:r>
                <a:endParaRPr lang="en-US" dirty="0"/>
              </a:p>
              <a:p>
                <a:r>
                  <a:rPr lang="zh-TW" altLang="en-US" dirty="0"/>
                  <a:t>如果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已決定，那麼：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2354492-7ADD-1955-4BDA-33CA6AB45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0939"/>
                <a:ext cx="10515600" cy="4351338"/>
              </a:xfrm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90663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72A3B-E506-2F8E-E384-0EFAE2BF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Beam-Level Predictive Shadow 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3B535BA-E8A7-3B21-7B95-D55B308B0F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/>
                  <a:t>首先定義 </a:t>
                </a:r>
                <a:r>
                  <a:rPr lang="vi-VN" dirty="0"/>
                  <a:t>beam </a:t>
                </a:r>
                <a:r>
                  <a:rPr lang="zh-TW" altLang="en-US" dirty="0"/>
                  <a:t>的即時 </a:t>
                </a:r>
                <a:r>
                  <a:rPr lang="vi-VN" dirty="0"/>
                  <a:t>shadow price：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再結合 </a:t>
                </a:r>
                <a:r>
                  <a:rPr lang="vi-VN" dirty="0"/>
                  <a:t>future risk，</a:t>
                </a:r>
                <a:r>
                  <a:rPr lang="zh-TW" altLang="en-US" dirty="0"/>
                  <a:t>定義 </a:t>
                </a:r>
                <a:r>
                  <a:rPr lang="vi-VN" dirty="0"/>
                  <a:t>predictive shadow price：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li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</m:lim>
                          </m:limUpp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zh-TW" altLang="en-US" b="1" dirty="0"/>
                  <a:t>解釋</a:t>
                </a:r>
              </a:p>
              <a:p>
                <a:pPr lvl="1"/>
                <a:r>
                  <a:rPr lang="vi-VN" dirty="0"/>
                  <a:t>shadow price </a:t>
                </a:r>
                <a:r>
                  <a:rPr lang="zh-TW" altLang="en-US" dirty="0"/>
                  <a:t>就是 </a:t>
                </a:r>
                <a:r>
                  <a:rPr lang="vi-VN" dirty="0"/>
                  <a:t>beam </a:t>
                </a:r>
                <a:r>
                  <a:rPr lang="zh-TW" altLang="en-US" dirty="0"/>
                  <a:t>的「干擾成本」 </a:t>
                </a:r>
              </a:p>
              <a:p>
                <a:pPr lvl="1"/>
                <a:r>
                  <a:rPr lang="vi-VN" dirty="0"/>
                  <a:t>beam </a:t>
                </a:r>
                <a:r>
                  <a:rPr lang="zh-TW" altLang="en-US" dirty="0"/>
                  <a:t>對 </a:t>
                </a:r>
                <a:r>
                  <a:rPr lang="vi-VN" dirty="0"/>
                  <a:t>GS </a:t>
                </a:r>
                <a:r>
                  <a:rPr lang="zh-TW" altLang="en-US" dirty="0"/>
                  <a:t>越敏感，</a:t>
                </a:r>
                <a:r>
                  <a:rPr lang="vi-VN" dirty="0"/>
                  <a:t>shadow price </a:t>
                </a:r>
                <a:r>
                  <a:rPr lang="zh-TW" altLang="en-US" dirty="0"/>
                  <a:t>越高 </a:t>
                </a:r>
              </a:p>
              <a:p>
                <a:pPr lvl="1"/>
                <a:r>
                  <a:rPr lang="zh-TW" altLang="en-US" dirty="0"/>
                  <a:t>現在危險、未來也危險的 </a:t>
                </a:r>
                <a:r>
                  <a:rPr lang="vi-VN" dirty="0"/>
                  <a:t>beam，</a:t>
                </a:r>
                <a:r>
                  <a:rPr lang="zh-TW" altLang="en-US" dirty="0"/>
                  <a:t>價格最高 </a:t>
                </a:r>
              </a:p>
              <a:p>
                <a:r>
                  <a:rPr lang="zh-TW" altLang="en-US" b="1" dirty="0"/>
                  <a:t>為什麼需要它</a:t>
                </a:r>
              </a:p>
              <a:p>
                <a:pPr lvl="1"/>
                <a:r>
                  <a:rPr lang="vi-VN" dirty="0"/>
                  <a:t>migration </a:t>
                </a:r>
                <a:r>
                  <a:rPr lang="zh-TW" altLang="en-US" dirty="0"/>
                  <a:t>不能只看哪邊訊號好 </a:t>
                </a:r>
              </a:p>
              <a:p>
                <a:pPr lvl="1"/>
                <a:r>
                  <a:rPr lang="zh-TW" altLang="en-US" dirty="0"/>
                  <a:t>還要看把服務留在某 </a:t>
                </a:r>
                <a:r>
                  <a:rPr lang="vi-VN" dirty="0"/>
                  <a:t>beam </a:t>
                </a:r>
                <a:r>
                  <a:rPr lang="zh-TW" altLang="en-US" dirty="0"/>
                  <a:t>上的法規代價是否過高</a:t>
                </a:r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3B535BA-E8A7-3B21-7B95-D55B308B0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922" b="-7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04746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F9AA34-CB36-8903-EE77-2A9C039F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Shadow-Price Guided Candidate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27B3802-5EA6-FE32-5BA0-53EECEB91D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/>
                  <a:t>對每個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TW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𝒰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off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做 </a:t>
                </a:r>
                <a:r>
                  <a:rPr lang="vi-VN" dirty="0"/>
                  <a:t>candidate beam selection。</a:t>
                </a:r>
                <a:r>
                  <a:rPr lang="zh-TW" altLang="en-US" dirty="0"/>
                  <a:t>其 </a:t>
                </a:r>
                <a:r>
                  <a:rPr lang="vi-VN" dirty="0"/>
                  <a:t>utility </a:t>
                </a:r>
                <a:r>
                  <a:rPr lang="zh-TW" altLang="en-US" dirty="0"/>
                  <a:t>定義為：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cov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li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inc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搬過去後的預測 </a:t>
                </a:r>
                <a:r>
                  <a:rPr lang="vi-VN" dirty="0"/>
                  <a:t>satisfaction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cov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未來 </a:t>
                </a:r>
                <a:r>
                  <a:rPr lang="vi-VN" dirty="0"/>
                  <a:t>coverage stability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li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candidate beam </a:t>
                </a:r>
                <a:r>
                  <a:rPr lang="zh-TW" altLang="en-US" dirty="0"/>
                  <a:t>的干擾成本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inc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zh-TW" altLang="en-US" dirty="0"/>
                  <a:t>新增負載代價</a:t>
                </a:r>
              </a:p>
              <a:p>
                <a:r>
                  <a:rPr lang="zh-TW" altLang="en-US" b="1" dirty="0"/>
                  <a:t>決策原則</a:t>
                </a:r>
              </a:p>
              <a:p>
                <a:pPr lvl="1"/>
                <a:r>
                  <a:rPr lang="zh-TW" altLang="en-US" dirty="0"/>
                  <a:t>選擇 </a:t>
                </a:r>
                <a:r>
                  <a:rPr lang="vi-VN" dirty="0"/>
                  <a:t>utility </a:t>
                </a:r>
                <a:r>
                  <a:rPr lang="zh-TW" altLang="en-US" dirty="0"/>
                  <a:t>最大的 </a:t>
                </a:r>
                <a:r>
                  <a:rPr lang="vi-VN" dirty="0"/>
                  <a:t>target beam：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cand</m:t>
                                  </m:r>
                                </m:sup>
                              </m:sSubSup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27B3802-5EA6-FE32-5BA0-53EECEB91D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35186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DE7FC2-4984-56E1-AD26-C39A720E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load penalty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CB503F-ED24-5C16-4D7D-0D2AA1A96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inc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old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new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</a:t>
                </a:r>
                <a:r>
                  <a:rPr lang="vi-VN" dirty="0"/>
                  <a:t>beam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TW" altLang="en-US" dirty="0"/>
                  <a:t>上目前服務的 </a:t>
                </a:r>
                <a:r>
                  <a:rPr lang="vi-VN" dirty="0"/>
                  <a:t>user </a:t>
                </a:r>
                <a:r>
                  <a:rPr lang="zh-TW" altLang="en-US" dirty="0"/>
                  <a:t>數量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old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加進來前，</a:t>
                </a:r>
                <a:r>
                  <a:rPr lang="vi-VN" dirty="0"/>
                  <a:t>beam </a:t>
                </a:r>
                <a:r>
                  <a:rPr lang="zh-TW" altLang="en-US" dirty="0"/>
                  <a:t>上原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satisfaction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TW" altLang="en-US" dirty="0"/>
                  <a:t>加進來後，原 </a:t>
                </a:r>
                <a:r>
                  <a:rPr lang="vi-VN" dirty="0"/>
                  <a:t>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/>
                  <a:t>的 </a:t>
                </a:r>
                <a:r>
                  <a:rPr lang="vi-VN" dirty="0"/>
                  <a:t>satisfaction </a:t>
                </a:r>
              </a:p>
              <a:p>
                <a:r>
                  <a:rPr lang="zh-TW" altLang="en-US" dirty="0"/>
                  <a:t>這個 </a:t>
                </a:r>
                <a:r>
                  <a:rPr lang="vi-VN" dirty="0"/>
                  <a:t>beam </a:t>
                </a:r>
                <a:r>
                  <a:rPr lang="zh-TW" altLang="en-US" dirty="0"/>
                  <a:t>接手新 </a:t>
                </a:r>
                <a:r>
                  <a:rPr lang="vi-VN" dirty="0"/>
                  <a:t>user </a:t>
                </a:r>
                <a:r>
                  <a:rPr lang="zh-TW" altLang="en-US" dirty="0"/>
                  <a:t>之後，對原本已在 </a:t>
                </a:r>
                <a:r>
                  <a:rPr lang="vi-VN" dirty="0"/>
                  <a:t>beam </a:t>
                </a:r>
                <a:r>
                  <a:rPr lang="zh-TW" altLang="en-US" dirty="0"/>
                  <a:t>上的 </a:t>
                </a:r>
                <a:r>
                  <a:rPr lang="vi-VN" dirty="0"/>
                  <a:t>users </a:t>
                </a:r>
                <a:r>
                  <a:rPr lang="zh-TW" altLang="en-US" dirty="0"/>
                  <a:t>造成多少平均損失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CB503F-ED24-5C16-4D7D-0D2AA1A96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92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61704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036B6D-F8F4-79DC-EFFE-405F3893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Price-Aware Local Power Adaptation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1781187-FF98-C33E-5B41-6DB79B96B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zh-TW" altLang="en-US" dirty="0"/>
                  <a:t>在 </a:t>
                </a:r>
                <a:r>
                  <a:rPr lang="vi-VN" dirty="0"/>
                  <a:t>migration </a:t>
                </a:r>
                <a:r>
                  <a:rPr lang="zh-TW" altLang="en-US" dirty="0"/>
                  <a:t>被接受後，對受影響衛星執行 </a:t>
                </a:r>
                <a:r>
                  <a:rPr lang="vi-VN" dirty="0"/>
                  <a:t>beam power </a:t>
                </a:r>
                <a:r>
                  <a:rPr lang="zh-TW" altLang="en-US" dirty="0"/>
                  <a:t>重新分配：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vi-V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  <m:func>
                                    <m:func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/>
                                    <m:e/>
                                  </m:func>
                                </m:sup>
                              </m:sSubSup>
                            </m:e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limUpp>
                                        <m:limUp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Upp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lim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_</m:t>
                                          </m:r>
                                        </m:lim>
                                      </m:limUpp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vi-VN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  <m:func>
                                        <m:func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/>
                                        <m:e/>
                                      </m:func>
                                    </m:sup>
                                  </m:sSubSup>
                                </m:num>
                                <m:den>
                                  <m:nary>
                                    <m:naryPr>
                                      <m:chr m:val="∑"/>
                                      <m:grow m:val="on"/>
                                      <m:supHide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ℬ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f>
                                        <m:f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limUpp>
                                                <m:limUppPr>
                                                  <m:ctrlP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limUppPr>
                                                <m:e>
                                                  <m: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  <m:t>𝜆</m:t>
                                                  </m:r>
                                                </m:e>
                                                <m:lim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_</m:t>
                                                  </m:r>
                                                </m:lim>
                                              </m:limUpp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zh-TW" altLang="en-US" dirty="0"/>
                  <a:t>其中：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beam load weight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li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predictive shadow price </a:t>
                </a:r>
              </a:p>
              <a:p>
                <a:r>
                  <a:rPr lang="zh-TW" altLang="en-US" b="1" dirty="0"/>
                  <a:t>這個式子的意義</a:t>
                </a:r>
              </a:p>
              <a:p>
                <a:pPr lvl="1"/>
                <a:r>
                  <a:rPr lang="zh-TW" altLang="en-US" dirty="0"/>
                  <a:t>負載高的 </a:t>
                </a:r>
                <a:r>
                  <a:rPr lang="vi-VN" dirty="0"/>
                  <a:t>beam </a:t>
                </a:r>
                <a:r>
                  <a:rPr lang="zh-TW" altLang="en-US" dirty="0"/>
                  <a:t>應分到較多功率 </a:t>
                </a:r>
              </a:p>
              <a:p>
                <a:pPr lvl="1"/>
                <a:r>
                  <a:rPr lang="zh-TW" altLang="en-US" dirty="0"/>
                  <a:t>但干擾成本高的 </a:t>
                </a:r>
                <a:r>
                  <a:rPr lang="vi-VN" dirty="0"/>
                  <a:t>beam </a:t>
                </a:r>
                <a:r>
                  <a:rPr lang="zh-TW" altLang="en-US" dirty="0"/>
                  <a:t>不應再拿太多功率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1781187-FF98-C33E-5B41-6DB79B96B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9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57255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719FA-DA5A-23A5-F6BF-B6DDB766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Migration Acceptance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DCD0399-176F-E429-D55D-AAEADFA0E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/>
                  <a:t>任一 </a:t>
                </a:r>
                <a:r>
                  <a:rPr lang="vi-VN" dirty="0"/>
                  <a:t>preemptive migration trial </a:t>
                </a:r>
                <a:r>
                  <a:rPr lang="zh-TW" altLang="en-US" dirty="0"/>
                  <a:t>僅在同時滿足下列條件時接受：</a:t>
                </a:r>
                <a:endParaRPr lang="ar-AE" dirty="0"/>
              </a:p>
              <a:p>
                <a:pPr marL="0" indent="0">
                  <a:buNone/>
                </a:pPr>
                <a:r>
                  <a:rPr lang="en-US" b="1" dirty="0"/>
                  <a:t>1. </a:t>
                </a:r>
                <a:r>
                  <a:rPr lang="vi-VN" b="1" dirty="0"/>
                  <a:t>global satisfaction improvement</a:t>
                </a:r>
                <a:endParaRPr lang="en-US" b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vi-VN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p>
                        </m:sSubSup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vi-V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p>
                        </m:sSubSup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b="1" dirty="0"/>
                  <a:t>.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2.</a:t>
                </a:r>
                <a:r>
                  <a:rPr lang="ar-AE" b="1" dirty="0"/>
                  <a:t> </a:t>
                </a:r>
                <a:r>
                  <a:rPr lang="vi-VN" b="1" dirty="0"/>
                  <a:t>beam risk reduction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  <m:r>
                            <a:rPr lang="vi-V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EPFD</m:t>
                          </m:r>
                          <m:r>
                            <a:rPr lang="vi-V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old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ar-AE" b="1" dirty="0"/>
                  <a:t>3</a:t>
                </a:r>
                <a:r>
                  <a:rPr lang="en-US" b="1" dirty="0"/>
                  <a:t>. </a:t>
                </a:r>
                <a:r>
                  <a:rPr lang="vi-VN" b="1" dirty="0"/>
                  <a:t>EPFD legality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agg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lim</m:t>
                          </m:r>
                        </m:sub>
                      </m:sSub>
                    </m:oMath>
                  </m:oMathPara>
                </a14:m>
                <a:endParaRPr lang="en-US" altLang="zh-TW" b="1" dirty="0"/>
              </a:p>
              <a:p>
                <a:r>
                  <a:rPr lang="zh-TW" altLang="en-US" b="1" dirty="0"/>
                  <a:t>目的</a:t>
                </a:r>
              </a:p>
              <a:p>
                <a:pPr lvl="1"/>
                <a:r>
                  <a:rPr lang="zh-TW" altLang="en-US" dirty="0"/>
                  <a:t>這個 </a:t>
                </a:r>
                <a:r>
                  <a:rPr lang="vi-VN" dirty="0"/>
                  <a:t>beam-level shedding </a:t>
                </a:r>
                <a:r>
                  <a:rPr lang="zh-TW" altLang="en-US" dirty="0"/>
                  <a:t>確實讓高風險 </a:t>
                </a:r>
                <a:r>
                  <a:rPr lang="vi-VN" dirty="0"/>
                  <a:t>beam </a:t>
                </a:r>
                <a:r>
                  <a:rPr lang="zh-TW" altLang="en-US" dirty="0"/>
                  <a:t>減壓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整體系統有變好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還沒有違法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DCD0399-176F-E429-D55D-AAEADFA0E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9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11936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245E4-C36F-32C3-071B-37970209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相較於一般作法的差異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439659-A787-9825-860E-F77D46C65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一般方法</a:t>
            </a:r>
          </a:p>
          <a:p>
            <a:pPr lvl="1"/>
            <a:r>
              <a:rPr lang="zh-TW" altLang="en-US" dirty="0"/>
              <a:t>先 </a:t>
            </a:r>
            <a:r>
              <a:rPr lang="vi-VN" dirty="0"/>
              <a:t>power control </a:t>
            </a:r>
          </a:p>
          <a:p>
            <a:pPr lvl="1"/>
            <a:r>
              <a:rPr lang="zh-TW" altLang="en-US" dirty="0"/>
              <a:t>再 </a:t>
            </a:r>
            <a:r>
              <a:rPr lang="vi-VN" dirty="0"/>
              <a:t>distressed-user recovery </a:t>
            </a:r>
          </a:p>
          <a:p>
            <a:pPr lvl="1"/>
            <a:r>
              <a:rPr lang="en-US" altLang="zh-TW" dirty="0"/>
              <a:t>user</a:t>
            </a:r>
            <a:r>
              <a:rPr lang="zh-TW" altLang="en-US" dirty="0"/>
              <a:t>已經受到影響才事後補救 </a:t>
            </a:r>
          </a:p>
          <a:p>
            <a:r>
              <a:rPr lang="zh-TW" altLang="en-US" b="1" dirty="0"/>
              <a:t>本文方法</a:t>
            </a:r>
          </a:p>
          <a:p>
            <a:pPr lvl="1"/>
            <a:r>
              <a:rPr lang="zh-TW" altLang="en-US" dirty="0"/>
              <a:t>先預測未來高風險 </a:t>
            </a:r>
            <a:r>
              <a:rPr lang="vi-VN" dirty="0"/>
              <a:t>beams / users </a:t>
            </a:r>
          </a:p>
          <a:p>
            <a:pPr lvl="1"/>
            <a:r>
              <a:rPr lang="zh-TW" altLang="en-US" dirty="0"/>
              <a:t>提前進行 </a:t>
            </a:r>
            <a:r>
              <a:rPr lang="vi-VN" dirty="0"/>
              <a:t>migration </a:t>
            </a:r>
          </a:p>
          <a:p>
            <a:pPr lvl="1"/>
            <a:r>
              <a:rPr lang="zh-TW" altLang="en-US" dirty="0"/>
              <a:t>再執行 </a:t>
            </a:r>
            <a:r>
              <a:rPr lang="vi-VN" dirty="0"/>
              <a:t>price-aware power adaptation </a:t>
            </a:r>
            <a:endParaRPr lang="en-US" dirty="0"/>
          </a:p>
          <a:p>
            <a:pPr lvl="1"/>
            <a:r>
              <a:rPr lang="zh-TW" altLang="en-US" dirty="0"/>
              <a:t>事前盡可能補救會受影響的</a:t>
            </a:r>
            <a:r>
              <a:rPr lang="en-US" altLang="zh-TW" dirty="0"/>
              <a:t>user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4087511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D2E9E3-8A63-3757-1967-F21B6B59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F36725-894B-ECA4-CE48-660FBEA69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公開文件參數跑下來</a:t>
            </a:r>
            <a:endParaRPr lang="en-US" altLang="zh-TW" dirty="0"/>
          </a:p>
          <a:p>
            <a:r>
              <a:rPr lang="en-US" dirty="0" err="1"/>
              <a:t>Epfd</a:t>
            </a:r>
            <a:r>
              <a:rPr lang="en-US" dirty="0"/>
              <a:t> </a:t>
            </a:r>
            <a:r>
              <a:rPr lang="zh-TW" altLang="en-US" dirty="0"/>
              <a:t>把功率下降</a:t>
            </a:r>
            <a:endParaRPr lang="en-US" altLang="zh-TW" dirty="0"/>
          </a:p>
          <a:p>
            <a:r>
              <a:rPr lang="en-US" dirty="0"/>
              <a:t>User 25MBps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5999059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0A89-5829-8F59-DA7E-FD5BBB9B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E8172F-FEBB-1C7B-BD24-E4540DE2B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4/2</a:t>
            </a:r>
            <a:r>
              <a:rPr lang="en-US" altLang="zh-TW" dirty="0"/>
              <a:t>8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49D56F7-910D-10B3-1A45-D910E3193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1568620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F92AA2-CA75-ED07-8F7D-0AAB7668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Limitations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85DF43-4607-BAE7-0E0E-2CAE02C5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vi-VN" b="1" dirty="0"/>
              <a:t>helper satellites</a:t>
            </a:r>
            <a:r>
              <a:rPr lang="vi-VN" dirty="0"/>
              <a:t> </a:t>
            </a:r>
            <a:r>
              <a:rPr lang="zh-TW" altLang="en-US" dirty="0"/>
              <a:t>來吸收 </a:t>
            </a:r>
            <a:r>
              <a:rPr lang="vi-VN" dirty="0"/>
              <a:t>critical satellite </a:t>
            </a:r>
            <a:r>
              <a:rPr lang="zh-TW" altLang="en-US" dirty="0"/>
              <a:t>卸載出的服務量。 </a:t>
            </a:r>
            <a:endParaRPr lang="en-US" altLang="zh-TW" dirty="0"/>
          </a:p>
          <a:p>
            <a:pPr>
              <a:lnSpc>
                <a:spcPct val="120000"/>
              </a:lnSpc>
            </a:pPr>
            <a:endParaRPr lang="zh-TW" altLang="en-US" dirty="0"/>
          </a:p>
          <a:p>
            <a:pPr>
              <a:lnSpc>
                <a:spcPct val="120000"/>
              </a:lnSpc>
            </a:pPr>
            <a:r>
              <a:rPr lang="vi-VN" dirty="0"/>
              <a:t>Users</a:t>
            </a:r>
            <a:r>
              <a:rPr lang="en-US" dirty="0"/>
              <a:t> </a:t>
            </a:r>
            <a:r>
              <a:rPr lang="zh-TW" altLang="en-US" dirty="0"/>
              <a:t>數量一多，會在短時間內同時湧向 </a:t>
            </a:r>
            <a:r>
              <a:rPr lang="vi-VN" dirty="0"/>
              <a:t>north / south helpers，</a:t>
            </a:r>
            <a:r>
              <a:rPr lang="zh-TW" altLang="en-US" dirty="0"/>
              <a:t>造成 </a:t>
            </a:r>
            <a:r>
              <a:rPr lang="vi-VN" b="1" dirty="0"/>
              <a:t>helper congestion</a:t>
            </a:r>
            <a:r>
              <a:rPr lang="vi-VN" dirty="0"/>
              <a:t>。 </a:t>
            </a:r>
            <a:endParaRPr lang="en-US" dirty="0"/>
          </a:p>
          <a:p>
            <a:pPr>
              <a:lnSpc>
                <a:spcPct val="120000"/>
              </a:lnSpc>
            </a:pPr>
            <a:endParaRPr lang="vi-VN" dirty="0"/>
          </a:p>
          <a:p>
            <a:pPr>
              <a:lnSpc>
                <a:spcPct val="120000"/>
              </a:lnSpc>
            </a:pPr>
            <a:r>
              <a:rPr lang="zh-TW" altLang="en-US" dirty="0"/>
              <a:t>雖可優先救援部分</a:t>
            </a:r>
            <a:r>
              <a:rPr lang="vi-VN" dirty="0"/>
              <a:t>users，</a:t>
            </a:r>
            <a:r>
              <a:rPr lang="zh-TW" altLang="en-US" dirty="0"/>
              <a:t>但剩餘無法被 </a:t>
            </a:r>
            <a:r>
              <a:rPr lang="vi-VN" dirty="0"/>
              <a:t>helper </a:t>
            </a:r>
            <a:r>
              <a:rPr lang="zh-TW" altLang="en-US" dirty="0"/>
              <a:t>接收的 </a:t>
            </a:r>
            <a:r>
              <a:rPr lang="vi-VN" dirty="0"/>
              <a:t>users </a:t>
            </a:r>
            <a:r>
              <a:rPr lang="zh-TW" altLang="en-US" dirty="0"/>
              <a:t>仍需留在 </a:t>
            </a:r>
            <a:r>
              <a:rPr lang="vi-VN" dirty="0"/>
              <a:t>source</a:t>
            </a:r>
            <a:endParaRPr lang="en-US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719389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0F77A9-9CC2-975F-7C2B-2E023FFE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想法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07B869-335D-0654-C8C8-2051A1A0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source </a:t>
            </a:r>
            <a:r>
              <a:rPr lang="zh-TW" altLang="en-US" dirty="0"/>
              <a:t>上較安全的 </a:t>
            </a:r>
            <a:r>
              <a:rPr lang="vi-VN" dirty="0"/>
              <a:t>beams </a:t>
            </a:r>
            <a:r>
              <a:rPr lang="zh-TW" altLang="en-US" dirty="0"/>
              <a:t>反向承接一部分 </a:t>
            </a:r>
            <a:r>
              <a:rPr lang="vi-VN" dirty="0"/>
              <a:t>helper users</a:t>
            </a:r>
            <a:endParaRPr lang="en-US" dirty="0"/>
          </a:p>
          <a:p>
            <a:r>
              <a:rPr lang="zh-TW" altLang="en-US" dirty="0"/>
              <a:t>先釋放 </a:t>
            </a:r>
            <a:r>
              <a:rPr lang="vi-VN" dirty="0"/>
              <a:t>helper capacity</a:t>
            </a:r>
            <a:endParaRPr lang="en-US" dirty="0"/>
          </a:p>
          <a:p>
            <a:r>
              <a:rPr lang="zh-TW" altLang="en-US" dirty="0"/>
              <a:t>再由 </a:t>
            </a:r>
            <a:r>
              <a:rPr lang="vi-VN" dirty="0"/>
              <a:t>helper </a:t>
            </a:r>
            <a:r>
              <a:rPr lang="zh-TW" altLang="en-US" dirty="0"/>
              <a:t>接手 </a:t>
            </a:r>
            <a:r>
              <a:rPr lang="vi-VN" dirty="0"/>
              <a:t>source </a:t>
            </a:r>
            <a:r>
              <a:rPr lang="zh-TW" altLang="en-US" dirty="0"/>
              <a:t>高風險 </a:t>
            </a:r>
            <a:r>
              <a:rPr lang="vi-VN" dirty="0"/>
              <a:t>users</a:t>
            </a:r>
            <a:endParaRPr lang="en-US" dirty="0"/>
          </a:p>
          <a:p>
            <a:endParaRPr lang="en-US" dirty="0"/>
          </a:p>
          <a:p>
            <a:r>
              <a:rPr lang="zh-TW" altLang="en-US" b="1" dirty="0"/>
              <a:t>達到</a:t>
            </a:r>
            <a:endParaRPr lang="en-US" altLang="zh-TW" b="1" dirty="0"/>
          </a:p>
          <a:p>
            <a:pPr lvl="1"/>
            <a:r>
              <a:rPr lang="zh-TW" altLang="en-US" dirty="0"/>
              <a:t>降低 </a:t>
            </a:r>
            <a:r>
              <a:rPr lang="vi-VN" dirty="0"/>
              <a:t>helper congestion </a:t>
            </a:r>
          </a:p>
          <a:p>
            <a:pPr lvl="1"/>
            <a:r>
              <a:rPr lang="zh-TW" altLang="en-US" dirty="0"/>
              <a:t>減少仍留在高風險 </a:t>
            </a:r>
            <a:r>
              <a:rPr lang="vi-VN" dirty="0"/>
              <a:t>source beams </a:t>
            </a:r>
            <a:r>
              <a:rPr lang="zh-TW" altLang="en-US" dirty="0"/>
              <a:t>的 </a:t>
            </a:r>
            <a:r>
              <a:rPr lang="vi-VN" dirty="0"/>
              <a:t>users </a:t>
            </a:r>
            <a:r>
              <a:rPr lang="zh-TW" altLang="en-US" dirty="0"/>
              <a:t>數量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5738377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13AD1-5860-5F19-B227-C585F320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4D751-9B40-22FC-73CA-2FA7B65D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Safe-Beam Assisted Helper Relief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569222-9CB6-E003-88DD-ED7A2D77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vi-VN" b="1" dirty="0"/>
              <a:t>Step 1</a:t>
            </a:r>
          </a:p>
          <a:p>
            <a:pPr lvl="1"/>
            <a:r>
              <a:rPr lang="zh-TW" altLang="en-US" dirty="0"/>
              <a:t>在 </a:t>
            </a:r>
            <a:r>
              <a:rPr lang="vi-VN" dirty="0"/>
              <a:t>source </a:t>
            </a:r>
            <a:r>
              <a:rPr lang="zh-TW" altLang="en-US" dirty="0"/>
              <a:t>衛星上，找出相對安全的 </a:t>
            </a:r>
            <a:r>
              <a:rPr lang="vi-VN" dirty="0"/>
              <a:t>beams</a:t>
            </a:r>
            <a:r>
              <a:rPr lang="zh-TW" altLang="en-US" dirty="0"/>
              <a:t>集合</a:t>
            </a:r>
            <a:br>
              <a:rPr lang="vi-VN" dirty="0"/>
            </a:br>
            <a:r>
              <a:rPr lang="zh-TW" altLang="en-US" dirty="0"/>
              <a:t>也就是：</a:t>
            </a:r>
          </a:p>
          <a:p>
            <a:pPr lvl="2"/>
            <a:r>
              <a:rPr lang="zh-TW" altLang="en-US" dirty="0"/>
              <a:t>對 </a:t>
            </a:r>
            <a:r>
              <a:rPr lang="vi-VN" dirty="0"/>
              <a:t>GS </a:t>
            </a:r>
            <a:r>
              <a:rPr lang="zh-TW" altLang="en-US" dirty="0"/>
              <a:t>風險較低 </a:t>
            </a:r>
          </a:p>
          <a:p>
            <a:pPr lvl="2"/>
            <a:r>
              <a:rPr lang="zh-TW" altLang="en-US" dirty="0"/>
              <a:t>目前仍有剩餘承載能力 </a:t>
            </a:r>
          </a:p>
          <a:p>
            <a:pPr lvl="2"/>
            <a:r>
              <a:rPr lang="zh-TW" altLang="en-US" dirty="0"/>
              <a:t>可以接手額外 </a:t>
            </a:r>
            <a:r>
              <a:rPr lang="vi-VN" dirty="0"/>
              <a:t>users </a:t>
            </a:r>
            <a:r>
              <a:rPr lang="zh-TW" altLang="en-US" dirty="0"/>
              <a:t>的 </a:t>
            </a:r>
            <a:r>
              <a:rPr lang="vi-VN" dirty="0"/>
              <a:t>source beams </a:t>
            </a:r>
            <a:endParaRPr lang="en-US" dirty="0"/>
          </a:p>
          <a:p>
            <a:pPr lvl="2"/>
            <a:endParaRPr lang="vi-VN" dirty="0"/>
          </a:p>
          <a:p>
            <a:r>
              <a:rPr lang="vi-VN" b="1" dirty="0"/>
              <a:t>Step 2</a:t>
            </a:r>
          </a:p>
          <a:p>
            <a:pPr lvl="1"/>
            <a:r>
              <a:rPr lang="zh-TW" altLang="en-US" dirty="0"/>
              <a:t>在 </a:t>
            </a:r>
            <a:r>
              <a:rPr lang="vi-VN" dirty="0"/>
              <a:t>north / south helper </a:t>
            </a:r>
            <a:r>
              <a:rPr lang="zh-TW" altLang="en-US" dirty="0"/>
              <a:t>目前已服務的 </a:t>
            </a:r>
            <a:r>
              <a:rPr lang="vi-VN" dirty="0"/>
              <a:t>users </a:t>
            </a:r>
            <a:r>
              <a:rPr lang="zh-TW" altLang="en-US" dirty="0"/>
              <a:t>集合中，找出：</a:t>
            </a:r>
          </a:p>
          <a:p>
            <a:pPr lvl="2"/>
            <a:r>
              <a:rPr lang="zh-TW" altLang="en-US" dirty="0"/>
              <a:t>可被 </a:t>
            </a:r>
            <a:r>
              <a:rPr lang="vi-VN" dirty="0"/>
              <a:t>source </a:t>
            </a:r>
            <a:r>
              <a:rPr lang="zh-TW" altLang="en-US" dirty="0"/>
              <a:t>安全 </a:t>
            </a:r>
            <a:r>
              <a:rPr lang="vi-VN" dirty="0"/>
              <a:t>beams </a:t>
            </a:r>
            <a:r>
              <a:rPr lang="zh-TW" altLang="en-US" dirty="0"/>
              <a:t>接手的 </a:t>
            </a:r>
            <a:r>
              <a:rPr lang="vi-VN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150012290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1F6A-59EF-A661-EBAB-A10CC75D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16484C-F64D-D278-AF4D-51B25332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Safe-Beam Assisted Helper Relief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FC2C3F-2178-DA47-63A8-74CD0DB80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b="1" dirty="0"/>
              <a:t>Step 3</a:t>
            </a:r>
          </a:p>
          <a:p>
            <a:pPr lvl="1"/>
            <a:r>
              <a:rPr lang="zh-TW" altLang="en-US" dirty="0"/>
              <a:t>對這些 </a:t>
            </a:r>
            <a:r>
              <a:rPr lang="vi-VN" dirty="0"/>
              <a:t>helper-side users </a:t>
            </a:r>
            <a:r>
              <a:rPr lang="zh-TW" altLang="en-US" dirty="0"/>
              <a:t>排序，可以看：</a:t>
            </a:r>
          </a:p>
          <a:p>
            <a:pPr lvl="2"/>
            <a:r>
              <a:rPr lang="zh-TW" altLang="en-US" dirty="0"/>
              <a:t>不會讓 </a:t>
            </a:r>
            <a:r>
              <a:rPr lang="vi-VN" dirty="0"/>
              <a:t>source-safe beams </a:t>
            </a:r>
            <a:r>
              <a:rPr lang="zh-TW" altLang="en-US" dirty="0"/>
              <a:t>變危險 </a:t>
            </a:r>
            <a:endParaRPr lang="en-US" altLang="zh-TW" dirty="0"/>
          </a:p>
          <a:p>
            <a:pPr lvl="2"/>
            <a:r>
              <a:rPr lang="zh-TW" altLang="en-US" dirty="0"/>
              <a:t>轉回 </a:t>
            </a:r>
            <a:r>
              <a:rPr lang="vi-VN" dirty="0"/>
              <a:t>source-safe beam </a:t>
            </a:r>
            <a:r>
              <a:rPr lang="zh-TW" altLang="en-US" dirty="0"/>
              <a:t>後的服務品質效益</a:t>
            </a:r>
            <a:endParaRPr lang="en-US" altLang="zh-TW" dirty="0"/>
          </a:p>
          <a:p>
            <a:pPr lvl="2"/>
            <a:r>
              <a:rPr lang="zh-TW" altLang="en-US" dirty="0"/>
              <a:t>該 </a:t>
            </a:r>
            <a:r>
              <a:rPr lang="vi-VN" dirty="0"/>
              <a:t>user </a:t>
            </a:r>
            <a:r>
              <a:rPr lang="zh-TW" altLang="en-US" dirty="0"/>
              <a:t>若移走，可釋放的 </a:t>
            </a:r>
            <a:r>
              <a:rPr lang="vi-VN" dirty="0"/>
              <a:t>helper </a:t>
            </a:r>
            <a:r>
              <a:rPr lang="zh-TW" altLang="en-US" dirty="0"/>
              <a:t>資源</a:t>
            </a:r>
            <a:endParaRPr lang="en-US" altLang="zh-TW" dirty="0"/>
          </a:p>
          <a:p>
            <a:pPr lvl="2"/>
            <a:endParaRPr lang="zh-TW" altLang="en-US" dirty="0"/>
          </a:p>
          <a:p>
            <a:r>
              <a:rPr lang="vi-VN" b="1" dirty="0"/>
              <a:t>Step 4</a:t>
            </a:r>
          </a:p>
          <a:p>
            <a:pPr lvl="1"/>
            <a:r>
              <a:rPr lang="zh-TW" altLang="en-US" dirty="0"/>
              <a:t>依照前面算出來分數由大到小排序後，選出一組</a:t>
            </a:r>
            <a:r>
              <a:rPr lang="en-US" altLang="zh-TW" dirty="0"/>
              <a:t>relief set</a:t>
            </a:r>
          </a:p>
          <a:p>
            <a:pPr lvl="2"/>
            <a:r>
              <a:rPr lang="zh-TW" altLang="en-US" dirty="0"/>
              <a:t>使得釋放容量接近容量缺口</a:t>
            </a:r>
            <a:r>
              <a:rPr lang="en-US" altLang="zh-TW" dirty="0"/>
              <a:t>(source user</a:t>
            </a:r>
            <a:r>
              <a:rPr lang="zh-TW" altLang="en-US" dirty="0"/>
              <a:t>要 </a:t>
            </a:r>
            <a:r>
              <a:rPr lang="en-US" altLang="zh-TW" dirty="0"/>
              <a:t>relay</a:t>
            </a:r>
            <a:r>
              <a:rPr lang="zh-TW" altLang="en-US" dirty="0"/>
              <a:t>的容量 </a:t>
            </a:r>
            <a:r>
              <a:rPr lang="en-US" altLang="zh-TW" dirty="0"/>
              <a:t>- helper</a:t>
            </a:r>
            <a:r>
              <a:rPr lang="zh-TW" altLang="en-US" dirty="0"/>
              <a:t>剩餘容量</a:t>
            </a:r>
            <a:r>
              <a:rPr lang="en-US" altLang="zh-TW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vi-VN" b="1" dirty="0"/>
              <a:t>Step </a:t>
            </a:r>
            <a:r>
              <a:rPr lang="en-US" altLang="zh-TW" b="1" dirty="0"/>
              <a:t>5</a:t>
            </a:r>
            <a:endParaRPr lang="vi-VN" b="1" dirty="0"/>
          </a:p>
          <a:p>
            <a:pPr lvl="1"/>
            <a:r>
              <a:rPr lang="zh-TW" altLang="en-US" dirty="0"/>
              <a:t>更新 </a:t>
            </a:r>
            <a:r>
              <a:rPr lang="vi-VN" dirty="0"/>
              <a:t>helper </a:t>
            </a:r>
            <a:r>
              <a:rPr lang="zh-TW" altLang="en-US" dirty="0"/>
              <a:t>剩餘容量</a:t>
            </a:r>
            <a:endParaRPr lang="en-US" altLang="zh-TW" dirty="0"/>
          </a:p>
          <a:p>
            <a:pPr lvl="2"/>
            <a:r>
              <a:rPr lang="vi-VN" dirty="0"/>
              <a:t>helper </a:t>
            </a:r>
            <a:r>
              <a:rPr lang="zh-TW" altLang="en-US" dirty="0"/>
              <a:t>被騰出新空間後</a:t>
            </a:r>
            <a:endParaRPr lang="en-US" altLang="zh-TW" dirty="0"/>
          </a:p>
          <a:p>
            <a:pPr lvl="2"/>
            <a:r>
              <a:rPr lang="zh-TW" altLang="en-US" dirty="0"/>
              <a:t>再重新檢查能不能接 </a:t>
            </a:r>
            <a:r>
              <a:rPr lang="vi-VN" dirty="0"/>
              <a:t>source </a:t>
            </a:r>
            <a:r>
              <a:rPr lang="zh-TW" altLang="en-US" dirty="0"/>
              <a:t>高風險 </a:t>
            </a:r>
            <a:r>
              <a:rPr lang="vi-VN" dirty="0"/>
              <a:t>beam </a:t>
            </a:r>
            <a:r>
              <a:rPr lang="zh-TW" altLang="en-US" dirty="0"/>
              <a:t>的待卸載 </a:t>
            </a:r>
            <a:r>
              <a:rPr lang="vi-VN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425126686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F01B87-0A27-78BC-6A96-B29D508A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2A88B9-59B0-0009-AB87-5048DCC69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b="1" dirty="0"/>
              <a:t>Stage </a:t>
            </a:r>
            <a:r>
              <a:rPr lang="en-US" altLang="zh-TW" b="1" dirty="0"/>
              <a:t>0</a:t>
            </a:r>
            <a:r>
              <a:rPr lang="zh-TW" altLang="en-US" b="1" dirty="0"/>
              <a:t>：建立當前系統狀態</a:t>
            </a:r>
            <a:endParaRPr lang="en-US" altLang="zh-TW" b="1" dirty="0"/>
          </a:p>
          <a:p>
            <a:endParaRPr lang="en-US" altLang="zh-TW" dirty="0"/>
          </a:p>
          <a:p>
            <a:r>
              <a:rPr lang="vi-VN" b="1" dirty="0"/>
              <a:t>Stage </a:t>
            </a:r>
            <a:r>
              <a:rPr lang="en-US" altLang="zh-TW" b="1" dirty="0"/>
              <a:t>1</a:t>
            </a:r>
            <a:r>
              <a:rPr lang="vi-VN" b="1" dirty="0"/>
              <a:t>：</a:t>
            </a:r>
            <a:r>
              <a:rPr lang="zh-TW" altLang="en-US" b="1" dirty="0"/>
              <a:t>建立短期預測視窗</a:t>
            </a:r>
          </a:p>
          <a:p>
            <a:pPr lvl="1"/>
            <a:r>
              <a:rPr lang="zh-TW" altLang="en-US" dirty="0"/>
              <a:t>哪些 </a:t>
            </a:r>
            <a:r>
              <a:rPr lang="en-US" altLang="zh-TW" dirty="0"/>
              <a:t>beams </a:t>
            </a:r>
            <a:r>
              <a:rPr lang="zh-TW" altLang="en-US" dirty="0"/>
              <a:t>未來會變危險</a:t>
            </a:r>
            <a:endParaRPr lang="en-US" altLang="zh-TW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users </a:t>
            </a:r>
            <a:r>
              <a:rPr lang="zh-TW" altLang="en-US" dirty="0"/>
              <a:t>未來可能因 </a:t>
            </a:r>
            <a:r>
              <a:rPr lang="vi-VN" dirty="0"/>
              <a:t>source beam </a:t>
            </a:r>
            <a:r>
              <a:rPr lang="zh-TW" altLang="en-US" dirty="0"/>
              <a:t>被壓功率而變差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vi-VN" b="1" dirty="0"/>
              <a:t>Stage </a:t>
            </a:r>
            <a:r>
              <a:rPr lang="en-US" altLang="zh-TW" b="1" dirty="0"/>
              <a:t>2</a:t>
            </a:r>
            <a:r>
              <a:rPr lang="vi-VN" b="1" dirty="0"/>
              <a:t>：</a:t>
            </a:r>
            <a:r>
              <a:rPr lang="zh-TW" altLang="en-US" b="1" dirty="0"/>
              <a:t>先對每個 </a:t>
            </a:r>
            <a:r>
              <a:rPr lang="vi-VN" b="1" dirty="0"/>
              <a:t>source beam </a:t>
            </a:r>
            <a:r>
              <a:rPr lang="zh-TW" altLang="en-US" b="1" dirty="0"/>
              <a:t>算 </a:t>
            </a:r>
            <a:r>
              <a:rPr lang="vi-VN" b="1" dirty="0"/>
              <a:t>beam distress score</a:t>
            </a:r>
            <a:r>
              <a:rPr lang="zh-TW" altLang="en-US" b="1" dirty="0"/>
              <a:t>，是否有 </a:t>
            </a:r>
            <a:r>
              <a:rPr lang="vi-VN" b="1" dirty="0"/>
              <a:t>risky beam</a:t>
            </a:r>
            <a:endParaRPr lang="en-US" b="1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beam </a:t>
            </a:r>
            <a:r>
              <a:rPr lang="zh-TW" altLang="en-US" dirty="0"/>
              <a:t>未來 </a:t>
            </a:r>
            <a:r>
              <a:rPr lang="vi-VN" dirty="0"/>
              <a:t>EPFD </a:t>
            </a:r>
            <a:r>
              <a:rPr lang="zh-TW" altLang="en-US" dirty="0"/>
              <a:t>風險最高</a:t>
            </a:r>
            <a:endParaRPr lang="en-US" altLang="zh-TW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beam </a:t>
            </a:r>
            <a:r>
              <a:rPr lang="zh-TW" altLang="en-US" dirty="0"/>
              <a:t>內 </a:t>
            </a:r>
            <a:r>
              <a:rPr lang="vi-VN" dirty="0"/>
              <a:t>users </a:t>
            </a:r>
            <a:r>
              <a:rPr lang="zh-TW" altLang="en-US" dirty="0"/>
              <a:t>整體最容易受害</a:t>
            </a:r>
            <a:endParaRPr lang="en-US" altLang="zh-TW" dirty="0"/>
          </a:p>
          <a:p>
            <a:pPr lvl="1"/>
            <a:r>
              <a:rPr lang="zh-TW" altLang="en-US" dirty="0"/>
              <a:t>哪些 </a:t>
            </a:r>
            <a:r>
              <a:rPr lang="vi-VN" dirty="0"/>
              <a:t>beam </a:t>
            </a:r>
            <a:r>
              <a:rPr lang="zh-TW" altLang="en-US" dirty="0"/>
              <a:t>最值得先卸載</a:t>
            </a:r>
          </a:p>
        </p:txBody>
      </p:sp>
    </p:spTree>
    <p:extLst>
      <p:ext uri="{BB962C8B-B14F-4D97-AF65-F5344CB8AC3E}">
        <p14:creationId xmlns:p14="http://schemas.microsoft.com/office/powerpoint/2010/main" val="172299996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B8C9-C380-744F-A199-480A7BEF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C2881C-F878-C724-D5F8-97449D3C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D9AE97-AC38-87BB-D39D-7747CCFB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b="1" dirty="0"/>
              <a:t>Stage </a:t>
            </a:r>
            <a:r>
              <a:rPr lang="en-US" altLang="zh-TW" b="1" dirty="0"/>
              <a:t>3</a:t>
            </a:r>
            <a:r>
              <a:rPr lang="vi-VN" b="1" dirty="0"/>
              <a:t>：</a:t>
            </a:r>
            <a:r>
              <a:rPr lang="vi-VN" dirty="0"/>
              <a:t> </a:t>
            </a:r>
            <a:r>
              <a:rPr lang="vi-VN" b="1" dirty="0"/>
              <a:t>candidate offloading pool</a:t>
            </a:r>
            <a:endParaRPr lang="en-US" b="1" dirty="0"/>
          </a:p>
          <a:p>
            <a:pPr lvl="1"/>
            <a:r>
              <a:rPr lang="zh-TW" altLang="en-US" dirty="0"/>
              <a:t>該高風險 </a:t>
            </a:r>
            <a:r>
              <a:rPr lang="en-US" altLang="zh-TW" dirty="0"/>
              <a:t>beam </a:t>
            </a:r>
            <a:r>
              <a:rPr lang="zh-TW" altLang="en-US" dirty="0"/>
              <a:t>上所有 </a:t>
            </a:r>
            <a:r>
              <a:rPr lang="en-US" altLang="zh-TW" dirty="0"/>
              <a:t>users</a:t>
            </a:r>
            <a:r>
              <a:rPr lang="zh-TW" altLang="en-US" dirty="0"/>
              <a:t>，先全部視為潛在待卸載對象</a:t>
            </a:r>
            <a:endParaRPr lang="en-US" altLang="zh-TW" dirty="0"/>
          </a:p>
          <a:p>
            <a:pPr lvl="1"/>
            <a:r>
              <a:rPr lang="zh-TW" altLang="en-US" dirty="0"/>
              <a:t>對 </a:t>
            </a:r>
            <a:r>
              <a:rPr lang="vi-VN" dirty="0"/>
              <a:t>pool </a:t>
            </a:r>
            <a:r>
              <a:rPr lang="zh-TW" altLang="en-US" dirty="0"/>
              <a:t>中每個 </a:t>
            </a:r>
            <a:r>
              <a:rPr lang="vi-VN" dirty="0"/>
              <a:t>user </a:t>
            </a:r>
            <a:r>
              <a:rPr lang="zh-TW" altLang="en-US" dirty="0"/>
              <a:t>建立 </a:t>
            </a:r>
            <a:r>
              <a:rPr lang="vi-VN" dirty="0"/>
              <a:t>helper candidate possibilities</a:t>
            </a:r>
            <a:endParaRPr lang="en-US" dirty="0"/>
          </a:p>
          <a:p>
            <a:pPr lvl="2"/>
            <a:r>
              <a:rPr lang="en-US" altLang="zh-TW" dirty="0"/>
              <a:t>North helper / south helper </a:t>
            </a:r>
            <a:r>
              <a:rPr lang="zh-TW" altLang="en-US" dirty="0"/>
              <a:t>分別可接那些</a:t>
            </a:r>
            <a:endParaRPr lang="en-US" altLang="zh-TW" dirty="0"/>
          </a:p>
          <a:p>
            <a:pPr lvl="2"/>
            <a:endParaRPr lang="zh-TW" altLang="en-US" dirty="0"/>
          </a:p>
          <a:p>
            <a:r>
              <a:rPr lang="vi-VN" b="1" dirty="0"/>
              <a:t>Stage </a:t>
            </a:r>
            <a:r>
              <a:rPr lang="en-US" altLang="zh-TW" b="1" dirty="0"/>
              <a:t>4</a:t>
            </a:r>
            <a:r>
              <a:rPr lang="vi-VN" b="1" dirty="0"/>
              <a:t>：</a:t>
            </a:r>
            <a:r>
              <a:rPr lang="vi-VN" dirty="0"/>
              <a:t> </a:t>
            </a:r>
            <a:r>
              <a:rPr lang="vi-VN" b="1" dirty="0"/>
              <a:t>helper capacity check</a:t>
            </a:r>
            <a:endParaRPr lang="en-US" b="1" dirty="0"/>
          </a:p>
          <a:p>
            <a:pPr lvl="1"/>
            <a:r>
              <a:rPr lang="zh-TW" altLang="en-US" dirty="0"/>
              <a:t>計算 </a:t>
            </a:r>
            <a:r>
              <a:rPr lang="vi-VN" dirty="0"/>
              <a:t>north helper </a:t>
            </a:r>
            <a:r>
              <a:rPr lang="zh-TW" altLang="en-US" dirty="0"/>
              <a:t>與 </a:t>
            </a:r>
            <a:r>
              <a:rPr lang="vi-VN" dirty="0"/>
              <a:t>south helper </a:t>
            </a:r>
            <a:r>
              <a:rPr lang="zh-TW" altLang="en-US" dirty="0"/>
              <a:t>當前剩餘承載能力</a:t>
            </a:r>
            <a:endParaRPr lang="en-US" altLang="zh-TW" dirty="0"/>
          </a:p>
          <a:p>
            <a:pPr lvl="1"/>
            <a:r>
              <a:rPr lang="vi-VN" b="1" dirty="0"/>
              <a:t>Decision A</a:t>
            </a:r>
            <a:r>
              <a:rPr lang="vi-VN" dirty="0"/>
              <a:t>：helper capacity </a:t>
            </a:r>
            <a:r>
              <a:rPr lang="zh-TW" altLang="en-US" dirty="0"/>
              <a:t>是否足以直接承接整個 </a:t>
            </a:r>
            <a:r>
              <a:rPr lang="vi-VN" dirty="0"/>
              <a:t>candidate pool？</a:t>
            </a:r>
            <a:endParaRPr lang="en-US" dirty="0"/>
          </a:p>
          <a:p>
            <a:pPr lvl="2"/>
            <a:r>
              <a:rPr lang="vi-VN" dirty="0"/>
              <a:t>Case A1：</a:t>
            </a:r>
            <a:r>
              <a:rPr lang="zh-TW" altLang="en-US" dirty="0"/>
              <a:t>足夠</a:t>
            </a:r>
            <a:endParaRPr lang="en-US" altLang="zh-TW" dirty="0"/>
          </a:p>
          <a:p>
            <a:pPr lvl="3"/>
            <a:r>
              <a:rPr lang="zh-TW" altLang="en-US" dirty="0"/>
              <a:t>進入 </a:t>
            </a:r>
            <a:r>
              <a:rPr lang="vi-VN" dirty="0"/>
              <a:t>Stage 6</a:t>
            </a:r>
            <a:endParaRPr lang="en-US" dirty="0"/>
          </a:p>
          <a:p>
            <a:pPr lvl="2"/>
            <a:r>
              <a:rPr lang="vi-VN" dirty="0"/>
              <a:t>Case A2：</a:t>
            </a:r>
            <a:r>
              <a:rPr lang="zh-TW" altLang="en-US" dirty="0"/>
              <a:t>不足</a:t>
            </a:r>
            <a:endParaRPr lang="en-US" altLang="zh-TW" dirty="0"/>
          </a:p>
          <a:p>
            <a:pPr lvl="3"/>
            <a:r>
              <a:rPr lang="en-US" dirty="0"/>
              <a:t>Stage 5：Safe-Beam Assisted Helper Relief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5404574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A1F1-3B24-965C-72E3-F7A97459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0A37F7-6CED-CFCC-71CD-542CBAF6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7CA72E-4F6B-529F-C459-41FA33318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Stage 5：</a:t>
            </a:r>
            <a:r>
              <a:rPr lang="vi-VN" dirty="0"/>
              <a:t> </a:t>
            </a:r>
            <a:r>
              <a:rPr lang="vi-VN" b="1" dirty="0"/>
              <a:t>Safe-Beam Assisted Helper Relief</a:t>
            </a:r>
            <a:endParaRPr lang="zh-TW" altLang="en-US" b="1" dirty="0"/>
          </a:p>
          <a:p>
            <a:pPr lvl="1"/>
            <a:r>
              <a:rPr lang="zh-TW" altLang="en-US" dirty="0"/>
              <a:t>幫 </a:t>
            </a:r>
            <a:r>
              <a:rPr lang="vi-VN" dirty="0"/>
              <a:t>helper </a:t>
            </a:r>
            <a:r>
              <a:rPr lang="zh-TW" altLang="en-US" dirty="0"/>
              <a:t>騰出容量後</a:t>
            </a:r>
            <a:endParaRPr lang="en-US" altLang="zh-TW" dirty="0"/>
          </a:p>
          <a:p>
            <a:pPr lvl="1"/>
            <a:r>
              <a:rPr lang="vi-VN" b="1" dirty="0"/>
              <a:t>Decision B</a:t>
            </a:r>
            <a:r>
              <a:rPr lang="vi-VN" dirty="0"/>
              <a:t>：helper capacity </a:t>
            </a:r>
            <a:r>
              <a:rPr lang="zh-TW" altLang="en-US" dirty="0"/>
              <a:t>是否已足夠？</a:t>
            </a:r>
            <a:endParaRPr lang="en-US" altLang="zh-TW" dirty="0"/>
          </a:p>
          <a:p>
            <a:pPr lvl="2"/>
            <a:r>
              <a:rPr lang="vi-VN" b="1" dirty="0"/>
              <a:t>Case B1：</a:t>
            </a:r>
            <a:r>
              <a:rPr lang="zh-TW" altLang="en-US" b="1" dirty="0"/>
              <a:t>足夠</a:t>
            </a:r>
          </a:p>
          <a:p>
            <a:pPr lvl="3"/>
            <a:r>
              <a:rPr lang="zh-TW" altLang="en-US" dirty="0"/>
              <a:t>進入 </a:t>
            </a:r>
            <a:r>
              <a:rPr lang="vi-VN" dirty="0"/>
              <a:t>Stage 6</a:t>
            </a:r>
            <a:endParaRPr lang="en-US" dirty="0"/>
          </a:p>
          <a:p>
            <a:pPr lvl="2"/>
            <a:r>
              <a:rPr lang="vi-VN" b="1" dirty="0"/>
              <a:t>Case B2：</a:t>
            </a:r>
            <a:r>
              <a:rPr lang="zh-TW" altLang="en-US" b="1" dirty="0"/>
              <a:t>仍然不足</a:t>
            </a:r>
          </a:p>
          <a:p>
            <a:pPr lvl="3"/>
            <a:r>
              <a:rPr lang="zh-TW" altLang="en-US" b="1" dirty="0"/>
              <a:t>對 </a:t>
            </a:r>
            <a:r>
              <a:rPr lang="vi-VN" b="1" dirty="0"/>
              <a:t>candidate offloading pool </a:t>
            </a:r>
            <a:r>
              <a:rPr lang="zh-TW" altLang="en-US" b="1" dirty="0"/>
              <a:t>做 </a:t>
            </a:r>
            <a:r>
              <a:rPr lang="vi-VN" b="1" dirty="0"/>
              <a:t>user subset selection</a:t>
            </a:r>
            <a:endParaRPr lang="zh-TW" altLang="en-US" dirty="0"/>
          </a:p>
          <a:p>
            <a:pPr lvl="3"/>
            <a:r>
              <a:rPr lang="zh-TW" altLang="en-US" dirty="0"/>
              <a:t>根據  </a:t>
            </a:r>
            <a:r>
              <a:rPr lang="vi-VN" dirty="0"/>
              <a:t>helpers </a:t>
            </a:r>
            <a:r>
              <a:rPr lang="zh-TW" altLang="en-US" dirty="0"/>
              <a:t>的最終容量 </a:t>
            </a:r>
          </a:p>
          <a:p>
            <a:pPr lvl="3"/>
            <a:r>
              <a:rPr lang="zh-TW" altLang="en-US" dirty="0"/>
              <a:t>從整個 </a:t>
            </a:r>
            <a:r>
              <a:rPr lang="vi-VN" dirty="0"/>
              <a:t>candidate pool </a:t>
            </a:r>
            <a:r>
              <a:rPr lang="zh-TW" altLang="en-US" dirty="0"/>
              <a:t>中選出： </a:t>
            </a:r>
          </a:p>
          <a:p>
            <a:pPr lvl="4"/>
            <a:r>
              <a:rPr lang="zh-TW" altLang="en-US" b="1" dirty="0"/>
              <a:t>最大可承接</a:t>
            </a:r>
            <a:r>
              <a:rPr lang="zh-TW" altLang="en-US" dirty="0"/>
              <a:t> 且 </a:t>
            </a:r>
            <a:r>
              <a:rPr lang="zh-TW" altLang="en-US" b="1" dirty="0"/>
              <a:t>最值得被搬</a:t>
            </a:r>
            <a:r>
              <a:rPr lang="zh-TW" altLang="en-US" dirty="0"/>
              <a:t>的 </a:t>
            </a:r>
            <a:r>
              <a:rPr lang="vi-VN" dirty="0"/>
              <a:t>user subset </a:t>
            </a:r>
            <a:endParaRPr lang="en-US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622344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6C62-6AC8-3B6D-0EFE-A89182C4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2630C-5F46-ED7C-6646-434D0D49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048FAA-9E52-ABE3-BC3D-44942E9E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Stage 6：target beam selection</a:t>
            </a:r>
            <a:endParaRPr lang="en-US" b="1" dirty="0"/>
          </a:p>
          <a:p>
            <a:pPr lvl="1"/>
            <a:r>
              <a:rPr lang="zh-TW" altLang="en-US" dirty="0"/>
              <a:t>對於本輪最終被允許卸載的 </a:t>
            </a:r>
            <a:r>
              <a:rPr lang="en-US" altLang="zh-TW" dirty="0"/>
              <a:t>users</a:t>
            </a:r>
            <a:r>
              <a:rPr lang="zh-TW" altLang="en-US" dirty="0"/>
              <a:t>，建立其 </a:t>
            </a:r>
            <a:r>
              <a:rPr lang="vi-VN" dirty="0"/>
              <a:t>helper-side candidate beam set</a:t>
            </a:r>
            <a:endParaRPr lang="en-US" dirty="0"/>
          </a:p>
          <a:p>
            <a:pPr lvl="1"/>
            <a:r>
              <a:rPr lang="zh-TW" altLang="en-US" dirty="0"/>
              <a:t>對每個 </a:t>
            </a:r>
            <a:r>
              <a:rPr lang="vi-VN" dirty="0"/>
              <a:t>candidate beam </a:t>
            </a:r>
            <a:r>
              <a:rPr lang="zh-TW" altLang="en-US" dirty="0"/>
              <a:t>計算 </a:t>
            </a:r>
            <a:r>
              <a:rPr lang="vi-VN" dirty="0"/>
              <a:t>utility</a:t>
            </a:r>
            <a:endParaRPr lang="en-US" dirty="0"/>
          </a:p>
          <a:p>
            <a:pPr lvl="2"/>
            <a:r>
              <a:rPr lang="zh-TW" altLang="en-US" dirty="0"/>
              <a:t>搬過去後的預測 </a:t>
            </a:r>
            <a:r>
              <a:rPr lang="vi-VN" dirty="0"/>
              <a:t>satisfaction</a:t>
            </a:r>
            <a:endParaRPr lang="en-US" dirty="0"/>
          </a:p>
          <a:p>
            <a:pPr lvl="2"/>
            <a:r>
              <a:rPr lang="vi-VN" dirty="0"/>
              <a:t>beam </a:t>
            </a:r>
            <a:r>
              <a:rPr lang="zh-TW" altLang="en-US" dirty="0"/>
              <a:t>的干擾代價</a:t>
            </a:r>
            <a:endParaRPr lang="en-US" altLang="zh-TW" dirty="0"/>
          </a:p>
          <a:p>
            <a:pPr lvl="1"/>
            <a:r>
              <a:rPr lang="zh-TW" altLang="en-US" dirty="0"/>
              <a:t>選出最佳 </a:t>
            </a:r>
            <a:r>
              <a:rPr lang="vi-VN" dirty="0"/>
              <a:t>target helper beam</a:t>
            </a:r>
            <a:endParaRPr lang="en-US" dirty="0"/>
          </a:p>
          <a:p>
            <a:pPr lvl="1"/>
            <a:endParaRPr lang="en-US" b="1" dirty="0"/>
          </a:p>
          <a:p>
            <a:r>
              <a:rPr lang="vi-VN" b="1" dirty="0"/>
              <a:t>Stage 7：</a:t>
            </a:r>
            <a:r>
              <a:rPr lang="zh-TW" altLang="en-US" b="1" dirty="0"/>
              <a:t>執行雙向服務責任交換 </a:t>
            </a:r>
            <a:r>
              <a:rPr lang="vi-VN" b="1" dirty="0"/>
              <a:t>trial</a:t>
            </a:r>
            <a:endParaRPr lang="en-US" b="1" dirty="0"/>
          </a:p>
          <a:p>
            <a:pPr lvl="1"/>
            <a:r>
              <a:rPr lang="en-US" dirty="0"/>
              <a:t>source-safe beams </a:t>
            </a:r>
            <a:r>
              <a:rPr lang="en-US" dirty="0" err="1"/>
              <a:t>接手部分</a:t>
            </a:r>
            <a:r>
              <a:rPr lang="en-US" dirty="0"/>
              <a:t> helper </a:t>
            </a:r>
            <a:r>
              <a:rPr lang="en-US" dirty="0" err="1"/>
              <a:t>原有</a:t>
            </a:r>
            <a:r>
              <a:rPr lang="en-US" dirty="0"/>
              <a:t> users</a:t>
            </a:r>
          </a:p>
          <a:p>
            <a:pPr lvl="1"/>
            <a:r>
              <a:rPr lang="vi-VN" dirty="0"/>
              <a:t>helper </a:t>
            </a:r>
            <a:r>
              <a:rPr lang="zh-TW" altLang="en-US" dirty="0"/>
              <a:t>接手 </a:t>
            </a:r>
            <a:r>
              <a:rPr lang="vi-VN" dirty="0"/>
              <a:t>source </a:t>
            </a:r>
            <a:r>
              <a:rPr lang="zh-TW" altLang="en-US" dirty="0"/>
              <a:t>高風險 </a:t>
            </a:r>
            <a:r>
              <a:rPr lang="vi-VN" dirty="0"/>
              <a:t>beam </a:t>
            </a:r>
            <a:r>
              <a:rPr lang="zh-TW" altLang="en-US" dirty="0"/>
              <a:t>上的 </a:t>
            </a:r>
            <a:r>
              <a:rPr lang="vi-VN" dirty="0"/>
              <a:t>users</a:t>
            </a:r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39830595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8AFE-C81E-A9D2-336A-8F07E316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67957A-592E-A8B3-6075-D14E3768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998005-F17C-55CE-C4A8-653D56F5A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b="1" dirty="0"/>
              <a:t>Stage 8：local price-aware power adaptation</a:t>
            </a:r>
            <a:r>
              <a:rPr lang="zh-TW" altLang="en-US" dirty="0"/>
              <a:t>：</a:t>
            </a:r>
          </a:p>
          <a:p>
            <a:pPr lvl="1"/>
            <a:r>
              <a:rPr lang="zh-TW" altLang="en-US" dirty="0"/>
              <a:t>更新 </a:t>
            </a:r>
            <a:r>
              <a:rPr lang="vi-VN" dirty="0"/>
              <a:t>source / north helper / south helper </a:t>
            </a:r>
            <a:r>
              <a:rPr lang="zh-TW" altLang="en-US" dirty="0"/>
              <a:t>的 </a:t>
            </a:r>
            <a:r>
              <a:rPr lang="vi-VN" dirty="0"/>
              <a:t>beam loading</a:t>
            </a:r>
          </a:p>
          <a:p>
            <a:pPr lvl="1"/>
            <a:r>
              <a:rPr lang="zh-TW" altLang="en-US" dirty="0"/>
              <a:t>重新分配受影響 </a:t>
            </a:r>
            <a:r>
              <a:rPr lang="vi-VN" dirty="0"/>
              <a:t>beams </a:t>
            </a:r>
            <a:r>
              <a:rPr lang="zh-TW" altLang="en-US" dirty="0"/>
              <a:t>的功率，依新的：</a:t>
            </a:r>
          </a:p>
          <a:p>
            <a:pPr lvl="1"/>
            <a:r>
              <a:rPr lang="vi-VN" dirty="0"/>
              <a:t>predictive shadow price</a:t>
            </a:r>
            <a:r>
              <a:rPr lang="en-US" altLang="zh-TW" dirty="0"/>
              <a:t>(</a:t>
            </a:r>
            <a:r>
              <a:rPr lang="zh-TW" altLang="en-US" dirty="0"/>
              <a:t>會不會很傷 </a:t>
            </a:r>
            <a:r>
              <a:rPr lang="vi-VN" dirty="0"/>
              <a:t>EPFD</a:t>
            </a:r>
            <a:r>
              <a:rPr lang="zh-TW" altLang="en-US" dirty="0"/>
              <a:t>或未來便危險</a:t>
            </a:r>
            <a:r>
              <a:rPr lang="en-US" altLang="zh-TW" dirty="0"/>
              <a:t>)</a:t>
            </a:r>
            <a:r>
              <a:rPr lang="zh-TW" altLang="en-US" dirty="0"/>
              <a:t> 做 </a:t>
            </a:r>
            <a:r>
              <a:rPr lang="vi-VN" dirty="0"/>
              <a:t>local power adaptation</a:t>
            </a:r>
            <a:endParaRPr lang="en-US" dirty="0"/>
          </a:p>
          <a:p>
            <a:pPr lvl="1"/>
            <a:endParaRPr lang="en-US" dirty="0"/>
          </a:p>
          <a:p>
            <a:r>
              <a:rPr lang="vi-VN" b="1" dirty="0"/>
              <a:t>Stage 9：acceptance check</a:t>
            </a:r>
            <a:endParaRPr lang="en-US" b="1" dirty="0"/>
          </a:p>
          <a:p>
            <a:pPr lvl="1"/>
            <a:r>
              <a:rPr lang="zh-TW" altLang="en-US" dirty="0"/>
              <a:t>整體 </a:t>
            </a:r>
            <a:r>
              <a:rPr lang="vi-VN" dirty="0"/>
              <a:t>satisfaction </a:t>
            </a:r>
            <a:r>
              <a:rPr lang="zh-TW" altLang="en-US" dirty="0"/>
              <a:t>提升</a:t>
            </a:r>
            <a:endParaRPr lang="en-US" altLang="zh-TW" dirty="0"/>
          </a:p>
          <a:p>
            <a:pPr lvl="1"/>
            <a:r>
              <a:rPr lang="zh-TW" altLang="en-US" dirty="0"/>
              <a:t>原本 </a:t>
            </a:r>
            <a:r>
              <a:rPr lang="vi-VN" dirty="0"/>
              <a:t>high-risk beam </a:t>
            </a:r>
            <a:r>
              <a:rPr lang="zh-TW" altLang="en-US" dirty="0"/>
              <a:t>的風險下降</a:t>
            </a:r>
            <a:endParaRPr lang="en-US" altLang="zh-TW" dirty="0"/>
          </a:p>
          <a:p>
            <a:pPr lvl="1"/>
            <a:r>
              <a:rPr lang="vi-VN" dirty="0"/>
              <a:t>aggregate EPFD </a:t>
            </a:r>
            <a:r>
              <a:rPr lang="zh-TW" altLang="en-US" dirty="0"/>
              <a:t>合法</a:t>
            </a:r>
            <a:endParaRPr lang="en-US" altLang="zh-TW" dirty="0"/>
          </a:p>
          <a:p>
            <a:pPr lvl="1"/>
            <a:r>
              <a:rPr lang="vi-VN" dirty="0"/>
              <a:t>helper </a:t>
            </a:r>
            <a:r>
              <a:rPr lang="zh-TW" altLang="en-US" dirty="0"/>
              <a:t>接手 </a:t>
            </a:r>
            <a:r>
              <a:rPr lang="vi-VN" dirty="0"/>
              <a:t>source users </a:t>
            </a:r>
            <a:r>
              <a:rPr lang="zh-TW" altLang="en-US" dirty="0"/>
              <a:t>後，仍在可承受範圍內</a:t>
            </a:r>
          </a:p>
          <a:p>
            <a:pPr lvl="1"/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129932873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11E43-5D7A-904B-44DB-262EE119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A770E1-853A-0557-02D7-5EEC0C21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演算法流程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B8991-4D0F-535E-D684-A5ECE948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Stage 10：state update and </a:t>
            </a:r>
            <a:r>
              <a:rPr lang="en-US" b="1" dirty="0" err="1"/>
              <a:t>recomputation</a:t>
            </a:r>
            <a:endParaRPr lang="en-US" b="1" dirty="0"/>
          </a:p>
          <a:p>
            <a:pPr lvl="1"/>
            <a:r>
              <a:rPr lang="zh-TW" altLang="en-US" dirty="0"/>
              <a:t>若 </a:t>
            </a:r>
            <a:r>
              <a:rPr lang="vi-VN" dirty="0"/>
              <a:t>trial </a:t>
            </a:r>
            <a:r>
              <a:rPr lang="zh-TW" altLang="en-US" dirty="0"/>
              <a:t>被接受</a:t>
            </a:r>
            <a:endParaRPr lang="en-US" altLang="zh-TW" dirty="0"/>
          </a:p>
          <a:p>
            <a:pPr lvl="1"/>
            <a:r>
              <a:rPr lang="zh-TW" altLang="en-US" dirty="0"/>
              <a:t>重新計算 </a:t>
            </a:r>
            <a:r>
              <a:rPr lang="vi-VN" dirty="0"/>
              <a:t>critical satellite </a:t>
            </a:r>
            <a:r>
              <a:rPr lang="zh-TW" altLang="en-US" dirty="0"/>
              <a:t>所有 </a:t>
            </a:r>
            <a:r>
              <a:rPr lang="vi-VN" dirty="0"/>
              <a:t>active beams </a:t>
            </a:r>
            <a:r>
              <a:rPr lang="zh-TW" altLang="en-US" dirty="0"/>
              <a:t>的 </a:t>
            </a:r>
            <a:r>
              <a:rPr lang="vi-VN" dirty="0"/>
              <a:t>distress scores</a:t>
            </a:r>
          </a:p>
          <a:p>
            <a:pPr lvl="1"/>
            <a:r>
              <a:rPr lang="zh-TW" altLang="en-US" dirty="0"/>
              <a:t>若仍存在高於門檻的 </a:t>
            </a:r>
            <a:r>
              <a:rPr lang="vi-VN" dirty="0"/>
              <a:t>risky beam</a:t>
            </a:r>
          </a:p>
          <a:p>
            <a:pPr lvl="2"/>
            <a:r>
              <a:rPr lang="zh-TW" altLang="en-US" dirty="0"/>
              <a:t>回到 </a:t>
            </a:r>
            <a:r>
              <a:rPr lang="vi-VN" dirty="0"/>
              <a:t>Stage </a:t>
            </a:r>
            <a:r>
              <a:rPr lang="en-US" altLang="zh-TW" dirty="0"/>
              <a:t>3</a:t>
            </a:r>
            <a:r>
              <a:rPr lang="vi-VN" dirty="0"/>
              <a:t> </a:t>
            </a:r>
          </a:p>
          <a:p>
            <a:pPr lvl="1"/>
            <a:endParaRPr lang="en-US" b="1" dirty="0"/>
          </a:p>
          <a:p>
            <a:r>
              <a:rPr lang="vi-VN" b="1" dirty="0"/>
              <a:t>Stage 11：stopping conditions</a:t>
            </a:r>
            <a:endParaRPr lang="en-US" b="1" dirty="0"/>
          </a:p>
          <a:p>
            <a:pPr lvl="1"/>
            <a:r>
              <a:rPr lang="zh-TW" altLang="en-US" dirty="0"/>
              <a:t>沒有剩餘高於門檻的 </a:t>
            </a:r>
            <a:r>
              <a:rPr lang="en-US" altLang="zh-TW" dirty="0"/>
              <a:t>risky beam</a:t>
            </a:r>
          </a:p>
          <a:p>
            <a:pPr lvl="1"/>
            <a:r>
              <a:rPr lang="zh-TW" altLang="en-US" dirty="0"/>
              <a:t>再進一步的 </a:t>
            </a:r>
            <a:r>
              <a:rPr lang="en-US" altLang="zh-TW" dirty="0"/>
              <a:t>relay </a:t>
            </a:r>
            <a:r>
              <a:rPr lang="zh-TW" altLang="en-US" dirty="0"/>
              <a:t>已無法提升整體目標</a:t>
            </a:r>
            <a:endParaRPr lang="en-US" altLang="zh-TW" dirty="0"/>
          </a:p>
          <a:p>
            <a:pPr lvl="1"/>
            <a:r>
              <a:rPr lang="zh-TW" altLang="en-US" dirty="0"/>
              <a:t>即使做了 </a:t>
            </a:r>
            <a:r>
              <a:rPr lang="vi-VN" dirty="0"/>
              <a:t>helper relief，system </a:t>
            </a:r>
            <a:r>
              <a:rPr lang="zh-TW" altLang="en-US" dirty="0"/>
              <a:t>仍無足夠 </a:t>
            </a:r>
            <a:r>
              <a:rPr lang="vi-VN" dirty="0"/>
              <a:t>capacity </a:t>
            </a:r>
            <a:r>
              <a:rPr lang="zh-TW" altLang="en-US" dirty="0"/>
              <a:t>再改善</a:t>
            </a:r>
            <a:endParaRPr lang="en-US" altLang="zh-TW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433839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39EF-A559-6B32-B3AE-CE6B3BAE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15DB8-8365-955B-680E-A8F98AD12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5/5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BFDD64-67DD-F274-F649-994ACB996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6130287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68F74-3D18-6557-6863-366057F3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場景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F332-CD32-1FA4-1215-A5D362E16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2022</a:t>
            </a:r>
          </a:p>
          <a:p>
            <a:pPr lvl="1"/>
            <a:r>
              <a:rPr lang="en-US" altLang="zh-TW" dirty="0"/>
              <a:t>87.9,</a:t>
            </a:r>
            <a:r>
              <a:rPr lang="zh-TW" altLang="en-US" dirty="0"/>
              <a:t> </a:t>
            </a:r>
            <a:r>
              <a:rPr lang="vi-VN" dirty="0"/>
              <a:t>12planes</a:t>
            </a:r>
            <a:r>
              <a:rPr lang="en-US" dirty="0"/>
              <a:t>, 49sats/plane</a:t>
            </a:r>
          </a:p>
          <a:p>
            <a:pPr lvl="1"/>
            <a:r>
              <a:rPr lang="en-US" altLang="zh-TW" dirty="0"/>
              <a:t>55, 8planes, 16sats/plane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最新</a:t>
            </a:r>
            <a:r>
              <a:rPr lang="en-US" altLang="zh-TW" dirty="0" err="1"/>
              <a:t>tle</a:t>
            </a:r>
            <a:r>
              <a:rPr lang="zh-TW" altLang="en-US" dirty="0"/>
              <a:t> 和 </a:t>
            </a:r>
            <a:r>
              <a:rPr lang="vi-VN" dirty="0"/>
              <a:t>satellitemap.space</a:t>
            </a:r>
            <a:r>
              <a:rPr lang="zh-TW" altLang="en-US" dirty="0"/>
              <a:t>只有</a:t>
            </a:r>
            <a:endParaRPr lang="en-US" altLang="zh-TW" dirty="0"/>
          </a:p>
          <a:p>
            <a:pPr lvl="2"/>
            <a:r>
              <a:rPr lang="en-US" altLang="zh-TW" dirty="0"/>
              <a:t>87.9,</a:t>
            </a:r>
            <a:r>
              <a:rPr lang="zh-TW" altLang="en-US" dirty="0"/>
              <a:t> </a:t>
            </a:r>
            <a:r>
              <a:rPr lang="vi-VN" dirty="0"/>
              <a:t>12planes</a:t>
            </a:r>
            <a:r>
              <a:rPr lang="en-US" dirty="0"/>
              <a:t>, </a:t>
            </a:r>
            <a:r>
              <a:rPr lang="en-US" altLang="zh-TW" dirty="0"/>
              <a:t>54</a:t>
            </a:r>
            <a:r>
              <a:rPr lang="en-US" dirty="0"/>
              <a:t>sats/plane</a:t>
            </a:r>
          </a:p>
          <a:p>
            <a:pPr lvl="2"/>
            <a:endParaRPr lang="en-US" dirty="0"/>
          </a:p>
          <a:p>
            <a:r>
              <a:rPr lang="vi-VN" dirty="0"/>
              <a:t>Airbus / Eutelsat</a:t>
            </a:r>
            <a:r>
              <a:rPr lang="zh-TW" altLang="en-US" dirty="0"/>
              <a:t>衛星新聞說</a:t>
            </a:r>
            <a:r>
              <a:rPr lang="en-US" altLang="zh-TW" dirty="0"/>
              <a:t>2026 </a:t>
            </a:r>
            <a:r>
              <a:rPr lang="en-US" altLang="zh-TW" dirty="0" err="1"/>
              <a:t>oneweb</a:t>
            </a:r>
            <a:r>
              <a:rPr lang="zh-TW" altLang="en-US" dirty="0"/>
              <a:t>新的衛星主要是為了逐步替換早期壽命到期的衛星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1785181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4CAE4-6F60-28D1-B08E-820ADB3D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場景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17BD02-7B1B-ECB6-1003-C1D37140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87.9,</a:t>
            </a:r>
            <a:r>
              <a:rPr lang="zh-TW" altLang="en-US" dirty="0"/>
              <a:t> </a:t>
            </a:r>
            <a:r>
              <a:rPr lang="vi-VN" dirty="0"/>
              <a:t>12planes</a:t>
            </a:r>
            <a:r>
              <a:rPr lang="en-US" dirty="0"/>
              <a:t>, 49sats/plane</a:t>
            </a:r>
          </a:p>
          <a:p>
            <a:r>
              <a:rPr lang="vi-VN" dirty="0"/>
              <a:t>-3 dB main footprint</a:t>
            </a:r>
            <a:endParaRPr lang="en-US" dirty="0"/>
          </a:p>
          <a:p>
            <a:pPr lvl="1"/>
            <a:r>
              <a:rPr lang="vi-VN" dirty="0"/>
              <a:t>1140 km×1140 km</a:t>
            </a:r>
            <a:endParaRPr lang="en-US" dirty="0"/>
          </a:p>
          <a:p>
            <a:r>
              <a:rPr lang="vi-VN" dirty="0"/>
              <a:t>Ku-band user terminal </a:t>
            </a:r>
            <a:r>
              <a:rPr lang="zh-TW" altLang="en-US" dirty="0"/>
              <a:t>與 </a:t>
            </a:r>
            <a:r>
              <a:rPr lang="vi-VN" dirty="0"/>
              <a:t>OneWeb satellite </a:t>
            </a:r>
            <a:r>
              <a:rPr lang="zh-TW" altLang="en-US" dirty="0"/>
              <a:t>連線時，最低操作仰角可設為 </a:t>
            </a:r>
            <a:r>
              <a:rPr lang="en-US" altLang="zh-TW" dirty="0"/>
              <a:t>45°</a:t>
            </a:r>
          </a:p>
          <a:p>
            <a:pPr lvl="1"/>
            <a:r>
              <a:rPr lang="vi-VN" dirty="0"/>
              <a:t>1</a:t>
            </a:r>
            <a:r>
              <a:rPr lang="en-US" dirty="0"/>
              <a:t>888</a:t>
            </a:r>
            <a:r>
              <a:rPr lang="vi-VN" dirty="0"/>
              <a:t> km×1</a:t>
            </a:r>
            <a:r>
              <a:rPr lang="en-US" dirty="0"/>
              <a:t>888 </a:t>
            </a:r>
            <a:r>
              <a:rPr lang="vi-VN" dirty="0"/>
              <a:t>km</a:t>
            </a:r>
            <a:endParaRPr lang="en-US" dirty="0"/>
          </a:p>
          <a:p>
            <a:pPr lvl="1"/>
            <a:r>
              <a:rPr lang="vi-VN" dirty="0"/>
              <a:t>lower-gain loss</a:t>
            </a:r>
            <a:endParaRPr lang="en-US" dirty="0"/>
          </a:p>
          <a:p>
            <a:pPr lvl="1"/>
            <a:endParaRPr lang="en-US" dirty="0"/>
          </a:p>
          <a:p>
            <a:endParaRPr lang="vi-VN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E6CACA1-6636-B2A7-30E3-15FE7D88839C}"/>
              </a:ext>
            </a:extLst>
          </p:cNvPr>
          <p:cNvGrpSpPr/>
          <p:nvPr/>
        </p:nvGrpSpPr>
        <p:grpSpPr>
          <a:xfrm>
            <a:off x="8000940" y="91200"/>
            <a:ext cx="2873880" cy="2822040"/>
            <a:chOff x="8000940" y="91200"/>
            <a:chExt cx="2873880" cy="28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2C8DE190-F7E6-B3E2-25C6-5F5EC2D334D9}"/>
                    </a:ext>
                  </a:extLst>
                </p14:cNvPr>
                <p14:cNvContentPartPr/>
                <p14:nvPr/>
              </p14:nvContentPartPr>
              <p14:xfrm>
                <a:off x="10515540" y="190200"/>
                <a:ext cx="282960" cy="226116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2C8DE190-F7E6-B3E2-25C6-5F5EC2D334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09420" y="184080"/>
                  <a:ext cx="295200" cy="22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D4A915CA-730F-4ED4-277C-07206E56A370}"/>
                    </a:ext>
                  </a:extLst>
                </p14:cNvPr>
                <p14:cNvContentPartPr/>
                <p14:nvPr/>
              </p14:nvContentPartPr>
              <p14:xfrm>
                <a:off x="8252220" y="205320"/>
                <a:ext cx="79920" cy="650880"/>
              </p14:xfrm>
            </p:contentPart>
          </mc:Choice>
          <mc:Fallback xmlns=""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D4A915CA-730F-4ED4-277C-07206E56A3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6100" y="199200"/>
                  <a:ext cx="9216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D61E4A82-F189-49B4-5F41-88D426BB92E3}"/>
                    </a:ext>
                  </a:extLst>
                </p14:cNvPr>
                <p14:cNvContentPartPr/>
                <p14:nvPr/>
              </p14:nvContentPartPr>
              <p14:xfrm>
                <a:off x="8320980" y="128640"/>
                <a:ext cx="778320" cy="888120"/>
              </p14:xfrm>
            </p:contentPart>
          </mc:Choice>
          <mc:Fallback xmlns=""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D61E4A82-F189-49B4-5F41-88D426BB92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14860" y="122520"/>
                  <a:ext cx="79056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20856CD2-C174-6384-A1F4-1310ABD66F56}"/>
                    </a:ext>
                  </a:extLst>
                </p14:cNvPr>
                <p14:cNvContentPartPr/>
                <p14:nvPr/>
              </p14:nvContentPartPr>
              <p14:xfrm>
                <a:off x="8145660" y="639840"/>
                <a:ext cx="217800" cy="109908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20856CD2-C174-6384-A1F4-1310ABD66F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9540" y="633720"/>
                  <a:ext cx="230040" cy="11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4CC1FD75-A042-F020-E6BE-A3F08480B593}"/>
                    </a:ext>
                  </a:extLst>
                </p14:cNvPr>
                <p14:cNvContentPartPr/>
                <p14:nvPr/>
              </p14:nvContentPartPr>
              <p14:xfrm>
                <a:off x="8260140" y="570720"/>
                <a:ext cx="1296360" cy="120564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4CC1FD75-A042-F020-E6BE-A3F08480B5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4020" y="564600"/>
                  <a:ext cx="1308600" cy="12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D81752C4-1DD0-1972-3532-B2D4755D46C8}"/>
                    </a:ext>
                  </a:extLst>
                </p14:cNvPr>
                <p14:cNvContentPartPr/>
                <p14:nvPr/>
              </p14:nvContentPartPr>
              <p14:xfrm>
                <a:off x="8000940" y="1386480"/>
                <a:ext cx="333000" cy="148896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D81752C4-1DD0-1972-3532-B2D4755D46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94820" y="1380360"/>
                  <a:ext cx="345240" cy="15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15B222AB-B0F7-65AB-7916-65A59B233DB2}"/>
                    </a:ext>
                  </a:extLst>
                </p14:cNvPr>
                <p14:cNvContentPartPr/>
                <p14:nvPr/>
              </p14:nvContentPartPr>
              <p14:xfrm>
                <a:off x="8290380" y="1417080"/>
                <a:ext cx="1273320" cy="146376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15B222AB-B0F7-65AB-7916-65A59B233D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84260" y="1410960"/>
                  <a:ext cx="1285560" cy="14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39CF1542-CC7F-0998-F1A9-3FC692CDDEA8}"/>
                    </a:ext>
                  </a:extLst>
                </p14:cNvPr>
                <p14:cNvContentPartPr/>
                <p14:nvPr/>
              </p14:nvContentPartPr>
              <p14:xfrm>
                <a:off x="8602860" y="91200"/>
                <a:ext cx="660960" cy="28220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39CF1542-CC7F-0998-F1A9-3FC692CDDE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6740" y="85080"/>
                  <a:ext cx="673200" cy="28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E8993155-51EA-C178-F7DD-7E0226BF0945}"/>
                    </a:ext>
                  </a:extLst>
                </p14:cNvPr>
                <p14:cNvContentPartPr/>
                <p14:nvPr/>
              </p14:nvContentPartPr>
              <p14:xfrm>
                <a:off x="10050060" y="319800"/>
                <a:ext cx="30600" cy="57312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E8993155-51EA-C178-F7DD-7E0226BF09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43940" y="313680"/>
                  <a:ext cx="428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EFF72509-2633-5179-8679-34A469A23667}"/>
                    </a:ext>
                  </a:extLst>
                </p14:cNvPr>
                <p14:cNvContentPartPr/>
                <p14:nvPr/>
              </p14:nvContentPartPr>
              <p14:xfrm>
                <a:off x="10149780" y="145200"/>
                <a:ext cx="725040" cy="78660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EFF72509-2633-5179-8679-34A469A236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43660" y="139080"/>
                  <a:ext cx="737280" cy="79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35DB1B71-C45D-B388-F791-5FBDC81B5813}"/>
                  </a:ext>
                </a:extLst>
              </p14:cNvPr>
              <p14:cNvContentPartPr/>
              <p14:nvPr/>
            </p14:nvContentPartPr>
            <p14:xfrm>
              <a:off x="2629020" y="3657360"/>
              <a:ext cx="2120400" cy="6192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35DB1B71-C45D-B388-F791-5FBDC81B581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22900" y="3651240"/>
                <a:ext cx="2132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5E75DEE3-5CA6-6CC6-8060-8F4C20706F46}"/>
                  </a:ext>
                </a:extLst>
              </p14:cNvPr>
              <p14:cNvContentPartPr/>
              <p14:nvPr/>
            </p14:nvContentPartPr>
            <p14:xfrm>
              <a:off x="5809620" y="3733320"/>
              <a:ext cx="2953800" cy="1656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5E75DEE3-5CA6-6CC6-8060-8F4C20706F4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03500" y="3727200"/>
                <a:ext cx="29660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B0E8F345-7E95-4A07-5A72-1E266017A0FF}"/>
                  </a:ext>
                </a:extLst>
              </p14:cNvPr>
              <p14:cNvContentPartPr/>
              <p14:nvPr/>
            </p14:nvContentPartPr>
            <p14:xfrm>
              <a:off x="2429580" y="3557640"/>
              <a:ext cx="809640" cy="69588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B0E8F345-7E95-4A07-5A72-1E266017A0F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23460" y="3551520"/>
                <a:ext cx="82188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FB7A2EFF-078A-A521-D755-33B0EFD1B693}"/>
                  </a:ext>
                </a:extLst>
              </p14:cNvPr>
              <p14:cNvContentPartPr/>
              <p14:nvPr/>
            </p14:nvContentPartPr>
            <p14:xfrm>
              <a:off x="1409700" y="3116280"/>
              <a:ext cx="2698560" cy="123480"/>
            </p14:xfrm>
          </p:contentPart>
        </mc:Choice>
        <mc:Fallback xmlns=""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FB7A2EFF-078A-A521-D755-33B0EFD1B69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03580" y="3110160"/>
                <a:ext cx="27108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8A034171-0C84-3D5F-3BE1-6722C8CB136C}"/>
                  </a:ext>
                </a:extLst>
              </p14:cNvPr>
              <p14:cNvContentPartPr/>
              <p14:nvPr/>
            </p14:nvContentPartPr>
            <p14:xfrm>
              <a:off x="996780" y="2163000"/>
              <a:ext cx="1137960" cy="680040"/>
            </p14:xfrm>
          </p:contentPart>
        </mc:Choice>
        <mc:Fallback xmlns=""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8A034171-0C84-3D5F-3BE1-6722C8CB136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0660" y="2156880"/>
                <a:ext cx="1150200" cy="69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C59D0EFA-DC99-24D8-B727-AEDAA0E0DC13}"/>
              </a:ext>
            </a:extLst>
          </p:cNvPr>
          <p:cNvGrpSpPr/>
          <p:nvPr/>
        </p:nvGrpSpPr>
        <p:grpSpPr>
          <a:xfrm>
            <a:off x="6751380" y="4723680"/>
            <a:ext cx="1509480" cy="1523520"/>
            <a:chOff x="6751380" y="4723680"/>
            <a:chExt cx="1509480" cy="152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FA3A80DA-0231-931E-4648-8242B66121ED}"/>
                    </a:ext>
                  </a:extLst>
                </p14:cNvPr>
                <p14:cNvContentPartPr/>
                <p14:nvPr/>
              </p14:nvContentPartPr>
              <p14:xfrm>
                <a:off x="6751380" y="4876680"/>
                <a:ext cx="104040" cy="112680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FA3A80DA-0231-931E-4648-8242B66121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45260" y="4870560"/>
                  <a:ext cx="116280" cy="11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FC911FD5-864A-7700-C6D4-864057883500}"/>
                    </a:ext>
                  </a:extLst>
                </p14:cNvPr>
                <p14:cNvContentPartPr/>
                <p14:nvPr/>
              </p14:nvContentPartPr>
              <p14:xfrm>
                <a:off x="6850380" y="4723680"/>
                <a:ext cx="1410480" cy="152352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FC911FD5-864A-7700-C6D4-8640578835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44260" y="4717560"/>
                  <a:ext cx="1422720" cy="15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9EECECB0-C5A1-00BE-CFDE-2928144863A6}"/>
                    </a:ext>
                  </a:extLst>
                </p14:cNvPr>
                <p14:cNvContentPartPr/>
                <p14:nvPr/>
              </p14:nvContentPartPr>
              <p14:xfrm>
                <a:off x="7063500" y="5219400"/>
                <a:ext cx="122040" cy="485640"/>
              </p14:xfrm>
            </p:contentPart>
          </mc:Choice>
          <mc:Fallback xmlns=""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9EECECB0-C5A1-00BE-CFDE-2928144863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57380" y="5213280"/>
                  <a:ext cx="13428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D3A5B03F-9A4A-6575-6405-42244770C7D3}"/>
                    </a:ext>
                  </a:extLst>
                </p14:cNvPr>
                <p14:cNvContentPartPr/>
                <p14:nvPr/>
              </p14:nvContentPartPr>
              <p14:xfrm>
                <a:off x="7444020" y="4998000"/>
                <a:ext cx="459000" cy="74124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D3A5B03F-9A4A-6575-6405-42244770C7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37900" y="4991880"/>
                  <a:ext cx="47124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381F268D-4A29-1280-0520-955280962E2A}"/>
                    </a:ext>
                  </a:extLst>
                </p14:cNvPr>
                <p14:cNvContentPartPr/>
                <p14:nvPr/>
              </p14:nvContentPartPr>
              <p14:xfrm>
                <a:off x="7345740" y="5356560"/>
                <a:ext cx="303840" cy="36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381F268D-4A29-1280-0520-955280962E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39620" y="5350440"/>
                  <a:ext cx="316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D3A6CA42-4DFE-BCBD-D048-AC3C6DBF2005}"/>
                    </a:ext>
                  </a:extLst>
                </p14:cNvPr>
                <p14:cNvContentPartPr/>
                <p14:nvPr/>
              </p14:nvContentPartPr>
              <p14:xfrm>
                <a:off x="7620060" y="5242440"/>
                <a:ext cx="104760" cy="237240"/>
              </p14:xfrm>
            </p:contentPart>
          </mc:Choice>
          <mc:Fallback xmlns=""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D3A6CA42-4DFE-BCBD-D048-AC3C6DBF20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13940" y="5236320"/>
                  <a:ext cx="117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41738C06-BF93-6F44-78A1-9E3CA60811FB}"/>
                    </a:ext>
                  </a:extLst>
                </p14:cNvPr>
                <p14:cNvContentPartPr/>
                <p14:nvPr/>
              </p14:nvContentPartPr>
              <p14:xfrm>
                <a:off x="6934260" y="4846080"/>
                <a:ext cx="66240" cy="579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41738C06-BF93-6F44-78A1-9E3CA60811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28140" y="4839960"/>
                  <a:ext cx="784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E1278605-3DD8-4C28-2741-18F79511B4B4}"/>
              </a:ext>
            </a:extLst>
          </p:cNvPr>
          <p:cNvGrpSpPr/>
          <p:nvPr/>
        </p:nvGrpSpPr>
        <p:grpSpPr>
          <a:xfrm>
            <a:off x="1440300" y="4000080"/>
            <a:ext cx="3916440" cy="1315080"/>
            <a:chOff x="1440300" y="4000080"/>
            <a:chExt cx="3916440" cy="13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8CFDF2AA-6B5D-28C9-9D74-E468F6BBCD62}"/>
                    </a:ext>
                  </a:extLst>
                </p14:cNvPr>
                <p14:cNvContentPartPr/>
                <p14:nvPr/>
              </p14:nvContentPartPr>
              <p14:xfrm>
                <a:off x="2986860" y="4145160"/>
                <a:ext cx="455760" cy="8244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8CFDF2AA-6B5D-28C9-9D74-E468F6BBCD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80740" y="4139040"/>
                  <a:ext cx="468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B39BF4ED-45B5-6F7D-1829-7A1F70FC903A}"/>
                    </a:ext>
                  </a:extLst>
                </p14:cNvPr>
                <p14:cNvContentPartPr/>
                <p14:nvPr/>
              </p14:nvContentPartPr>
              <p14:xfrm>
                <a:off x="1653420" y="4487880"/>
                <a:ext cx="2311560" cy="6264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B39BF4ED-45B5-6F7D-1829-7A1F70FC90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47300" y="4481760"/>
                  <a:ext cx="2323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87FF4C87-E121-4CFE-BCAF-55E7F472CB6B}"/>
                    </a:ext>
                  </a:extLst>
                </p14:cNvPr>
                <p14:cNvContentPartPr/>
                <p14:nvPr/>
              </p14:nvContentPartPr>
              <p14:xfrm>
                <a:off x="1613460" y="4000080"/>
                <a:ext cx="2762640" cy="57240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87FF4C87-E121-4CFE-BCAF-55E7F472CB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07340" y="3993960"/>
                  <a:ext cx="277488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C5E20819-E33D-A61E-8A62-EFA7D458FD27}"/>
                    </a:ext>
                  </a:extLst>
                </p14:cNvPr>
                <p14:cNvContentPartPr/>
                <p14:nvPr/>
              </p14:nvContentPartPr>
              <p14:xfrm>
                <a:off x="1440300" y="4540800"/>
                <a:ext cx="2399760" cy="50508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C5E20819-E33D-A61E-8A62-EFA7D458FD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34180" y="4534680"/>
                  <a:ext cx="24120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6D4B37D1-AD4A-DF91-75B8-0B27F3C06F97}"/>
                    </a:ext>
                  </a:extLst>
                </p14:cNvPr>
                <p14:cNvContentPartPr/>
                <p14:nvPr/>
              </p14:nvContentPartPr>
              <p14:xfrm>
                <a:off x="2071380" y="4792800"/>
                <a:ext cx="1861560" cy="8460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6D4B37D1-AD4A-DF91-75B8-0B27F3C06F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65260" y="4786680"/>
                  <a:ext cx="1873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41E8FC9E-8356-1722-01E3-F38A91276D9F}"/>
                    </a:ext>
                  </a:extLst>
                </p14:cNvPr>
                <p14:cNvContentPartPr/>
                <p14:nvPr/>
              </p14:nvContentPartPr>
              <p14:xfrm>
                <a:off x="4106820" y="4945080"/>
                <a:ext cx="34920" cy="37008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41E8FC9E-8356-1722-01E3-F38A91276D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00700" y="4938960"/>
                  <a:ext cx="471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E20B1AE7-FB2F-2373-F840-A525B064F3A5}"/>
                    </a:ext>
                  </a:extLst>
                </p14:cNvPr>
                <p14:cNvContentPartPr/>
                <p14:nvPr/>
              </p14:nvContentPartPr>
              <p14:xfrm>
                <a:off x="4311300" y="5006640"/>
                <a:ext cx="255240" cy="305640"/>
              </p14:xfrm>
            </p:contentPart>
          </mc:Choice>
          <mc:Fallback xmlns=""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E20B1AE7-FB2F-2373-F840-A525B064F3A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05180" y="5000520"/>
                  <a:ext cx="267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0FE6AE6B-056F-17CE-7036-A9BB30B38973}"/>
                    </a:ext>
                  </a:extLst>
                </p14:cNvPr>
                <p14:cNvContentPartPr/>
                <p14:nvPr/>
              </p14:nvContentPartPr>
              <p14:xfrm>
                <a:off x="3665100" y="5135520"/>
                <a:ext cx="403200" cy="46440"/>
              </p14:xfrm>
            </p:contentPart>
          </mc:Choice>
          <mc:Fallback xmlns=""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0FE6AE6B-056F-17CE-7036-A9BB30B389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58980" y="5129400"/>
                  <a:ext cx="415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AAFA6280-38F4-81DF-336B-C527C4643438}"/>
                    </a:ext>
                  </a:extLst>
                </p14:cNvPr>
                <p14:cNvContentPartPr/>
                <p14:nvPr/>
              </p14:nvContentPartPr>
              <p14:xfrm>
                <a:off x="4705500" y="4685160"/>
                <a:ext cx="282960" cy="558000"/>
              </p14:xfrm>
            </p:contentPart>
          </mc:Choice>
          <mc:Fallback xmlns=""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AAFA6280-38F4-81DF-336B-C527C46434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99380" y="4679040"/>
                  <a:ext cx="2952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39B07566-C57F-D267-4145-A8A0676D13FB}"/>
                    </a:ext>
                  </a:extLst>
                </p14:cNvPr>
                <p14:cNvContentPartPr/>
                <p14:nvPr/>
              </p14:nvContentPartPr>
              <p14:xfrm>
                <a:off x="5076660" y="4792800"/>
                <a:ext cx="280080" cy="412200"/>
              </p14:xfrm>
            </p:contentPart>
          </mc:Choice>
          <mc:Fallback xmlns=""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39B07566-C57F-D267-4145-A8A0676D13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70540" y="4786680"/>
                  <a:ext cx="2923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44BCF320-9D79-2B72-DB75-188E9EE1824E}"/>
                    </a:ext>
                  </a:extLst>
                </p14:cNvPr>
                <p14:cNvContentPartPr/>
                <p14:nvPr/>
              </p14:nvContentPartPr>
              <p14:xfrm>
                <a:off x="1623180" y="4411560"/>
                <a:ext cx="3240" cy="71280"/>
              </p14:xfrm>
            </p:contentPart>
          </mc:Choice>
          <mc:Fallback xmlns=""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44BCF320-9D79-2B72-DB75-188E9EE182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17060" y="4405440"/>
                  <a:ext cx="15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35F949F0-6513-D093-9865-C01D47E9566C}"/>
                    </a:ext>
                  </a:extLst>
                </p14:cNvPr>
                <p14:cNvContentPartPr/>
                <p14:nvPr/>
              </p14:nvContentPartPr>
              <p14:xfrm>
                <a:off x="1631820" y="4487520"/>
                <a:ext cx="2475720" cy="39240"/>
              </p14:xfrm>
            </p:contentPart>
          </mc:Choice>
          <mc:Fallback xmlns=""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35F949F0-6513-D093-9865-C01D47E956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5700" y="4481400"/>
                  <a:ext cx="24879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637397BE-01FC-8E73-ED76-3B77F71F5C48}"/>
              </a:ext>
            </a:extLst>
          </p:cNvPr>
          <p:cNvGrpSpPr/>
          <p:nvPr/>
        </p:nvGrpSpPr>
        <p:grpSpPr>
          <a:xfrm>
            <a:off x="8717340" y="4061280"/>
            <a:ext cx="3530520" cy="2062800"/>
            <a:chOff x="8717340" y="4061280"/>
            <a:chExt cx="3530520" cy="20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F94DAFDA-8130-CFE3-D20B-BDFBCE5EF243}"/>
                    </a:ext>
                  </a:extLst>
                </p14:cNvPr>
                <p14:cNvContentPartPr/>
                <p14:nvPr/>
              </p14:nvContentPartPr>
              <p14:xfrm>
                <a:off x="10049340" y="4229040"/>
                <a:ext cx="79560" cy="98640"/>
              </p14:xfrm>
            </p:contentPart>
          </mc:Choice>
          <mc:Fallback xmlns=""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F94DAFDA-8130-CFE3-D20B-BDFBCE5EF2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43220" y="4222920"/>
                  <a:ext cx="91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65F2FB7D-BAA1-4174-EC64-8695CDD042CC}"/>
                    </a:ext>
                  </a:extLst>
                </p14:cNvPr>
                <p14:cNvContentPartPr/>
                <p14:nvPr/>
              </p14:nvContentPartPr>
              <p14:xfrm>
                <a:off x="10445340" y="4198080"/>
                <a:ext cx="127080" cy="161280"/>
              </p14:xfrm>
            </p:contentPart>
          </mc:Choice>
          <mc:Fallback xmlns=""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65F2FB7D-BAA1-4174-EC64-8695CDD042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39220" y="4191960"/>
                  <a:ext cx="139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6992845D-6E70-8155-AC1A-13CD36D2FD2E}"/>
                    </a:ext>
                  </a:extLst>
                </p14:cNvPr>
                <p14:cNvContentPartPr/>
                <p14:nvPr/>
              </p14:nvContentPartPr>
              <p14:xfrm>
                <a:off x="10483500" y="4228680"/>
                <a:ext cx="125280" cy="167760"/>
              </p14:xfrm>
            </p:contentPart>
          </mc:Choice>
          <mc:Fallback xmlns=""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6992845D-6E70-8155-AC1A-13CD36D2FD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77380" y="4222560"/>
                  <a:ext cx="137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15F8F158-7C6F-A4C6-A7D7-2BD22284A8B1}"/>
                    </a:ext>
                  </a:extLst>
                </p14:cNvPr>
                <p14:cNvContentPartPr/>
                <p14:nvPr/>
              </p14:nvContentPartPr>
              <p14:xfrm>
                <a:off x="10919100" y="4061280"/>
                <a:ext cx="112320" cy="268200"/>
              </p14:xfrm>
            </p:contentPart>
          </mc:Choice>
          <mc:Fallback xmlns=""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15F8F158-7C6F-A4C6-A7D7-2BD22284A8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12980" y="4055160"/>
                  <a:ext cx="124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BBE920DA-053C-3E08-1218-C710C84A3551}"/>
                    </a:ext>
                  </a:extLst>
                </p14:cNvPr>
                <p14:cNvContentPartPr/>
                <p14:nvPr/>
              </p14:nvContentPartPr>
              <p14:xfrm>
                <a:off x="11155620" y="4068840"/>
                <a:ext cx="311760" cy="231120"/>
              </p14:xfrm>
            </p:contentPart>
          </mc:Choice>
          <mc:Fallback xmlns=""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BBE920DA-053C-3E08-1218-C710C84A35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49500" y="4062720"/>
                  <a:ext cx="324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筆跡 54">
                  <a:extLst>
                    <a:ext uri="{FF2B5EF4-FFF2-40B4-BE49-F238E27FC236}">
                      <a16:creationId xmlns:a16="http://schemas.microsoft.com/office/drawing/2014/main" id="{8126684F-9871-BB01-2F5C-951F23C86DA0}"/>
                    </a:ext>
                  </a:extLst>
                </p14:cNvPr>
                <p14:cNvContentPartPr/>
                <p14:nvPr/>
              </p14:nvContentPartPr>
              <p14:xfrm>
                <a:off x="11618940" y="4137240"/>
                <a:ext cx="141120" cy="199800"/>
              </p14:xfrm>
            </p:contentPart>
          </mc:Choice>
          <mc:Fallback xmlns="">
            <p:pic>
              <p:nvPicPr>
                <p:cNvPr id="55" name="筆跡 54">
                  <a:extLst>
                    <a:ext uri="{FF2B5EF4-FFF2-40B4-BE49-F238E27FC236}">
                      <a16:creationId xmlns:a16="http://schemas.microsoft.com/office/drawing/2014/main" id="{8126684F-9871-BB01-2F5C-951F23C86D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12820" y="4131120"/>
                  <a:ext cx="153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F5DC1AB1-D82F-8DAF-C64C-E3E18DC84C67}"/>
                    </a:ext>
                  </a:extLst>
                </p14:cNvPr>
                <p14:cNvContentPartPr/>
                <p14:nvPr/>
              </p14:nvContentPartPr>
              <p14:xfrm>
                <a:off x="12001260" y="4068480"/>
                <a:ext cx="246600" cy="253800"/>
              </p14:xfrm>
            </p:contentPart>
          </mc:Choice>
          <mc:Fallback xmlns=""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F5DC1AB1-D82F-8DAF-C64C-E3E18DC84C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995140" y="4062360"/>
                  <a:ext cx="258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55317C3B-F261-98CC-76C4-804F037D5E63}"/>
                    </a:ext>
                  </a:extLst>
                </p14:cNvPr>
                <p14:cNvContentPartPr/>
                <p14:nvPr/>
              </p14:nvContentPartPr>
              <p14:xfrm>
                <a:off x="9116220" y="4350720"/>
                <a:ext cx="965160" cy="1189080"/>
              </p14:xfrm>
            </p:contentPart>
          </mc:Choice>
          <mc:Fallback xmlns=""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55317C3B-F261-98CC-76C4-804F037D5E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10100" y="4344600"/>
                  <a:ext cx="97740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8B3AA4CD-3CD6-DC04-7FC3-F06442F6C928}"/>
                    </a:ext>
                  </a:extLst>
                </p14:cNvPr>
                <p14:cNvContentPartPr/>
                <p14:nvPr/>
              </p14:nvContentPartPr>
              <p14:xfrm>
                <a:off x="9029460" y="5547000"/>
                <a:ext cx="146880" cy="84960"/>
              </p14:xfrm>
            </p:contentPart>
          </mc:Choice>
          <mc:Fallback xmlns=""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8B3AA4CD-3CD6-DC04-7FC3-F06442F6C9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23340" y="5540520"/>
                  <a:ext cx="159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37552CDB-E296-97D3-E447-253EED49542F}"/>
                    </a:ext>
                  </a:extLst>
                </p14:cNvPr>
                <p14:cNvContentPartPr/>
                <p14:nvPr/>
              </p14:nvContentPartPr>
              <p14:xfrm>
                <a:off x="8717340" y="5844360"/>
                <a:ext cx="136800" cy="236160"/>
              </p14:xfrm>
            </p:contentPart>
          </mc:Choice>
          <mc:Fallback xmlns=""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37552CDB-E296-97D3-E447-253EED4954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11220" y="5838240"/>
                  <a:ext cx="149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ADF3BBD5-B6AC-D8F4-2124-BCC89D904C15}"/>
                    </a:ext>
                  </a:extLst>
                </p14:cNvPr>
                <p14:cNvContentPartPr/>
                <p14:nvPr/>
              </p14:nvContentPartPr>
              <p14:xfrm>
                <a:off x="8982660" y="5874600"/>
                <a:ext cx="145080" cy="249480"/>
              </p14:xfrm>
            </p:contentPart>
          </mc:Choice>
          <mc:Fallback xmlns=""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ADF3BBD5-B6AC-D8F4-2124-BCC89D904C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6540" y="5868480"/>
                  <a:ext cx="157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C8D4FB92-3779-E963-CAC5-6932F48AD4CA}"/>
                    </a:ext>
                  </a:extLst>
                </p14:cNvPr>
                <p14:cNvContentPartPr/>
                <p14:nvPr/>
              </p14:nvContentPartPr>
              <p14:xfrm>
                <a:off x="9145380" y="5880360"/>
                <a:ext cx="221400" cy="233280"/>
              </p14:xfrm>
            </p:contentPart>
          </mc:Choice>
          <mc:Fallback xmlns=""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C8D4FB92-3779-E963-CAC5-6932F48AD4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39260" y="5874240"/>
                  <a:ext cx="233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766453C3-F05D-F723-F1CD-FC523868E86C}"/>
                    </a:ext>
                  </a:extLst>
                </p14:cNvPr>
                <p14:cNvContentPartPr/>
                <p14:nvPr/>
              </p14:nvContentPartPr>
              <p14:xfrm>
                <a:off x="9631740" y="5838600"/>
                <a:ext cx="334800" cy="272160"/>
              </p14:xfrm>
            </p:contentPart>
          </mc:Choice>
          <mc:Fallback xmlns=""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766453C3-F05D-F723-F1CD-FC523868E8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25620" y="5832480"/>
                  <a:ext cx="347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1C213BB8-66EE-C9AE-756F-CFB77BBB09FF}"/>
                    </a:ext>
                  </a:extLst>
                </p14:cNvPr>
                <p14:cNvContentPartPr/>
                <p14:nvPr/>
              </p14:nvContentPartPr>
              <p14:xfrm>
                <a:off x="9227820" y="5387160"/>
                <a:ext cx="130680" cy="208440"/>
              </p14:xfrm>
            </p:contentPart>
          </mc:Choice>
          <mc:Fallback xmlns=""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1C213BB8-66EE-C9AE-756F-CFB77BBB09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21700" y="5381040"/>
                  <a:ext cx="142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2D2DE4A3-C10E-FBB8-98CD-9A4F1F1D4868}"/>
                    </a:ext>
                  </a:extLst>
                </p14:cNvPr>
                <p14:cNvContentPartPr/>
                <p14:nvPr/>
              </p14:nvContentPartPr>
              <p14:xfrm>
                <a:off x="9425820" y="5440440"/>
                <a:ext cx="162360" cy="54000"/>
              </p14:xfrm>
            </p:contentPart>
          </mc:Choice>
          <mc:Fallback xmlns=""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2D2DE4A3-C10E-FBB8-98CD-9A4F1F1D48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19700" y="5434320"/>
                  <a:ext cx="174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7DCCB835-F526-0973-20EB-81C54CAB81F8}"/>
                    </a:ext>
                  </a:extLst>
                </p14:cNvPr>
                <p14:cNvContentPartPr/>
                <p14:nvPr/>
              </p14:nvContentPartPr>
              <p14:xfrm>
                <a:off x="9515820" y="5402280"/>
                <a:ext cx="47160" cy="246960"/>
              </p14:xfrm>
            </p:contentPart>
          </mc:Choice>
          <mc:Fallback xmlns=""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7DCCB835-F526-0973-20EB-81C54CAB81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09700" y="5396160"/>
                  <a:ext cx="59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A350D41C-B118-BE65-35C3-FFDCC7BFD8D1}"/>
                    </a:ext>
                  </a:extLst>
                </p14:cNvPr>
                <p14:cNvContentPartPr/>
                <p14:nvPr/>
              </p14:nvContentPartPr>
              <p14:xfrm>
                <a:off x="9700140" y="5371680"/>
                <a:ext cx="105840" cy="215640"/>
              </p14:xfrm>
            </p:contentPart>
          </mc:Choice>
          <mc:Fallback xmlns=""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A350D41C-B118-BE65-35C3-FFDCC7BFD8D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94020" y="5365560"/>
                  <a:ext cx="118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517E6246-58FA-EC4D-67E4-5B8A65CC5906}"/>
                    </a:ext>
                  </a:extLst>
                </p14:cNvPr>
                <p14:cNvContentPartPr/>
                <p14:nvPr/>
              </p14:nvContentPartPr>
              <p14:xfrm>
                <a:off x="9799140" y="5303280"/>
                <a:ext cx="8280" cy="360"/>
              </p14:xfrm>
            </p:contentPart>
          </mc:Choice>
          <mc:Fallback xmlns=""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517E6246-58FA-EC4D-67E4-5B8A65CC59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93020" y="5297160"/>
                  <a:ext cx="20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CA580C0C-89DB-A0B1-632C-93EBBCDE2C2D}"/>
                    </a:ext>
                  </a:extLst>
                </p14:cNvPr>
                <p14:cNvContentPartPr/>
                <p14:nvPr/>
              </p14:nvContentPartPr>
              <p14:xfrm>
                <a:off x="9060060" y="5134800"/>
                <a:ext cx="2529360" cy="824760"/>
              </p14:xfrm>
            </p:contentPart>
          </mc:Choice>
          <mc:Fallback xmlns=""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CA580C0C-89DB-A0B1-632C-93EBBCDE2C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53940" y="5128680"/>
                  <a:ext cx="2541600" cy="83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6412352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8C101-17A1-D081-70EC-4DF9E911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F7B77A-1D89-8ACB-AE37-B137CDDE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場景</a:t>
            </a:r>
            <a:endParaRPr lang="vi-VN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3655C56-156F-3B9F-CDFF-6E2E336ADF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473405"/>
              </p:ext>
            </p:extLst>
          </p:nvPr>
        </p:nvGraphicFramePr>
        <p:xfrm>
          <a:off x="1546875" y="1773668"/>
          <a:ext cx="9098250" cy="4442263"/>
        </p:xfrm>
        <a:graphic>
          <a:graphicData uri="http://schemas.openxmlformats.org/drawingml/2006/table">
            <a:tbl>
              <a:tblPr/>
              <a:tblGrid>
                <a:gridCol w="1819650">
                  <a:extLst>
                    <a:ext uri="{9D8B030D-6E8A-4147-A177-3AD203B41FA5}">
                      <a16:colId xmlns:a16="http://schemas.microsoft.com/office/drawing/2014/main" val="2628280108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3900176037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3906957766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779599465"/>
                    </a:ext>
                  </a:extLst>
                </a:gridCol>
                <a:gridCol w="1819650">
                  <a:extLst>
                    <a:ext uri="{9D8B030D-6E8A-4147-A177-3AD203B41FA5}">
                      <a16:colId xmlns:a16="http://schemas.microsoft.com/office/drawing/2014/main" val="2359536811"/>
                    </a:ext>
                  </a:extLst>
                </a:gridCol>
              </a:tblGrid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區域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範圍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對應範圍大小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Beam loss </a:t>
                      </a:r>
                      <a:r>
                        <a:rPr lang="zh-TW" altLang="en-US" sz="1600" dirty="0"/>
                        <a:t>設定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/>
                        <a:t>意義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579860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dirty="0"/>
                        <a:t>Center core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0–285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570 </a:t>
                      </a:r>
                      <a:r>
                        <a:rPr lang="vi-VN" sz="1600" dirty="0"/>
                        <a:t>km × 570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0–1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/>
                        <a:t>靠近 </a:t>
                      </a:r>
                      <a:r>
                        <a:rPr lang="vi-VN" sz="1600"/>
                        <a:t>beam/footprint </a:t>
                      </a:r>
                      <a:r>
                        <a:rPr lang="zh-TW" altLang="en-US" sz="1600"/>
                        <a:t>中心，鏈路最好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67411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Main inner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285–570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nn-NO" sz="1600" dirty="0"/>
                        <a:t>到 1140 km × 1140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1–3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原本 </a:t>
                      </a:r>
                      <a:r>
                        <a:rPr lang="vi-VN" sz="1600" dirty="0"/>
                        <a:t>OneWeb main footprint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0429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Extended 1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570–695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1390 </a:t>
                      </a:r>
                      <a:r>
                        <a:rPr lang="vi-VN" sz="1600" dirty="0"/>
                        <a:t>km × 1390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3–5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剛超出 </a:t>
                      </a:r>
                      <a:r>
                        <a:rPr lang="en-US" altLang="zh-TW" sz="1600" dirty="0"/>
                        <a:t>-3 dB </a:t>
                      </a:r>
                      <a:r>
                        <a:rPr lang="zh-TW" altLang="en-US" sz="1600" dirty="0"/>
                        <a:t>主範圍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893548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Extended 2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695–820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/>
                        <a:t>約 </a:t>
                      </a:r>
                      <a:r>
                        <a:rPr lang="en-US" altLang="zh-TW" sz="1600"/>
                        <a:t>1640 </a:t>
                      </a:r>
                      <a:r>
                        <a:rPr lang="vi-VN" sz="1600"/>
                        <a:t>km × 1640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 dirty="0"/>
                        <a:t>5–7.5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中度 </a:t>
                      </a:r>
                      <a:r>
                        <a:rPr lang="vi-VN" sz="1600" dirty="0"/>
                        <a:t>lower-gain </a:t>
                      </a:r>
                      <a:r>
                        <a:rPr lang="zh-TW" altLang="en-US" sz="1600" dirty="0"/>
                        <a:t>外圍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863485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Extended 3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820–944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nn-NO" sz="1600" dirty="0"/>
                        <a:t>到 1888 km × 1888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7.5–10 dB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最外圍，接近 </a:t>
                      </a:r>
                      <a:r>
                        <a:rPr lang="en-US" altLang="zh-TW" sz="1600" dirty="0"/>
                        <a:t>45° </a:t>
                      </a:r>
                      <a:r>
                        <a:rPr lang="vi-VN" sz="1600" dirty="0"/>
                        <a:t>elevation boundary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785703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Outside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1600"/>
                        <a:t>&gt;944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超過 </a:t>
                      </a:r>
                      <a:r>
                        <a:rPr lang="en-US" altLang="zh-TW" sz="1600" dirty="0"/>
                        <a:t>1888 </a:t>
                      </a:r>
                      <a:r>
                        <a:rPr lang="vi-VN" sz="1600" dirty="0"/>
                        <a:t>km × 1888 km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sz="1600" dirty="0"/>
                        <a:t>不服務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不列入 </a:t>
                      </a:r>
                      <a:r>
                        <a:rPr lang="vi-VN" sz="1600" dirty="0"/>
                        <a:t>coverage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90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05626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DBA6E-B79B-7AB9-6476-C7F1029C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3GPP </a:t>
            </a:r>
            <a:r>
              <a:rPr lang="zh-TW" altLang="en-US" dirty="0"/>
              <a:t>表格 不適用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D52075-5799-E741-62EE-FD66DE0E6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5930" cy="4351338"/>
          </a:xfrm>
        </p:spPr>
        <p:txBody>
          <a:bodyPr/>
          <a:lstStyle/>
          <a:p>
            <a:r>
              <a:rPr lang="vi-VN" dirty="0"/>
              <a:t>NTN cell</a:t>
            </a:r>
            <a:r>
              <a:rPr lang="zh-TW" altLang="en-US" dirty="0"/>
              <a:t>可以支援多少</a:t>
            </a:r>
            <a:r>
              <a:rPr lang="en-US" altLang="zh-TW" dirty="0"/>
              <a:t>UE</a:t>
            </a:r>
            <a:r>
              <a:rPr lang="zh-TW" altLang="en-US" dirty="0"/>
              <a:t>向網路發起</a:t>
            </a:r>
            <a:r>
              <a:rPr lang="en-US" altLang="zh-TW" dirty="0"/>
              <a:t>random access</a:t>
            </a:r>
            <a:r>
              <a:rPr lang="vi-VN" dirty="0"/>
              <a:t>。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哪些</a:t>
            </a:r>
            <a:r>
              <a:rPr lang="en-US" dirty="0"/>
              <a:t> users </a:t>
            </a:r>
            <a:r>
              <a:rPr lang="en-US" dirty="0" err="1"/>
              <a:t>正在使用</a:t>
            </a:r>
            <a:r>
              <a:rPr lang="en-US" dirty="0"/>
              <a:t> broadband traffic</a:t>
            </a:r>
            <a:r>
              <a:rPr lang="zh-TW" altLang="en-US" dirty="0"/>
              <a:t>，衛星去做下傳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如果照這個表下去衛星會直接爆掉</a:t>
            </a: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02474B-8499-D364-1986-4601AEC6A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130" y="2266991"/>
            <a:ext cx="5557870" cy="2715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5" name="筆跡 54">
                <a:extLst>
                  <a:ext uri="{FF2B5EF4-FFF2-40B4-BE49-F238E27FC236}">
                    <a16:creationId xmlns:a16="http://schemas.microsoft.com/office/drawing/2014/main" id="{DF06076C-EB9D-4F24-DC50-24B81EE0E13D}"/>
                  </a:ext>
                </a:extLst>
              </p14:cNvPr>
              <p14:cNvContentPartPr/>
              <p14:nvPr/>
            </p14:nvContentPartPr>
            <p14:xfrm>
              <a:off x="3701297" y="4722368"/>
              <a:ext cx="3729960" cy="1156680"/>
            </p14:xfrm>
          </p:contentPart>
        </mc:Choice>
        <mc:Fallback xmlns="">
          <p:pic>
            <p:nvPicPr>
              <p:cNvPr id="55" name="筆跡 54">
                <a:extLst>
                  <a:ext uri="{FF2B5EF4-FFF2-40B4-BE49-F238E27FC236}">
                    <a16:creationId xmlns:a16="http://schemas.microsoft.com/office/drawing/2014/main" id="{DF06076C-EB9D-4F24-DC50-24B81EE0E1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5177" y="4716248"/>
                <a:ext cx="3742200" cy="11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5" name="筆跡 74">
                <a:extLst>
                  <a:ext uri="{FF2B5EF4-FFF2-40B4-BE49-F238E27FC236}">
                    <a16:creationId xmlns:a16="http://schemas.microsoft.com/office/drawing/2014/main" id="{746B5ED4-564D-F9B2-197E-22033C5FBA43}"/>
                  </a:ext>
                </a:extLst>
              </p14:cNvPr>
              <p14:cNvContentPartPr/>
              <p14:nvPr/>
            </p14:nvContentPartPr>
            <p14:xfrm>
              <a:off x="1261217" y="2962328"/>
              <a:ext cx="4863240" cy="1276200"/>
            </p14:xfrm>
          </p:contentPart>
        </mc:Choice>
        <mc:Fallback xmlns="">
          <p:pic>
            <p:nvPicPr>
              <p:cNvPr id="75" name="筆跡 74">
                <a:extLst>
                  <a:ext uri="{FF2B5EF4-FFF2-40B4-BE49-F238E27FC236}">
                    <a16:creationId xmlns:a16="http://schemas.microsoft.com/office/drawing/2014/main" id="{746B5ED4-564D-F9B2-197E-22033C5FBA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5097" y="2956208"/>
                <a:ext cx="4875480" cy="12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群組 76">
            <a:extLst>
              <a:ext uri="{FF2B5EF4-FFF2-40B4-BE49-F238E27FC236}">
                <a16:creationId xmlns:a16="http://schemas.microsoft.com/office/drawing/2014/main" id="{AEE0EBB6-7AD1-79B7-2289-8537AE14DCDE}"/>
              </a:ext>
            </a:extLst>
          </p:cNvPr>
          <p:cNvGrpSpPr/>
          <p:nvPr/>
        </p:nvGrpSpPr>
        <p:grpSpPr>
          <a:xfrm>
            <a:off x="1179300" y="525000"/>
            <a:ext cx="10747277" cy="6116528"/>
            <a:chOff x="1179300" y="525000"/>
            <a:chExt cx="10747277" cy="611652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047E7E9A-59FC-05A5-DD7C-FE2ED375F5A8}"/>
                    </a:ext>
                  </a:extLst>
                </p14:cNvPr>
                <p14:cNvContentPartPr/>
                <p14:nvPr/>
              </p14:nvContentPartPr>
              <p14:xfrm>
                <a:off x="1179300" y="3069840"/>
                <a:ext cx="4932360" cy="154584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047E7E9A-59FC-05A5-DD7C-FE2ED375F5A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73180" y="3063720"/>
                  <a:ext cx="4944600" cy="15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F6A986FD-DF20-EAB0-89B4-620AB99ACFA4}"/>
                    </a:ext>
                  </a:extLst>
                </p14:cNvPr>
                <p14:cNvContentPartPr/>
                <p14:nvPr/>
              </p14:nvContentPartPr>
              <p14:xfrm>
                <a:off x="7193460" y="1104600"/>
                <a:ext cx="30960" cy="7077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F6A986FD-DF20-EAB0-89B4-620AB99ACF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87340" y="1098480"/>
                  <a:ext cx="4320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316DBA06-2285-3A1B-CA2A-24372C56CA1D}"/>
                    </a:ext>
                  </a:extLst>
                </p14:cNvPr>
                <p14:cNvContentPartPr/>
                <p14:nvPr/>
              </p14:nvContentPartPr>
              <p14:xfrm>
                <a:off x="6896100" y="1584840"/>
                <a:ext cx="561600" cy="30960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316DBA06-2285-3A1B-CA2A-24372C56CA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89980" y="1578720"/>
                  <a:ext cx="573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AA97C272-42C5-E48D-94AD-E14946478FDE}"/>
                    </a:ext>
                  </a:extLst>
                </p14:cNvPr>
                <p14:cNvContentPartPr/>
                <p14:nvPr/>
              </p14:nvContentPartPr>
              <p14:xfrm>
                <a:off x="1835220" y="1561800"/>
                <a:ext cx="3560760" cy="130248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AA97C272-42C5-E48D-94AD-E14946478FD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9100" y="1555680"/>
                  <a:ext cx="3573000" cy="13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7F009992-0C5E-86A0-312A-8A7E15CA8C7B}"/>
                    </a:ext>
                  </a:extLst>
                </p14:cNvPr>
                <p14:cNvContentPartPr/>
                <p14:nvPr/>
              </p14:nvContentPartPr>
              <p14:xfrm>
                <a:off x="8961420" y="2177040"/>
                <a:ext cx="37800" cy="3672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7F009992-0C5E-86A0-312A-8A7E15CA8C7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55300" y="2170920"/>
                  <a:ext cx="50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C19AB3B5-C91F-0AF3-35D0-DC0FD1AAF549}"/>
                    </a:ext>
                  </a:extLst>
                </p14:cNvPr>
                <p14:cNvContentPartPr/>
                <p14:nvPr/>
              </p14:nvContentPartPr>
              <p14:xfrm>
                <a:off x="9509700" y="616800"/>
                <a:ext cx="138240" cy="30456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C19AB3B5-C91F-0AF3-35D0-DC0FD1AAF5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03580" y="610680"/>
                  <a:ext cx="1504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C7AD5B4E-5D54-BD5B-FD87-3AE097E4B211}"/>
                    </a:ext>
                  </a:extLst>
                </p14:cNvPr>
                <p14:cNvContentPartPr/>
                <p14:nvPr/>
              </p14:nvContentPartPr>
              <p14:xfrm>
                <a:off x="9570540" y="525000"/>
                <a:ext cx="359640" cy="39456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C7AD5B4E-5D54-BD5B-FD87-3AE097E4B21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64420" y="518880"/>
                  <a:ext cx="371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EE0E8B9E-2D3F-E801-07A1-0A6831EE4396}"/>
                    </a:ext>
                  </a:extLst>
                </p14:cNvPr>
                <p14:cNvContentPartPr/>
                <p14:nvPr/>
              </p14:nvContentPartPr>
              <p14:xfrm>
                <a:off x="10346700" y="1165080"/>
                <a:ext cx="105480" cy="22212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EE0E8B9E-2D3F-E801-07A1-0A6831EE439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340580" y="1158960"/>
                  <a:ext cx="117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6710DA4C-D414-478A-5F90-7F6C6D053676}"/>
                    </a:ext>
                  </a:extLst>
                </p14:cNvPr>
                <p14:cNvContentPartPr/>
                <p14:nvPr/>
              </p14:nvContentPartPr>
              <p14:xfrm>
                <a:off x="10475220" y="1173360"/>
                <a:ext cx="180000" cy="209160"/>
              </p14:xfrm>
            </p:contentPart>
          </mc:Choice>
          <mc:Fallback xmlns=""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6710DA4C-D414-478A-5F90-7F6C6D0536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69100" y="1167240"/>
                  <a:ext cx="192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8A90AAEB-5100-9DF7-9C38-377A72211558}"/>
                    </a:ext>
                  </a:extLst>
                </p14:cNvPr>
                <p14:cNvContentPartPr/>
                <p14:nvPr/>
              </p14:nvContentPartPr>
              <p14:xfrm>
                <a:off x="10332660" y="1516800"/>
                <a:ext cx="282240" cy="30600"/>
              </p14:xfrm>
            </p:contentPart>
          </mc:Choice>
          <mc:Fallback xmlns=""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8A90AAEB-5100-9DF7-9C38-377A722115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26540" y="1510680"/>
                  <a:ext cx="294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DE16E9EA-47A5-13E0-CCBB-FE0391AFD278}"/>
                    </a:ext>
                  </a:extLst>
                </p14:cNvPr>
                <p14:cNvContentPartPr/>
                <p14:nvPr/>
              </p14:nvContentPartPr>
              <p14:xfrm>
                <a:off x="7043177" y="4754408"/>
                <a:ext cx="4883400" cy="44892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DE16E9EA-47A5-13E0-CCBB-FE0391AFD2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37057" y="4748288"/>
                  <a:ext cx="48956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412382D6-84AE-CA71-7758-DCB8D20CEC25}"/>
                    </a:ext>
                  </a:extLst>
                </p14:cNvPr>
                <p14:cNvContentPartPr/>
                <p14:nvPr/>
              </p14:nvContentPartPr>
              <p14:xfrm>
                <a:off x="5945897" y="5391608"/>
                <a:ext cx="156960" cy="170640"/>
              </p14:xfrm>
            </p:contentPart>
          </mc:Choice>
          <mc:Fallback xmlns=""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412382D6-84AE-CA71-7758-DCB8D20CEC2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39777" y="5385488"/>
                  <a:ext cx="169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1923922A-B7C7-9F28-7DF1-F02EAC6693D8}"/>
                    </a:ext>
                  </a:extLst>
                </p14:cNvPr>
                <p14:cNvContentPartPr/>
                <p14:nvPr/>
              </p14:nvContentPartPr>
              <p14:xfrm>
                <a:off x="6020777" y="5360288"/>
                <a:ext cx="39240" cy="227160"/>
              </p14:xfrm>
            </p:contentPart>
          </mc:Choice>
          <mc:Fallback xmlns=""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1923922A-B7C7-9F28-7DF1-F02EAC6693D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14657" y="5354168"/>
                  <a:ext cx="51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07598C9E-7862-7869-459A-F6D70881AE56}"/>
                    </a:ext>
                  </a:extLst>
                </p14:cNvPr>
                <p14:cNvContentPartPr/>
                <p14:nvPr/>
              </p14:nvContentPartPr>
              <p14:xfrm>
                <a:off x="6371057" y="5416808"/>
                <a:ext cx="156240" cy="266400"/>
              </p14:xfrm>
            </p:contentPart>
          </mc:Choice>
          <mc:Fallback xmlns=""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07598C9E-7862-7869-459A-F6D70881AE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64937" y="5410688"/>
                  <a:ext cx="168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FA04530F-C607-0A26-9E4E-F899F675E0BA}"/>
                    </a:ext>
                  </a:extLst>
                </p14:cNvPr>
                <p14:cNvContentPartPr/>
                <p14:nvPr/>
              </p14:nvContentPartPr>
              <p14:xfrm>
                <a:off x="6664817" y="5391608"/>
                <a:ext cx="133200" cy="265680"/>
              </p14:xfrm>
            </p:contentPart>
          </mc:Choice>
          <mc:Fallback xmlns=""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FA04530F-C607-0A26-9E4E-F899F675E0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58697" y="5385488"/>
                  <a:ext cx="1454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00EAB81F-5216-47B7-E38E-146547624C69}"/>
                    </a:ext>
                  </a:extLst>
                </p14:cNvPr>
                <p14:cNvContentPartPr/>
                <p14:nvPr/>
              </p14:nvContentPartPr>
              <p14:xfrm>
                <a:off x="6722417" y="5230688"/>
                <a:ext cx="378000" cy="98280"/>
              </p14:xfrm>
            </p:contentPart>
          </mc:Choice>
          <mc:Fallback xmlns=""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00EAB81F-5216-47B7-E38E-146547624C6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16297" y="5224568"/>
                  <a:ext cx="390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0ADE3247-A7A2-B01D-3E4E-353D20DF02F6}"/>
                    </a:ext>
                  </a:extLst>
                </p14:cNvPr>
                <p14:cNvContentPartPr/>
                <p14:nvPr/>
              </p14:nvContentPartPr>
              <p14:xfrm>
                <a:off x="2723897" y="5505368"/>
                <a:ext cx="20520" cy="720720"/>
              </p14:xfrm>
            </p:contentPart>
          </mc:Choice>
          <mc:Fallback xmlns=""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0ADE3247-A7A2-B01D-3E4E-353D20DF02F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17777" y="5499248"/>
                  <a:ext cx="327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176CEBE0-A6D6-6653-5589-756897AF30C3}"/>
                    </a:ext>
                  </a:extLst>
                </p14:cNvPr>
                <p14:cNvContentPartPr/>
                <p14:nvPr/>
              </p14:nvContentPartPr>
              <p14:xfrm>
                <a:off x="2749457" y="5308448"/>
                <a:ext cx="1086480" cy="99864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176CEBE0-A6D6-6653-5589-756897AF30C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43337" y="5302328"/>
                  <a:ext cx="109872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9154AB0A-0817-887A-5A49-73FC5334C53D}"/>
                    </a:ext>
                  </a:extLst>
                </p14:cNvPr>
                <p14:cNvContentPartPr/>
                <p14:nvPr/>
              </p14:nvContentPartPr>
              <p14:xfrm>
                <a:off x="3896777" y="5259128"/>
                <a:ext cx="121680" cy="398880"/>
              </p14:xfrm>
            </p:contentPart>
          </mc:Choice>
          <mc:Fallback xmlns=""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9154AB0A-0817-887A-5A49-73FC5334C53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90657" y="5253008"/>
                  <a:ext cx="1339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06B413C7-3C59-4FC9-9588-23B7C158B4BC}"/>
                    </a:ext>
                  </a:extLst>
                </p14:cNvPr>
                <p14:cNvContentPartPr/>
                <p14:nvPr/>
              </p14:nvContentPartPr>
              <p14:xfrm>
                <a:off x="3978137" y="5372528"/>
                <a:ext cx="126720" cy="19656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06B413C7-3C59-4FC9-9588-23B7C158B4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72017" y="5366408"/>
                  <a:ext cx="138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686F482F-FCE6-1261-ADD8-E5D01407D5FB}"/>
                    </a:ext>
                  </a:extLst>
                </p14:cNvPr>
                <p14:cNvContentPartPr/>
                <p14:nvPr/>
              </p14:nvContentPartPr>
              <p14:xfrm>
                <a:off x="4054457" y="5301968"/>
                <a:ext cx="153720" cy="828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686F482F-FCE6-1261-ADD8-E5D01407D5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48337" y="5295848"/>
                  <a:ext cx="165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A7A449B3-3093-9A49-B222-F29345138296}"/>
                    </a:ext>
                  </a:extLst>
                </p14:cNvPr>
                <p14:cNvContentPartPr/>
                <p14:nvPr/>
              </p14:nvContentPartPr>
              <p14:xfrm>
                <a:off x="4178297" y="5309888"/>
                <a:ext cx="122760" cy="1645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A7A449B3-3093-9A49-B222-F2934513829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172177" y="5303768"/>
                  <a:ext cx="135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498FAE98-0635-91CB-D4D9-35D3C46541C2}"/>
                    </a:ext>
                  </a:extLst>
                </p14:cNvPr>
                <p14:cNvContentPartPr/>
                <p14:nvPr/>
              </p14:nvContentPartPr>
              <p14:xfrm>
                <a:off x="4357217" y="5183528"/>
                <a:ext cx="43560" cy="53748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498FAE98-0635-91CB-D4D9-35D3C46541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51097" y="5177408"/>
                  <a:ext cx="558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FE6912EA-909C-380C-9096-EBCB5B054977}"/>
                    </a:ext>
                  </a:extLst>
                </p14:cNvPr>
                <p14:cNvContentPartPr/>
                <p14:nvPr/>
              </p14:nvContentPartPr>
              <p14:xfrm>
                <a:off x="4438577" y="5328608"/>
                <a:ext cx="215280" cy="234360"/>
              </p14:xfrm>
            </p:contentPart>
          </mc:Choice>
          <mc:Fallback xmlns=""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FE6912EA-909C-380C-9096-EBCB5B05497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32457" y="5322488"/>
                  <a:ext cx="227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9B9F773C-2056-14BC-8313-8D1F5ECF9BA5}"/>
                    </a:ext>
                  </a:extLst>
                </p14:cNvPr>
                <p14:cNvContentPartPr/>
                <p14:nvPr/>
              </p14:nvContentPartPr>
              <p14:xfrm>
                <a:off x="4735577" y="5379008"/>
                <a:ext cx="336240" cy="196560"/>
              </p14:xfrm>
            </p:contentPart>
          </mc:Choice>
          <mc:Fallback xmlns=""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9B9F773C-2056-14BC-8313-8D1F5ECF9BA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29457" y="5372888"/>
                  <a:ext cx="348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20980DD6-47F1-573F-0D80-B2DD9CA2BBC4}"/>
                    </a:ext>
                  </a:extLst>
                </p14:cNvPr>
                <p14:cNvContentPartPr/>
                <p14:nvPr/>
              </p14:nvContentPartPr>
              <p14:xfrm>
                <a:off x="5139497" y="5031968"/>
                <a:ext cx="285120" cy="12708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20980DD6-47F1-573F-0D80-B2DD9CA2BB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33377" y="5025848"/>
                  <a:ext cx="297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A1447DFA-CF18-7E57-3738-547B72000E0B}"/>
                    </a:ext>
                  </a:extLst>
                </p14:cNvPr>
                <p14:cNvContentPartPr/>
                <p14:nvPr/>
              </p14:nvContentPartPr>
              <p14:xfrm>
                <a:off x="4179377" y="5423288"/>
                <a:ext cx="64800" cy="19296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A1447DFA-CF18-7E57-3738-547B72000E0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73257" y="5417168"/>
                  <a:ext cx="77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046E97C1-9CF2-9F2C-6E09-9246A5112506}"/>
                    </a:ext>
                  </a:extLst>
                </p14:cNvPr>
                <p14:cNvContentPartPr/>
                <p14:nvPr/>
              </p14:nvContentPartPr>
              <p14:xfrm>
                <a:off x="4306097" y="5472968"/>
                <a:ext cx="115560" cy="17928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046E97C1-9CF2-9F2C-6E09-9246A51125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99977" y="5466848"/>
                  <a:ext cx="127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055BC7EE-2832-ADD4-4DB4-B784FA3000C2}"/>
                    </a:ext>
                  </a:extLst>
                </p14:cNvPr>
                <p14:cNvContentPartPr/>
                <p14:nvPr/>
              </p14:nvContentPartPr>
              <p14:xfrm>
                <a:off x="3386297" y="5828648"/>
                <a:ext cx="89640" cy="23760"/>
              </p14:xfrm>
            </p:contentPart>
          </mc:Choice>
          <mc:Fallback xmlns=""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055BC7EE-2832-ADD4-4DB4-B784FA3000C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80177" y="5822528"/>
                  <a:ext cx="101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B19FD82B-F872-8219-75B0-3309615519F5}"/>
                    </a:ext>
                  </a:extLst>
                </p14:cNvPr>
                <p14:cNvContentPartPr/>
                <p14:nvPr/>
              </p14:nvContentPartPr>
              <p14:xfrm>
                <a:off x="3090017" y="5624888"/>
                <a:ext cx="360" cy="360"/>
              </p14:xfrm>
            </p:contentPart>
          </mc:Choice>
          <mc:Fallback xmlns=""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B19FD82B-F872-8219-75B0-3309615519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83897" y="56187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D81EB737-C2E5-3DAD-24EB-86A564B9C929}"/>
                    </a:ext>
                  </a:extLst>
                </p14:cNvPr>
                <p14:cNvContentPartPr/>
                <p14:nvPr/>
              </p14:nvContentPartPr>
              <p14:xfrm>
                <a:off x="3392777" y="5498888"/>
                <a:ext cx="5400" cy="36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D81EB737-C2E5-3DAD-24EB-86A564B9C92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86657" y="5492768"/>
                  <a:ext cx="17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4D2BE1C5-744D-6B22-239A-1E33A7A81BA1}"/>
                    </a:ext>
                  </a:extLst>
                </p14:cNvPr>
                <p14:cNvContentPartPr/>
                <p14:nvPr/>
              </p14:nvContentPartPr>
              <p14:xfrm>
                <a:off x="3575657" y="5757368"/>
                <a:ext cx="2880" cy="8280"/>
              </p14:xfrm>
            </p:contentPart>
          </mc:Choice>
          <mc:Fallback xmlns=""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4D2BE1C5-744D-6B22-239A-1E33A7A81BA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69537" y="5751248"/>
                  <a:ext cx="15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D8F28623-9924-CAED-8AA3-C73E9884A35B}"/>
                    </a:ext>
                  </a:extLst>
                </p14:cNvPr>
                <p14:cNvContentPartPr/>
                <p14:nvPr/>
              </p14:nvContentPartPr>
              <p14:xfrm>
                <a:off x="2913257" y="6014768"/>
                <a:ext cx="360" cy="1440"/>
              </p14:xfrm>
            </p:contentPart>
          </mc:Choice>
          <mc:Fallback xmlns=""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D8F28623-9924-CAED-8AA3-C73E9884A35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907137" y="600864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58B7C34E-78EF-0A78-121B-1D77FC441B0F}"/>
                    </a:ext>
                  </a:extLst>
                </p14:cNvPr>
                <p14:cNvContentPartPr/>
                <p14:nvPr/>
              </p14:nvContentPartPr>
              <p14:xfrm>
                <a:off x="5295017" y="5391608"/>
                <a:ext cx="191520" cy="174600"/>
              </p14:xfrm>
            </p:contentPart>
          </mc:Choice>
          <mc:Fallback xmlns=""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58B7C34E-78EF-0A78-121B-1D77FC441B0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88897" y="5385488"/>
                  <a:ext cx="203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64AE2C58-5E10-26EF-6C93-C4EC917B8FB4}"/>
                    </a:ext>
                  </a:extLst>
                </p14:cNvPr>
                <p14:cNvContentPartPr/>
                <p14:nvPr/>
              </p14:nvContentPartPr>
              <p14:xfrm>
                <a:off x="5265497" y="5435888"/>
                <a:ext cx="294480" cy="147240"/>
              </p14:xfrm>
            </p:contentPart>
          </mc:Choice>
          <mc:Fallback xmlns=""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64AE2C58-5E10-26EF-6C93-C4EC917B8FB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259377" y="5429768"/>
                  <a:ext cx="306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1AB7F7AF-17E1-E995-7933-8BA2122F0B86}"/>
                    </a:ext>
                  </a:extLst>
                </p14:cNvPr>
                <p14:cNvContentPartPr/>
                <p14:nvPr/>
              </p14:nvContentPartPr>
              <p14:xfrm>
                <a:off x="3216017" y="5763848"/>
                <a:ext cx="360" cy="360"/>
              </p14:xfrm>
            </p:contentPart>
          </mc:Choice>
          <mc:Fallback xmlns=""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1AB7F7AF-17E1-E995-7933-8BA2122F0B8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09897" y="57577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011F0B53-107F-880B-A1A4-D841D11D7721}"/>
                    </a:ext>
                  </a:extLst>
                </p14:cNvPr>
                <p14:cNvContentPartPr/>
                <p14:nvPr/>
              </p14:nvContentPartPr>
              <p14:xfrm>
                <a:off x="3266417" y="6192608"/>
                <a:ext cx="360" cy="360"/>
              </p14:xfrm>
            </p:contentPart>
          </mc:Choice>
          <mc:Fallback xmlns=""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011F0B53-107F-880B-A1A4-D841D11D772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60297" y="61864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249F1794-96DF-1BB1-47D2-9D603E084C7C}"/>
                    </a:ext>
                  </a:extLst>
                </p14:cNvPr>
                <p14:cNvContentPartPr/>
                <p14:nvPr/>
              </p14:nvContentPartPr>
              <p14:xfrm>
                <a:off x="9931457" y="4722728"/>
                <a:ext cx="506160" cy="361440"/>
              </p14:xfrm>
            </p:contentPart>
          </mc:Choice>
          <mc:Fallback xmlns=""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249F1794-96DF-1BB1-47D2-9D603E084C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25337" y="4716608"/>
                  <a:ext cx="5184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1F28ACD3-689A-327A-60C1-B89B6F7D0C2C}"/>
                    </a:ext>
                  </a:extLst>
                </p14:cNvPr>
                <p14:cNvContentPartPr/>
                <p14:nvPr/>
              </p14:nvContentPartPr>
              <p14:xfrm>
                <a:off x="2793377" y="5669168"/>
                <a:ext cx="360" cy="360"/>
              </p14:xfrm>
            </p:contentPart>
          </mc:Choice>
          <mc:Fallback xmlns=""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1F28ACD3-689A-327A-60C1-B89B6F7D0C2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87257" y="56630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49BF5071-AAD7-3B04-756D-81BC73DC08A0}"/>
                    </a:ext>
                  </a:extLst>
                </p14:cNvPr>
                <p14:cNvContentPartPr/>
                <p14:nvPr/>
              </p14:nvContentPartPr>
              <p14:xfrm>
                <a:off x="3266417" y="5574488"/>
                <a:ext cx="121680" cy="33480"/>
              </p14:xfrm>
            </p:contentPart>
          </mc:Choice>
          <mc:Fallback xmlns=""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49BF5071-AAD7-3B04-756D-81BC73DC08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60297" y="5568368"/>
                  <a:ext cx="133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179EDF31-E7E3-CB2C-3AE3-C50CD58B249F}"/>
                    </a:ext>
                  </a:extLst>
                </p14:cNvPr>
                <p14:cNvContentPartPr/>
                <p14:nvPr/>
              </p14:nvContentPartPr>
              <p14:xfrm>
                <a:off x="3663857" y="6009728"/>
                <a:ext cx="9720" cy="20160"/>
              </p14:xfrm>
            </p:contentPart>
          </mc:Choice>
          <mc:Fallback xmlns=""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179EDF31-E7E3-CB2C-3AE3-C50CD58B249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57737" y="6003608"/>
                  <a:ext cx="21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FB243606-F145-5BB8-0AB7-DA87241AF3E1}"/>
                    </a:ext>
                  </a:extLst>
                </p14:cNvPr>
                <p14:cNvContentPartPr/>
                <p14:nvPr/>
              </p14:nvContentPartPr>
              <p14:xfrm>
                <a:off x="3475937" y="6217808"/>
                <a:ext cx="5400" cy="360"/>
              </p14:xfrm>
            </p:contentPart>
          </mc:Choice>
          <mc:Fallback xmlns=""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FB243606-F145-5BB8-0AB7-DA87241AF3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469817" y="6211688"/>
                  <a:ext cx="17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E875B16F-46CD-E3D6-084F-F3ADD77BB7E5}"/>
                    </a:ext>
                  </a:extLst>
                </p14:cNvPr>
                <p14:cNvContentPartPr/>
                <p14:nvPr/>
              </p14:nvContentPartPr>
              <p14:xfrm>
                <a:off x="4225097" y="5940248"/>
                <a:ext cx="2507040" cy="38880"/>
              </p14:xfrm>
            </p:contentPart>
          </mc:Choice>
          <mc:Fallback xmlns=""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E875B16F-46CD-E3D6-084F-F3ADD77BB7E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18977" y="5934128"/>
                  <a:ext cx="2519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4EC5E44E-60AE-3304-ED62-BD46CECF108E}"/>
                    </a:ext>
                  </a:extLst>
                </p14:cNvPr>
                <p14:cNvContentPartPr/>
                <p14:nvPr/>
              </p14:nvContentPartPr>
              <p14:xfrm>
                <a:off x="4487897" y="6085328"/>
                <a:ext cx="217800" cy="387720"/>
              </p14:xfrm>
            </p:contentPart>
          </mc:Choice>
          <mc:Fallback xmlns=""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4EC5E44E-60AE-3304-ED62-BD46CECF108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81777" y="6079208"/>
                  <a:ext cx="2300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3F92145F-2793-2088-BFF7-40E35DB46D54}"/>
                    </a:ext>
                  </a:extLst>
                </p14:cNvPr>
                <p14:cNvContentPartPr/>
                <p14:nvPr/>
              </p14:nvContentPartPr>
              <p14:xfrm>
                <a:off x="4921337" y="6236528"/>
                <a:ext cx="207000" cy="201600"/>
              </p14:xfrm>
            </p:contentPart>
          </mc:Choice>
          <mc:Fallback xmlns=""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3F92145F-2793-2088-BFF7-40E35DB46D5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15217" y="6230408"/>
                  <a:ext cx="219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9EBCA7FD-2D77-F4B0-C7C5-38B96EB85CE1}"/>
                    </a:ext>
                  </a:extLst>
                </p14:cNvPr>
                <p14:cNvContentPartPr/>
                <p14:nvPr/>
              </p14:nvContentPartPr>
              <p14:xfrm>
                <a:off x="5407697" y="6224288"/>
                <a:ext cx="154440" cy="182880"/>
              </p14:xfrm>
            </p:contentPart>
          </mc:Choice>
          <mc:Fallback xmlns=""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9EBCA7FD-2D77-F4B0-C7C5-38B96EB85CE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01577" y="6218168"/>
                  <a:ext cx="166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C741DEF8-BBDB-8E7F-F6A7-74521A11BCB2}"/>
                    </a:ext>
                  </a:extLst>
                </p14:cNvPr>
                <p14:cNvContentPartPr/>
                <p14:nvPr/>
              </p14:nvContentPartPr>
              <p14:xfrm>
                <a:off x="5328497" y="6217808"/>
                <a:ext cx="390960" cy="208800"/>
              </p14:xfrm>
            </p:contentPart>
          </mc:Choice>
          <mc:Fallback xmlns=""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C741DEF8-BBDB-8E7F-F6A7-74521A11BCB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22377" y="6211688"/>
                  <a:ext cx="403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9AF737D8-84DD-1C03-2ED1-00021B7EB44B}"/>
                    </a:ext>
                  </a:extLst>
                </p14:cNvPr>
                <p14:cNvContentPartPr/>
                <p14:nvPr/>
              </p14:nvContentPartPr>
              <p14:xfrm>
                <a:off x="5818817" y="6167408"/>
                <a:ext cx="120600" cy="265320"/>
              </p14:xfrm>
            </p:contentPart>
          </mc:Choice>
          <mc:Fallback xmlns=""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9AF737D8-84DD-1C03-2ED1-00021B7EB44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812697" y="6161288"/>
                  <a:ext cx="1328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DEC9011C-5642-FEAC-10D8-EC6034116A46}"/>
                    </a:ext>
                  </a:extLst>
                </p14:cNvPr>
                <p14:cNvContentPartPr/>
                <p14:nvPr/>
              </p14:nvContentPartPr>
              <p14:xfrm>
                <a:off x="6066137" y="6167408"/>
                <a:ext cx="134640" cy="215280"/>
              </p14:xfrm>
            </p:contentPart>
          </mc:Choice>
          <mc:Fallback xmlns=""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DEC9011C-5642-FEAC-10D8-EC6034116A4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60017" y="6161288"/>
                  <a:ext cx="146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D933EF07-AECF-74AB-9AD8-F2D5816D158E}"/>
                    </a:ext>
                  </a:extLst>
                </p14:cNvPr>
                <p14:cNvContentPartPr/>
                <p14:nvPr/>
              </p14:nvContentPartPr>
              <p14:xfrm>
                <a:off x="7535657" y="5814608"/>
                <a:ext cx="289080" cy="18720"/>
              </p14:xfrm>
            </p:contentPart>
          </mc:Choice>
          <mc:Fallback xmlns=""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D933EF07-AECF-74AB-9AD8-F2D5816D158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29537" y="5808488"/>
                  <a:ext cx="301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606E7B1E-ACE2-B328-8E74-FA32FF95F5D8}"/>
                    </a:ext>
                  </a:extLst>
                </p14:cNvPr>
                <p14:cNvContentPartPr/>
                <p14:nvPr/>
              </p14:nvContentPartPr>
              <p14:xfrm>
                <a:off x="7649057" y="5946368"/>
                <a:ext cx="405000" cy="15120"/>
              </p14:xfrm>
            </p:contentPart>
          </mc:Choice>
          <mc:Fallback xmlns=""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606E7B1E-ACE2-B328-8E74-FA32FF95F5D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642937" y="5940248"/>
                  <a:ext cx="417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DD82A3C1-7D53-7018-261B-E276C10F55E0}"/>
                    </a:ext>
                  </a:extLst>
                </p14:cNvPr>
                <p14:cNvContentPartPr/>
                <p14:nvPr/>
              </p14:nvContentPartPr>
              <p14:xfrm>
                <a:off x="4002977" y="4634528"/>
                <a:ext cx="2903040" cy="2007000"/>
              </p14:xfrm>
            </p:contentPart>
          </mc:Choice>
          <mc:Fallback xmlns=""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DD82A3C1-7D53-7018-261B-E276C10F55E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996857" y="4628408"/>
                  <a:ext cx="2915280" cy="20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6F292276-F940-C3B7-14EE-DC42EAEFDE5B}"/>
                    </a:ext>
                  </a:extLst>
                </p14:cNvPr>
                <p14:cNvContentPartPr/>
                <p14:nvPr/>
              </p14:nvContentPartPr>
              <p14:xfrm>
                <a:off x="6778577" y="2175368"/>
                <a:ext cx="5065560" cy="3066120"/>
              </p14:xfrm>
            </p:contentPart>
          </mc:Choice>
          <mc:Fallback xmlns=""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6F292276-F940-C3B7-14EE-DC42EAEFDE5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72457" y="2169248"/>
                  <a:ext cx="5077800" cy="307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B913FE73-1BAA-D96E-2AA2-BC9BEBDEFFB7}"/>
              </a:ext>
            </a:extLst>
          </p:cNvPr>
          <p:cNvGrpSpPr/>
          <p:nvPr/>
        </p:nvGrpSpPr>
        <p:grpSpPr>
          <a:xfrm>
            <a:off x="761064" y="2016840"/>
            <a:ext cx="4132800" cy="806760"/>
            <a:chOff x="761064" y="2016840"/>
            <a:chExt cx="4132800" cy="80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5D971ABE-61AC-F824-339F-9D30A33FDD60}"/>
                    </a:ext>
                  </a:extLst>
                </p14:cNvPr>
                <p14:cNvContentPartPr/>
                <p14:nvPr/>
              </p14:nvContentPartPr>
              <p14:xfrm>
                <a:off x="761064" y="2016840"/>
                <a:ext cx="3502080" cy="806760"/>
              </p14:xfrm>
            </p:contentPart>
          </mc:Choice>
          <mc:Fallback xmlns=""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5D971ABE-61AC-F824-339F-9D30A33FDD6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4944" y="2010720"/>
                  <a:ext cx="351432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392A2E54-36D4-CD6C-35CA-86E8510D851E}"/>
                    </a:ext>
                  </a:extLst>
                </p14:cNvPr>
                <p14:cNvContentPartPr/>
                <p14:nvPr/>
              </p14:nvContentPartPr>
              <p14:xfrm>
                <a:off x="4504704" y="2440200"/>
                <a:ext cx="261000" cy="108000"/>
              </p14:xfrm>
            </p:contentPart>
          </mc:Choice>
          <mc:Fallback xmlns=""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392A2E54-36D4-CD6C-35CA-86E8510D851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98584" y="2434080"/>
                  <a:ext cx="273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BF634AB1-5E34-8030-5939-DAE9E9DADB90}"/>
                    </a:ext>
                  </a:extLst>
                </p14:cNvPr>
                <p14:cNvContentPartPr/>
                <p14:nvPr/>
              </p14:nvContentPartPr>
              <p14:xfrm>
                <a:off x="4789824" y="2444160"/>
                <a:ext cx="104040" cy="132840"/>
              </p14:xfrm>
            </p:contentPart>
          </mc:Choice>
          <mc:Fallback xmlns=""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BF634AB1-5E34-8030-5939-DAE9E9DADB9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783704" y="2438040"/>
                  <a:ext cx="116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1" name="筆跡 80">
                  <a:extLst>
                    <a:ext uri="{FF2B5EF4-FFF2-40B4-BE49-F238E27FC236}">
                      <a16:creationId xmlns:a16="http://schemas.microsoft.com/office/drawing/2014/main" id="{6F690781-CE7D-2194-B4B9-46D256982FC1}"/>
                    </a:ext>
                  </a:extLst>
                </p14:cNvPr>
                <p14:cNvContentPartPr/>
                <p14:nvPr/>
              </p14:nvContentPartPr>
              <p14:xfrm>
                <a:off x="4699824" y="2401680"/>
                <a:ext cx="141480" cy="83880"/>
              </p14:xfrm>
            </p:contentPart>
          </mc:Choice>
          <mc:Fallback xmlns="">
            <p:pic>
              <p:nvPicPr>
                <p:cNvPr id="81" name="筆跡 80">
                  <a:extLst>
                    <a:ext uri="{FF2B5EF4-FFF2-40B4-BE49-F238E27FC236}">
                      <a16:creationId xmlns:a16="http://schemas.microsoft.com/office/drawing/2014/main" id="{6F690781-CE7D-2194-B4B9-46D256982FC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93704" y="2395560"/>
                  <a:ext cx="15372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3" name="筆跡 82">
                <a:extLst>
                  <a:ext uri="{FF2B5EF4-FFF2-40B4-BE49-F238E27FC236}">
                    <a16:creationId xmlns:a16="http://schemas.microsoft.com/office/drawing/2014/main" id="{3640C2A1-4A9F-51D4-579B-00C4D6650D5A}"/>
                  </a:ext>
                </a:extLst>
              </p14:cNvPr>
              <p14:cNvContentPartPr/>
              <p14:nvPr/>
            </p14:nvContentPartPr>
            <p14:xfrm>
              <a:off x="5230464" y="2499240"/>
              <a:ext cx="912960" cy="183240"/>
            </p14:xfrm>
          </p:contentPart>
        </mc:Choice>
        <mc:Fallback xmlns="">
          <p:pic>
            <p:nvPicPr>
              <p:cNvPr id="83" name="筆跡 82">
                <a:extLst>
                  <a:ext uri="{FF2B5EF4-FFF2-40B4-BE49-F238E27FC236}">
                    <a16:creationId xmlns:a16="http://schemas.microsoft.com/office/drawing/2014/main" id="{3640C2A1-4A9F-51D4-579B-00C4D6650D5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224344" y="2493120"/>
                <a:ext cx="92520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814743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3AB1D-F0D2-BBE4-F752-CDD02977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</a:t>
            </a:r>
            <a:r>
              <a:rPr lang="zh-TW" altLang="en-US" dirty="0"/>
              <a:t>場景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1295DD-8B99-0AAD-B05F-5DFE88E7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3720" cy="4351338"/>
          </a:xfrm>
        </p:spPr>
        <p:txBody>
          <a:bodyPr/>
          <a:lstStyle/>
          <a:p>
            <a:r>
              <a:rPr lang="zh-TW" altLang="en-US" dirty="0"/>
              <a:t>一開始在</a:t>
            </a:r>
            <a:r>
              <a:rPr lang="en-US" altLang="zh-TW" dirty="0"/>
              <a:t>GS</a:t>
            </a:r>
            <a:r>
              <a:rPr lang="zh-TW" altLang="en-US" dirty="0"/>
              <a:t>周圍每個衛星下最大覆蓋範圍去新增</a:t>
            </a:r>
            <a:r>
              <a:rPr lang="en-US" altLang="zh-TW" dirty="0"/>
              <a:t>20</a:t>
            </a:r>
            <a:r>
              <a:rPr lang="zh-TW" altLang="en-US" dirty="0"/>
              <a:t>個</a:t>
            </a:r>
            <a:r>
              <a:rPr lang="en-US" altLang="zh-TW" dirty="0"/>
              <a:t>user</a:t>
            </a:r>
          </a:p>
          <a:p>
            <a:endParaRPr lang="en-US" altLang="zh-TW" dirty="0"/>
          </a:p>
          <a:p>
            <a:r>
              <a:rPr lang="zh-TW" altLang="en-US" dirty="0"/>
              <a:t>一個</a:t>
            </a:r>
            <a:r>
              <a:rPr lang="en-US" altLang="zh-TW" dirty="0"/>
              <a:t>user demand 50Mbps</a:t>
            </a:r>
          </a:p>
          <a:p>
            <a:endParaRPr lang="en-US" altLang="zh-TW" dirty="0"/>
          </a:p>
          <a:p>
            <a:r>
              <a:rPr lang="zh-TW" altLang="en-US" dirty="0"/>
              <a:t>一個功率</a:t>
            </a:r>
            <a:r>
              <a:rPr lang="en-US" altLang="zh-TW" dirty="0"/>
              <a:t>16.8</a:t>
            </a:r>
          </a:p>
          <a:p>
            <a:pPr marL="0" indent="0">
              <a:buNone/>
            </a:pPr>
            <a:endParaRPr lang="en-US" dirty="0"/>
          </a:p>
          <a:p>
            <a:endParaRPr lang="vi-V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E9D1A926-6B9F-CD10-09E3-84067E05015A}"/>
                  </a:ext>
                </a:extLst>
              </p14:cNvPr>
              <p14:cNvContentPartPr/>
              <p14:nvPr/>
            </p14:nvContentPartPr>
            <p14:xfrm>
              <a:off x="2478984" y="3626400"/>
              <a:ext cx="1149480" cy="85824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E9D1A926-6B9F-CD10-09E3-84067E0501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2864" y="3620280"/>
                <a:ext cx="1161720" cy="87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5594692F-C4C5-EF42-2806-DE139E502616}"/>
                  </a:ext>
                </a:extLst>
              </p14:cNvPr>
              <p14:cNvContentPartPr/>
              <p14:nvPr/>
            </p14:nvContentPartPr>
            <p14:xfrm>
              <a:off x="3978384" y="2706600"/>
              <a:ext cx="1497600" cy="62892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5594692F-C4C5-EF42-2806-DE139E5026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2264" y="2700480"/>
                <a:ext cx="1509840" cy="64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4E3820A1-9A21-8FAF-FD75-F9A56B673AF0}"/>
              </a:ext>
            </a:extLst>
          </p:cNvPr>
          <p:cNvGrpSpPr/>
          <p:nvPr/>
        </p:nvGrpSpPr>
        <p:grpSpPr>
          <a:xfrm>
            <a:off x="8045304" y="974280"/>
            <a:ext cx="2677320" cy="989280"/>
            <a:chOff x="8045304" y="974280"/>
            <a:chExt cx="2677320" cy="9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B017DF66-0A1B-25E1-453F-A31C7B87C621}"/>
                    </a:ext>
                  </a:extLst>
                </p14:cNvPr>
                <p14:cNvContentPartPr/>
                <p14:nvPr/>
              </p14:nvContentPartPr>
              <p14:xfrm>
                <a:off x="8366424" y="1419960"/>
                <a:ext cx="245880" cy="24768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B017DF66-0A1B-25E1-453F-A31C7B87C6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60304" y="1413840"/>
                  <a:ext cx="258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A57E5F2D-73DD-5EAB-662E-66839C5EE083}"/>
                    </a:ext>
                  </a:extLst>
                </p14:cNvPr>
                <p14:cNvContentPartPr/>
                <p14:nvPr/>
              </p14:nvContentPartPr>
              <p14:xfrm>
                <a:off x="8673864" y="1401960"/>
                <a:ext cx="165600" cy="28872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A57E5F2D-73DD-5EAB-662E-66839C5EE0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67744" y="1395840"/>
                  <a:ext cx="177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BC9F995B-D361-B95D-B124-42F02E8C2778}"/>
                    </a:ext>
                  </a:extLst>
                </p14:cNvPr>
                <p14:cNvContentPartPr/>
                <p14:nvPr/>
              </p14:nvContentPartPr>
              <p14:xfrm>
                <a:off x="9162024" y="1346520"/>
                <a:ext cx="395280" cy="18360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BC9F995B-D361-B95D-B124-42F02E8C27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55904" y="1340400"/>
                  <a:ext cx="407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298BA789-D857-D36F-2643-94AB7BF60695}"/>
                    </a:ext>
                  </a:extLst>
                </p14:cNvPr>
                <p14:cNvContentPartPr/>
                <p14:nvPr/>
              </p14:nvContentPartPr>
              <p14:xfrm>
                <a:off x="9722904" y="1286040"/>
                <a:ext cx="151920" cy="19584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298BA789-D857-D36F-2643-94AB7BF606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16784" y="1279920"/>
                  <a:ext cx="164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09497C2E-7B13-42DC-82DB-6F7BE084733A}"/>
                    </a:ext>
                  </a:extLst>
                </p14:cNvPr>
                <p14:cNvContentPartPr/>
                <p14:nvPr/>
              </p14:nvContentPartPr>
              <p14:xfrm>
                <a:off x="10004064" y="1239600"/>
                <a:ext cx="177120" cy="31032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09497C2E-7B13-42DC-82DB-6F7BE08473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97944" y="1233480"/>
                  <a:ext cx="1893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78997E0A-6E90-7095-1C83-A8CFDF5B1982}"/>
                    </a:ext>
                  </a:extLst>
                </p14:cNvPr>
                <p14:cNvContentPartPr/>
                <p14:nvPr/>
              </p14:nvContentPartPr>
              <p14:xfrm>
                <a:off x="9802464" y="1487280"/>
                <a:ext cx="105120" cy="2102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78997E0A-6E90-7095-1C83-A8CFDF5B19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96344" y="1481160"/>
                  <a:ext cx="117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CBC3EB4A-CA71-8D63-B8AF-686923F8D11F}"/>
                    </a:ext>
                  </a:extLst>
                </p14:cNvPr>
                <p14:cNvContentPartPr/>
                <p14:nvPr/>
              </p14:nvContentPartPr>
              <p14:xfrm>
                <a:off x="8045304" y="974280"/>
                <a:ext cx="2677320" cy="98928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CBC3EB4A-CA71-8D63-B8AF-686923F8D1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9184" y="968160"/>
                  <a:ext cx="2689560" cy="10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176D5231-5C96-153D-E179-D3C52C90689B}"/>
                  </a:ext>
                </a:extLst>
              </p14:cNvPr>
              <p14:cNvContentPartPr/>
              <p14:nvPr/>
            </p14:nvContentPartPr>
            <p14:xfrm>
              <a:off x="3760224" y="2547120"/>
              <a:ext cx="1703880" cy="86076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176D5231-5C96-153D-E179-D3C52C9068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54104" y="2541000"/>
                <a:ext cx="1716120" cy="87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59407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9AD45-31B5-EDE8-DEBC-84DBF595A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</a:t>
            </a:r>
            <a:r>
              <a:rPr lang="zh-TW" altLang="en-US" dirty="0"/>
              <a:t>最靠近衛星子點 </a:t>
            </a:r>
            <a:r>
              <a:rPr lang="en-US" altLang="zh-TW" dirty="0"/>
              <a:t>16.8W</a:t>
            </a:r>
            <a:endParaRPr lang="vi-VN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C9A4FF7-9475-AE83-6162-BEC87396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1375869"/>
            <a:ext cx="9848850" cy="548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2558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CAC4190-370E-D001-7793-E7893070C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768"/>
            <a:ext cx="12192000" cy="65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9543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6C9B-4750-EEE5-5DF1-3D5D230F3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6897FE-DD71-AE24-7E0D-E3C7A5CE2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5/5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613693-51D0-B2C1-6AFF-E8436D771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63810637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9ED941-5406-3C85-DAAB-C0107465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規律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34AED-2B7C-F349-3299-CFBF3F1BA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504213" cy="4351338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/>
              <a:t>每條</a:t>
            </a:r>
            <a:r>
              <a:rPr lang="en-US" altLang="zh-TW" dirty="0"/>
              <a:t>beam</a:t>
            </a:r>
            <a:r>
              <a:rPr lang="zh-TW" altLang="en-US" dirty="0"/>
              <a:t>都配好功率的情況下，不做</a:t>
            </a:r>
            <a:r>
              <a:rPr lang="en-US" altLang="zh-TW" dirty="0"/>
              <a:t>power control</a:t>
            </a:r>
          </a:p>
          <a:p>
            <a:r>
              <a:rPr lang="zh-TW" altLang="en-US" dirty="0"/>
              <a:t>衛星從南邊靠近</a:t>
            </a:r>
            <a:r>
              <a:rPr lang="en-US" altLang="zh-TW" dirty="0"/>
              <a:t>GS</a:t>
            </a:r>
            <a:r>
              <a:rPr lang="zh-TW" altLang="en-US" dirty="0"/>
              <a:t>，先從</a:t>
            </a:r>
            <a:r>
              <a:rPr lang="en-US" altLang="zh-TW" dirty="0"/>
              <a:t>S2_06</a:t>
            </a:r>
            <a:r>
              <a:rPr lang="zh-TW" altLang="en-US" dirty="0"/>
              <a:t>開始關，依序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-&gt;</a:t>
            </a:r>
            <a:r>
              <a:rPr lang="zh-TW" altLang="en-US" dirty="0"/>
              <a:t> </a:t>
            </a:r>
            <a:r>
              <a:rPr lang="en-US" altLang="zh-TW" dirty="0"/>
              <a:t>7 -&gt; 5 -&gt; 8 -&gt; 9 -&gt; 4 -&gt; 10 -&gt; 11 -&gt; 12 -&gt; 13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最嚴重時，</a:t>
            </a:r>
            <a:r>
              <a:rPr lang="en-US" altLang="zh-TW" dirty="0"/>
              <a:t>S2</a:t>
            </a:r>
            <a:r>
              <a:rPr lang="zh-TW" altLang="en-US" dirty="0"/>
              <a:t>跟</a:t>
            </a:r>
            <a:r>
              <a:rPr lang="en-US" altLang="zh-TW" dirty="0"/>
              <a:t>GEO</a:t>
            </a:r>
            <a:r>
              <a:rPr lang="zh-TW" altLang="en-US" dirty="0"/>
              <a:t>共線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關</a:t>
            </a:r>
            <a:r>
              <a:rPr lang="en-US" altLang="zh-TW" dirty="0"/>
              <a:t>S2_04~13</a:t>
            </a:r>
          </a:p>
          <a:p>
            <a:pPr lvl="1"/>
            <a:r>
              <a:rPr lang="en-US" altLang="zh-TW" dirty="0"/>
              <a:t>Helper</a:t>
            </a:r>
            <a:r>
              <a:rPr lang="zh-TW" altLang="en-US" dirty="0"/>
              <a:t> 的 </a:t>
            </a:r>
            <a:r>
              <a:rPr lang="en-US" altLang="zh-TW" dirty="0"/>
              <a:t>S1_12~16</a:t>
            </a:r>
            <a:r>
              <a:rPr lang="zh-TW" altLang="en-US" dirty="0"/>
              <a:t>、</a:t>
            </a:r>
            <a:r>
              <a:rPr lang="en-US" altLang="zh-TW" dirty="0"/>
              <a:t>S3_1~5</a:t>
            </a:r>
            <a:r>
              <a:rPr lang="zh-TW" altLang="en-US" dirty="0"/>
              <a:t> 可代傳</a:t>
            </a:r>
            <a:endParaRPr lang="en-US" altLang="zh-TW" dirty="0"/>
          </a:p>
          <a:p>
            <a:pPr lvl="1"/>
            <a:r>
              <a:rPr lang="en-US" altLang="zh-TW" dirty="0"/>
              <a:t>S2_01~03</a:t>
            </a:r>
            <a:r>
              <a:rPr lang="zh-TW" altLang="en-US" dirty="0"/>
              <a:t>、</a:t>
            </a:r>
            <a:r>
              <a:rPr lang="en-US" altLang="zh-TW" dirty="0"/>
              <a:t>14~16 </a:t>
            </a:r>
            <a:r>
              <a:rPr lang="zh-TW" altLang="en-US" dirty="0"/>
              <a:t>可幫忙 </a:t>
            </a:r>
            <a:r>
              <a:rPr lang="en-US" altLang="zh-TW" dirty="0"/>
              <a:t>helper</a:t>
            </a:r>
            <a:r>
              <a:rPr lang="zh-TW" altLang="en-US" dirty="0"/>
              <a:t> 的 </a:t>
            </a:r>
            <a:r>
              <a:rPr lang="en-US" altLang="zh-TW" dirty="0"/>
              <a:t>S1_9~11</a:t>
            </a:r>
            <a:r>
              <a:rPr lang="zh-TW" altLang="en-US" dirty="0"/>
              <a:t>、</a:t>
            </a:r>
            <a:r>
              <a:rPr lang="en-US" altLang="zh-TW" dirty="0"/>
              <a:t>S3_6~8</a:t>
            </a:r>
            <a:r>
              <a:rPr lang="zh-TW" altLang="en-US" dirty="0"/>
              <a:t>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S2</a:t>
            </a:r>
            <a:r>
              <a:rPr lang="zh-TW" altLang="en-US" dirty="0"/>
              <a:t>飛離開</a:t>
            </a:r>
            <a:r>
              <a:rPr lang="en-US" altLang="zh-TW" dirty="0"/>
              <a:t>GS</a:t>
            </a:r>
            <a:r>
              <a:rPr lang="zh-TW" altLang="en-US" dirty="0"/>
              <a:t>，再依序恢復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-&gt; 5 -&gt; 6 -&gt; 13 -&gt; 7 -&gt; 8 -&gt; 9 -&gt; 12 -&gt; 10 -&gt; 11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0BA12B6-B6B4-9031-8E5A-F0746551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413" y="138813"/>
            <a:ext cx="3762900" cy="6354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0EBEBD73-5376-82D3-0F03-5A44C442492D}"/>
                  </a:ext>
                </a:extLst>
              </p14:cNvPr>
              <p14:cNvContentPartPr/>
              <p14:nvPr/>
            </p14:nvContentPartPr>
            <p14:xfrm>
              <a:off x="10807234" y="3282977"/>
              <a:ext cx="360" cy="36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0EBEBD73-5376-82D3-0F03-5A44C44249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71234" y="3247337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78098846-43F7-4FC5-0599-DBBD99A9C6BB}"/>
                  </a:ext>
                </a:extLst>
              </p14:cNvPr>
              <p14:cNvContentPartPr/>
              <p14:nvPr/>
            </p14:nvContentPartPr>
            <p14:xfrm>
              <a:off x="10901194" y="3142217"/>
              <a:ext cx="98280" cy="15012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78098846-43F7-4FC5-0599-DBBD99A9C6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95074" y="3136097"/>
                <a:ext cx="1105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9E714280-07A8-23E1-A47B-2C9DD47540F3}"/>
                  </a:ext>
                </a:extLst>
              </p14:cNvPr>
              <p14:cNvContentPartPr/>
              <p14:nvPr/>
            </p14:nvContentPartPr>
            <p14:xfrm>
              <a:off x="10963834" y="3203777"/>
              <a:ext cx="81360" cy="6948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9E714280-07A8-23E1-A47B-2C9DD47540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57714" y="3197657"/>
                <a:ext cx="936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BED84420-3A6E-43E6-7B05-41316B0A8F68}"/>
                  </a:ext>
                </a:extLst>
              </p14:cNvPr>
              <p14:cNvContentPartPr/>
              <p14:nvPr/>
            </p14:nvContentPartPr>
            <p14:xfrm>
              <a:off x="11058874" y="3133217"/>
              <a:ext cx="140040" cy="15840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BED84420-3A6E-43E6-7B05-41316B0A8F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52754" y="3127097"/>
                <a:ext cx="1522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9" name="筆跡 88">
                <a:extLst>
                  <a:ext uri="{FF2B5EF4-FFF2-40B4-BE49-F238E27FC236}">
                    <a16:creationId xmlns:a16="http://schemas.microsoft.com/office/drawing/2014/main" id="{8A443E67-729F-AB9E-ADEC-005B5B4AADD4}"/>
                  </a:ext>
                </a:extLst>
              </p14:cNvPr>
              <p14:cNvContentPartPr/>
              <p14:nvPr/>
            </p14:nvContentPartPr>
            <p14:xfrm>
              <a:off x="264737" y="706208"/>
              <a:ext cx="20160" cy="360"/>
            </p14:xfrm>
          </p:contentPart>
        </mc:Choice>
        <mc:Fallback xmlns="">
          <p:pic>
            <p:nvPicPr>
              <p:cNvPr id="89" name="筆跡 88">
                <a:extLst>
                  <a:ext uri="{FF2B5EF4-FFF2-40B4-BE49-F238E27FC236}">
                    <a16:creationId xmlns:a16="http://schemas.microsoft.com/office/drawing/2014/main" id="{8A443E67-729F-AB9E-ADEC-005B5B4AADD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8617" y="700088"/>
                <a:ext cx="324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EF70C0C3-BEA2-5861-EB46-8E7D8215E79E}"/>
              </a:ext>
            </a:extLst>
          </p:cNvPr>
          <p:cNvGrpSpPr/>
          <p:nvPr/>
        </p:nvGrpSpPr>
        <p:grpSpPr>
          <a:xfrm>
            <a:off x="3916217" y="1141088"/>
            <a:ext cx="1325160" cy="393840"/>
            <a:chOff x="3916217" y="1141088"/>
            <a:chExt cx="132516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1" name="筆跡 130">
                  <a:extLst>
                    <a:ext uri="{FF2B5EF4-FFF2-40B4-BE49-F238E27FC236}">
                      <a16:creationId xmlns:a16="http://schemas.microsoft.com/office/drawing/2014/main" id="{B83B2144-CFBF-ACE5-A18F-F87EE63CF7D2}"/>
                    </a:ext>
                  </a:extLst>
                </p14:cNvPr>
                <p14:cNvContentPartPr/>
                <p14:nvPr/>
              </p14:nvContentPartPr>
              <p14:xfrm>
                <a:off x="3916217" y="1229648"/>
                <a:ext cx="360" cy="269640"/>
              </p14:xfrm>
            </p:contentPart>
          </mc:Choice>
          <mc:Fallback xmlns="">
            <p:pic>
              <p:nvPicPr>
                <p:cNvPr id="131" name="筆跡 130">
                  <a:extLst>
                    <a:ext uri="{FF2B5EF4-FFF2-40B4-BE49-F238E27FC236}">
                      <a16:creationId xmlns:a16="http://schemas.microsoft.com/office/drawing/2014/main" id="{B83B2144-CFBF-ACE5-A18F-F87EE63CF7D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10097" y="1223528"/>
                  <a:ext cx="12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2" name="筆跡 131">
                  <a:extLst>
                    <a:ext uri="{FF2B5EF4-FFF2-40B4-BE49-F238E27FC236}">
                      <a16:creationId xmlns:a16="http://schemas.microsoft.com/office/drawing/2014/main" id="{56265E24-E0A6-85FF-AB48-5512721836F7}"/>
                    </a:ext>
                  </a:extLst>
                </p14:cNvPr>
                <p14:cNvContentPartPr/>
                <p14:nvPr/>
              </p14:nvContentPartPr>
              <p14:xfrm>
                <a:off x="4010537" y="1406048"/>
                <a:ext cx="54360" cy="72360"/>
              </p14:xfrm>
            </p:contentPart>
          </mc:Choice>
          <mc:Fallback xmlns="">
            <p:pic>
              <p:nvPicPr>
                <p:cNvPr id="132" name="筆跡 131">
                  <a:extLst>
                    <a:ext uri="{FF2B5EF4-FFF2-40B4-BE49-F238E27FC236}">
                      <a16:creationId xmlns:a16="http://schemas.microsoft.com/office/drawing/2014/main" id="{56265E24-E0A6-85FF-AB48-5512721836F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04417" y="1399928"/>
                  <a:ext cx="66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3" name="筆跡 132">
                  <a:extLst>
                    <a:ext uri="{FF2B5EF4-FFF2-40B4-BE49-F238E27FC236}">
                      <a16:creationId xmlns:a16="http://schemas.microsoft.com/office/drawing/2014/main" id="{8A195B4C-35F5-5CF1-3DC4-65244C811416}"/>
                    </a:ext>
                  </a:extLst>
                </p14:cNvPr>
                <p14:cNvContentPartPr/>
                <p14:nvPr/>
              </p14:nvContentPartPr>
              <p14:xfrm>
                <a:off x="4211777" y="1260968"/>
                <a:ext cx="103320" cy="184680"/>
              </p14:xfrm>
            </p:contentPart>
          </mc:Choice>
          <mc:Fallback xmlns="">
            <p:pic>
              <p:nvPicPr>
                <p:cNvPr id="133" name="筆跡 132">
                  <a:extLst>
                    <a:ext uri="{FF2B5EF4-FFF2-40B4-BE49-F238E27FC236}">
                      <a16:creationId xmlns:a16="http://schemas.microsoft.com/office/drawing/2014/main" id="{8A195B4C-35F5-5CF1-3DC4-65244C8114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05657" y="1254848"/>
                  <a:ext cx="115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4" name="筆跡 133">
                  <a:extLst>
                    <a:ext uri="{FF2B5EF4-FFF2-40B4-BE49-F238E27FC236}">
                      <a16:creationId xmlns:a16="http://schemas.microsoft.com/office/drawing/2014/main" id="{B9D388A3-04EC-35EC-D52B-3751E65AA2B0}"/>
                    </a:ext>
                  </a:extLst>
                </p14:cNvPr>
                <p14:cNvContentPartPr/>
                <p14:nvPr/>
              </p14:nvContentPartPr>
              <p14:xfrm>
                <a:off x="4456937" y="1197968"/>
                <a:ext cx="153720" cy="336960"/>
              </p14:xfrm>
            </p:contentPart>
          </mc:Choice>
          <mc:Fallback xmlns="">
            <p:pic>
              <p:nvPicPr>
                <p:cNvPr id="134" name="筆跡 133">
                  <a:extLst>
                    <a:ext uri="{FF2B5EF4-FFF2-40B4-BE49-F238E27FC236}">
                      <a16:creationId xmlns:a16="http://schemas.microsoft.com/office/drawing/2014/main" id="{B9D388A3-04EC-35EC-D52B-3751E65AA2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50817" y="1191848"/>
                  <a:ext cx="1659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5" name="筆跡 134">
                  <a:extLst>
                    <a:ext uri="{FF2B5EF4-FFF2-40B4-BE49-F238E27FC236}">
                      <a16:creationId xmlns:a16="http://schemas.microsoft.com/office/drawing/2014/main" id="{1A97D1DD-249C-0AA5-6D73-B65B1990C426}"/>
                    </a:ext>
                  </a:extLst>
                </p14:cNvPr>
                <p14:cNvContentPartPr/>
                <p14:nvPr/>
              </p14:nvContentPartPr>
              <p14:xfrm>
                <a:off x="4470977" y="1173848"/>
                <a:ext cx="170640" cy="43560"/>
              </p14:xfrm>
            </p:contentPart>
          </mc:Choice>
          <mc:Fallback xmlns="">
            <p:pic>
              <p:nvPicPr>
                <p:cNvPr id="135" name="筆跡 134">
                  <a:extLst>
                    <a:ext uri="{FF2B5EF4-FFF2-40B4-BE49-F238E27FC236}">
                      <a16:creationId xmlns:a16="http://schemas.microsoft.com/office/drawing/2014/main" id="{1A97D1DD-249C-0AA5-6D73-B65B1990C42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64857" y="1167728"/>
                  <a:ext cx="182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6" name="筆跡 135">
                  <a:extLst>
                    <a:ext uri="{FF2B5EF4-FFF2-40B4-BE49-F238E27FC236}">
                      <a16:creationId xmlns:a16="http://schemas.microsoft.com/office/drawing/2014/main" id="{A3A26063-7EA2-3B3B-4AD7-18C312A69271}"/>
                    </a:ext>
                  </a:extLst>
                </p14:cNvPr>
                <p14:cNvContentPartPr/>
                <p14:nvPr/>
              </p14:nvContentPartPr>
              <p14:xfrm>
                <a:off x="4792097" y="1141088"/>
                <a:ext cx="449280" cy="378000"/>
              </p14:xfrm>
            </p:contentPart>
          </mc:Choice>
          <mc:Fallback xmlns="">
            <p:pic>
              <p:nvPicPr>
                <p:cNvPr id="136" name="筆跡 135">
                  <a:extLst>
                    <a:ext uri="{FF2B5EF4-FFF2-40B4-BE49-F238E27FC236}">
                      <a16:creationId xmlns:a16="http://schemas.microsoft.com/office/drawing/2014/main" id="{A3A26063-7EA2-3B3B-4AD7-18C312A692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85977" y="1134968"/>
                  <a:ext cx="461520" cy="39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3807541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8E6DA3-0CA9-23BB-B521-F8E3D31D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一個衛星下</a:t>
            </a:r>
            <a:r>
              <a:rPr lang="en-US" altLang="zh-TW" dirty="0"/>
              <a:t>30</a:t>
            </a:r>
            <a:r>
              <a:rPr lang="zh-TW" altLang="en-US" dirty="0"/>
              <a:t> </a:t>
            </a:r>
            <a:r>
              <a:rPr lang="en-US" altLang="zh-TW" dirty="0"/>
              <a:t>user</a:t>
            </a:r>
            <a:endParaRPr lang="vi-VN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10D84CC-57A7-B2AB-742E-DAEF2239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936" y="1647802"/>
            <a:ext cx="5935391" cy="47069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796576A-D2FC-11F4-87F4-72A33383DDA7}"/>
                  </a:ext>
                </a:extLst>
              </p14:cNvPr>
              <p14:cNvContentPartPr/>
              <p14:nvPr/>
            </p14:nvContentPartPr>
            <p14:xfrm>
              <a:off x="6924017" y="5580248"/>
              <a:ext cx="886680" cy="6444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796576A-D2FC-11F4-87F4-72A33383DD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7897" y="5574128"/>
                <a:ext cx="898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9F450FAC-0A4F-9143-8DBF-B128B3F0D308}"/>
                  </a:ext>
                </a:extLst>
              </p14:cNvPr>
              <p14:cNvContentPartPr/>
              <p14:nvPr/>
            </p14:nvContentPartPr>
            <p14:xfrm>
              <a:off x="7100777" y="5706608"/>
              <a:ext cx="1103040" cy="11484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9F450FAC-0A4F-9143-8DBF-B128B3F0D3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94657" y="5700488"/>
                <a:ext cx="11152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D4F6A497-F9F8-2054-B747-42D0A9E6D8A2}"/>
                  </a:ext>
                </a:extLst>
              </p14:cNvPr>
              <p14:cNvContentPartPr/>
              <p14:nvPr/>
            </p14:nvContentPartPr>
            <p14:xfrm>
              <a:off x="-176623" y="3739568"/>
              <a:ext cx="360" cy="36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D4F6A497-F9F8-2054-B747-42D0A9E6D8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82743" y="37334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48045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C5047B-3940-44E5-8997-FE786AF2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50 user</a:t>
            </a:r>
            <a:endParaRPr lang="vi-VN" dirty="0"/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88F5D5E8-9BAA-625F-CFCB-F54EA0CE7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444" y="1690688"/>
            <a:ext cx="5591476" cy="426608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EFA4F2F-6606-BE0D-E049-F3D4992BE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638" y="-19534"/>
            <a:ext cx="4405162" cy="331140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E503E7E-7115-5998-3D8B-43A1B421B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638" y="3400869"/>
            <a:ext cx="4405162" cy="331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5873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D223A43D-626C-6E98-D3DF-E6E48F0A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278" y="70969"/>
            <a:ext cx="4182059" cy="67160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8052326-6365-9C9E-1E6D-E4F94062373A}"/>
                  </a:ext>
                </a:extLst>
              </p:cNvPr>
              <p:cNvSpPr txBox="1"/>
              <p:nvPr/>
            </p:nvSpPr>
            <p:spPr>
              <a:xfrm>
                <a:off x="7128116" y="3301091"/>
                <a:ext cx="5465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8052326-6365-9C9E-1E6D-E4F940623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116" y="3301091"/>
                <a:ext cx="5465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9B7D7F5-54E7-A79E-34C0-DFE7C920B109}"/>
                  </a:ext>
                </a:extLst>
              </p:cNvPr>
              <p:cNvSpPr txBox="1"/>
              <p:nvPr/>
            </p:nvSpPr>
            <p:spPr>
              <a:xfrm>
                <a:off x="5822731" y="1675140"/>
                <a:ext cx="546538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9B7D7F5-54E7-A79E-34C0-DFE7C920B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731" y="1675140"/>
                <a:ext cx="546538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A9AEFD-427A-8098-4329-49B35A8B049F}"/>
                  </a:ext>
                </a:extLst>
              </p:cNvPr>
              <p:cNvSpPr txBox="1"/>
              <p:nvPr/>
            </p:nvSpPr>
            <p:spPr>
              <a:xfrm>
                <a:off x="5817352" y="4904969"/>
                <a:ext cx="546538" cy="375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</m:oMath>
                  </m:oMathPara>
                </a14:m>
                <a:endParaRPr lang="vi-V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A9AEFD-427A-8098-4329-49B35A8B0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352" y="4904969"/>
                <a:ext cx="546538" cy="3758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BBC3D8C7-1C20-C7DA-D3F1-B8B4CE634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83" y="56757"/>
            <a:ext cx="6392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6142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圖片 75">
            <a:extLst>
              <a:ext uri="{FF2B5EF4-FFF2-40B4-BE49-F238E27FC236}">
                <a16:creationId xmlns:a16="http://schemas.microsoft.com/office/drawing/2014/main" id="{31BD863E-3BA9-AA06-665B-8643B4422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957"/>
            <a:ext cx="12192000" cy="615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9843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9C5EA-CFFD-7EC4-CA6D-2557A715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E2A772-44F3-ACD9-2384-DAB583424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416099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600A-12D0-5D6E-3BFC-D902738A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57442CD-99A4-F243-25AA-B5DEEF5FA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483" y="579068"/>
            <a:ext cx="3913606" cy="4198126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2CFD920D-68D3-F36C-837C-134C0E1C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510" y="579068"/>
            <a:ext cx="3913211" cy="4198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14144BC-0FA2-2B8B-F601-0ED123C19AF8}"/>
                  </a:ext>
                </a:extLst>
              </p:cNvPr>
              <p:cNvSpPr txBox="1"/>
              <p:nvPr/>
            </p:nvSpPr>
            <p:spPr>
              <a:xfrm>
                <a:off x="1389888" y="688804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14144BC-0FA2-2B8B-F601-0ED123C19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888" y="688804"/>
                <a:ext cx="3790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6F0B1AA-8962-6541-1F67-148F2C9C4441}"/>
                  </a:ext>
                </a:extLst>
              </p:cNvPr>
              <p:cNvSpPr txBox="1"/>
              <p:nvPr/>
            </p:nvSpPr>
            <p:spPr>
              <a:xfrm>
                <a:off x="1403204" y="4118640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6F0B1AA-8962-6541-1F67-148F2C9C4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04" y="4118640"/>
                <a:ext cx="3790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4CB8A85-845C-7AFF-3663-57DB5A5CEEB7}"/>
                  </a:ext>
                </a:extLst>
              </p:cNvPr>
              <p:cNvSpPr txBox="1"/>
              <p:nvPr/>
            </p:nvSpPr>
            <p:spPr>
              <a:xfrm>
                <a:off x="3663755" y="2444429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4CB8A85-845C-7AFF-3663-57DB5A5CE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755" y="2444429"/>
                <a:ext cx="37901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EE91594-8E95-CFDD-137D-950B6EB2EEB0}"/>
                  </a:ext>
                </a:extLst>
              </p:cNvPr>
              <p:cNvSpPr txBox="1"/>
              <p:nvPr/>
            </p:nvSpPr>
            <p:spPr>
              <a:xfrm>
                <a:off x="6768139" y="1394713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EE91594-8E95-CFDD-137D-950B6EB2E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39" y="1394713"/>
                <a:ext cx="3790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1EA6FF7E-439D-78DA-A8DA-654B53BFC60C}"/>
                  </a:ext>
                </a:extLst>
              </p:cNvPr>
              <p:cNvSpPr txBox="1"/>
              <p:nvPr/>
            </p:nvSpPr>
            <p:spPr>
              <a:xfrm>
                <a:off x="6768138" y="3469387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1EA6FF7E-439D-78DA-A8DA-654B53BFC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38" y="3469387"/>
                <a:ext cx="3790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CE39E8C-9FF5-9B30-3E46-10A6BEF98196}"/>
                  </a:ext>
                </a:extLst>
              </p:cNvPr>
              <p:cNvSpPr txBox="1"/>
              <p:nvPr/>
            </p:nvSpPr>
            <p:spPr>
              <a:xfrm>
                <a:off x="8989964" y="2444429"/>
                <a:ext cx="379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CE39E8C-9FF5-9B30-3E46-10A6BEF98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964" y="2444429"/>
                <a:ext cx="3790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BAAA3C65-3E98-20DB-EB0E-4693C65AD06A}"/>
              </a:ext>
            </a:extLst>
          </p:cNvPr>
          <p:cNvSpPr/>
          <p:nvPr/>
        </p:nvSpPr>
        <p:spPr>
          <a:xfrm>
            <a:off x="6286505" y="2552108"/>
            <a:ext cx="511813" cy="196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7B05B1C-7670-16A5-0DA0-7A2C319CFCF6}"/>
              </a:ext>
            </a:extLst>
          </p:cNvPr>
          <p:cNvSpPr txBox="1"/>
          <p:nvPr/>
        </p:nvSpPr>
        <p:spPr>
          <a:xfrm>
            <a:off x="3470429" y="4857781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(a)</a:t>
            </a:r>
            <a:endParaRPr lang="vi-VN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39D2BC9-4B0A-D61A-890C-F787D879E550}"/>
              </a:ext>
            </a:extLst>
          </p:cNvPr>
          <p:cNvSpPr txBox="1"/>
          <p:nvPr/>
        </p:nvSpPr>
        <p:spPr>
          <a:xfrm>
            <a:off x="8841892" y="4729360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(b)</a:t>
            </a:r>
            <a:endParaRPr lang="vi-VN" sz="160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01B95F72-8F74-0FE1-64E7-DC2B145BF4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259" y="5253493"/>
            <a:ext cx="300895" cy="352386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6DE36FAD-16D9-CBC7-6625-EC6B82CB57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481" y="5253493"/>
            <a:ext cx="352386" cy="352386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2184BF2C-D141-10F3-817A-6C8CD836135E}"/>
              </a:ext>
            </a:extLst>
          </p:cNvPr>
          <p:cNvSpPr txBox="1"/>
          <p:nvPr/>
        </p:nvSpPr>
        <p:spPr>
          <a:xfrm>
            <a:off x="1535255" y="5289022"/>
            <a:ext cx="1795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GEO Ground station</a:t>
            </a:r>
            <a:endParaRPr lang="vi-VN" sz="12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977EFD3-0995-478F-5E36-B6BB2CAABC67}"/>
              </a:ext>
            </a:extLst>
          </p:cNvPr>
          <p:cNvSpPr txBox="1"/>
          <p:nvPr/>
        </p:nvSpPr>
        <p:spPr>
          <a:xfrm>
            <a:off x="3592542" y="5310570"/>
            <a:ext cx="122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LEO</a:t>
            </a:r>
            <a:r>
              <a:rPr lang="zh-TW" altLang="en-US" sz="1200" dirty="0"/>
              <a:t> </a:t>
            </a:r>
            <a:r>
              <a:rPr lang="en-US" altLang="zh-TW" sz="1200" dirty="0"/>
              <a:t>satellite</a:t>
            </a:r>
            <a:endParaRPr lang="vi-VN" sz="1200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F9FCC464-38DB-A330-A595-E3049A2CCC29}"/>
              </a:ext>
            </a:extLst>
          </p:cNvPr>
          <p:cNvCxnSpPr>
            <a:cxnSpLocks/>
          </p:cNvCxnSpPr>
          <p:nvPr/>
        </p:nvCxnSpPr>
        <p:spPr>
          <a:xfrm flipH="1">
            <a:off x="3537065" y="2305156"/>
            <a:ext cx="318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C26D8CF3-014F-8E34-0108-BB1C9753A45A}"/>
              </a:ext>
            </a:extLst>
          </p:cNvPr>
          <p:cNvCxnSpPr>
            <a:cxnSpLocks/>
          </p:cNvCxnSpPr>
          <p:nvPr/>
        </p:nvCxnSpPr>
        <p:spPr>
          <a:xfrm flipH="1">
            <a:off x="3537065" y="2953032"/>
            <a:ext cx="318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52" name="圖片 51">
            <a:extLst>
              <a:ext uri="{FF2B5EF4-FFF2-40B4-BE49-F238E27FC236}">
                <a16:creationId xmlns:a16="http://schemas.microsoft.com/office/drawing/2014/main" id="{E078D306-D259-8A7A-70DE-A080B3D229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666" y="5240177"/>
            <a:ext cx="379017" cy="379017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840CEFBA-F3BB-53A8-EC28-7F3934F2F8FB}"/>
              </a:ext>
            </a:extLst>
          </p:cNvPr>
          <p:cNvSpPr txBox="1"/>
          <p:nvPr/>
        </p:nvSpPr>
        <p:spPr>
          <a:xfrm>
            <a:off x="5328317" y="5294731"/>
            <a:ext cx="122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LEO</a:t>
            </a:r>
            <a:r>
              <a:rPr lang="zh-TW" altLang="en-US" sz="1200" dirty="0"/>
              <a:t> </a:t>
            </a:r>
            <a:r>
              <a:rPr lang="en-US" altLang="zh-TW" sz="1200" dirty="0"/>
              <a:t>user</a:t>
            </a:r>
            <a:endParaRPr lang="vi-VN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1C942BB5-9D29-05B2-B8CD-2085D2B65DC6}"/>
                  </a:ext>
                </a:extLst>
              </p:cNvPr>
              <p:cNvSpPr txBox="1"/>
              <p:nvPr/>
            </p:nvSpPr>
            <p:spPr>
              <a:xfrm>
                <a:off x="909602" y="1662657"/>
                <a:ext cx="752085" cy="997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rel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ay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vi-VN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relay</m:t>
                        </m:r>
                      </m:sup>
                    </m:sSubSup>
                  </m:oMath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1C942BB5-9D29-05B2-B8CD-2085D2B65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02" y="1662657"/>
                <a:ext cx="752085" cy="9977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左大括弧 57">
            <a:extLst>
              <a:ext uri="{FF2B5EF4-FFF2-40B4-BE49-F238E27FC236}">
                <a16:creationId xmlns:a16="http://schemas.microsoft.com/office/drawing/2014/main" id="{19DDFF12-20D1-7B05-007E-F529ACD0EFF5}"/>
              </a:ext>
            </a:extLst>
          </p:cNvPr>
          <p:cNvSpPr/>
          <p:nvPr/>
        </p:nvSpPr>
        <p:spPr>
          <a:xfrm>
            <a:off x="1606904" y="2010079"/>
            <a:ext cx="101752" cy="6325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6EACEB08-FC9F-66C5-94EB-FB74BA3C42F9}"/>
                  </a:ext>
                </a:extLst>
              </p:cNvPr>
              <p:cNvSpPr txBox="1"/>
              <p:nvPr/>
            </p:nvSpPr>
            <p:spPr>
              <a:xfrm>
                <a:off x="934682" y="2654805"/>
                <a:ext cx="780606" cy="999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rel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ay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vi-V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relay</m:t>
                        </m:r>
                      </m:sup>
                    </m:sSubSup>
                  </m:oMath>
                </a14:m>
                <a:endParaRPr lang="vi-VN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6EACEB08-FC9F-66C5-94EB-FB74BA3C4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82" y="2654805"/>
                <a:ext cx="780606" cy="9992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左大括弧 59">
            <a:extLst>
              <a:ext uri="{FF2B5EF4-FFF2-40B4-BE49-F238E27FC236}">
                <a16:creationId xmlns:a16="http://schemas.microsoft.com/office/drawing/2014/main" id="{505A5419-E9FA-C17B-1717-CFBA59E5F239}"/>
              </a:ext>
            </a:extLst>
          </p:cNvPr>
          <p:cNvSpPr/>
          <p:nvPr/>
        </p:nvSpPr>
        <p:spPr>
          <a:xfrm>
            <a:off x="1606904" y="2678131"/>
            <a:ext cx="109541" cy="6325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99E38E70-EC67-045E-57F7-5B1074F53337}"/>
                  </a:ext>
                </a:extLst>
              </p:cNvPr>
              <p:cNvSpPr txBox="1"/>
              <p:nvPr/>
            </p:nvSpPr>
            <p:spPr>
              <a:xfrm>
                <a:off x="5679575" y="1889854"/>
                <a:ext cx="752085" cy="1478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6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99E38E70-EC67-045E-57F7-5B1074F53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575" y="1889854"/>
                <a:ext cx="752085" cy="14784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左大括弧 61">
            <a:extLst>
              <a:ext uri="{FF2B5EF4-FFF2-40B4-BE49-F238E27FC236}">
                <a16:creationId xmlns:a16="http://schemas.microsoft.com/office/drawing/2014/main" id="{8EB5B83C-4179-4DED-F17D-244854954F22}"/>
              </a:ext>
            </a:extLst>
          </p:cNvPr>
          <p:cNvSpPr/>
          <p:nvPr/>
        </p:nvSpPr>
        <p:spPr>
          <a:xfrm flipH="1">
            <a:off x="5670973" y="1961481"/>
            <a:ext cx="140004" cy="13412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6709041C-4165-538B-F5C6-21921202EAD9}"/>
                  </a:ext>
                </a:extLst>
              </p:cNvPr>
              <p:cNvSpPr txBox="1"/>
              <p:nvPr/>
            </p:nvSpPr>
            <p:spPr>
              <a:xfrm>
                <a:off x="6538815" y="5205028"/>
                <a:ext cx="455947" cy="38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6709041C-4165-538B-F5C6-21921202E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815" y="5205028"/>
                <a:ext cx="455947" cy="382541"/>
              </a:xfrm>
              <a:prstGeom prst="rect">
                <a:avLst/>
              </a:prstGeom>
              <a:blipFill>
                <a:blip r:embed="rId16"/>
                <a:stretch>
                  <a:fillRect r="-1486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34CBD1FF-B66B-D57E-9F86-877F396E7876}"/>
                  </a:ext>
                </a:extLst>
              </p:cNvPr>
              <p:cNvSpPr txBox="1"/>
              <p:nvPr/>
            </p:nvSpPr>
            <p:spPr>
              <a:xfrm>
                <a:off x="8745219" y="5218649"/>
                <a:ext cx="2021484" cy="440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rel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ay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/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rel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ay</m:t>
                        </m:r>
                      </m:sup>
                    </m:sSubSup>
                  </m:oMath>
                </a14:m>
                <a:endParaRPr lang="vi-V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34CBD1FF-B66B-D57E-9F86-877F396E7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219" y="5218649"/>
                <a:ext cx="2021484" cy="440955"/>
              </a:xfrm>
              <a:prstGeom prst="rect">
                <a:avLst/>
              </a:prstGeom>
              <a:blipFill>
                <a:blip r:embed="rId17"/>
                <a:stretch>
                  <a:fillRect b="-208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字方塊 71">
            <a:extLst>
              <a:ext uri="{FF2B5EF4-FFF2-40B4-BE49-F238E27FC236}">
                <a16:creationId xmlns:a16="http://schemas.microsoft.com/office/drawing/2014/main" id="{F231C696-E250-65DD-F0B4-ACA0A9E64263}"/>
              </a:ext>
            </a:extLst>
          </p:cNvPr>
          <p:cNvSpPr txBox="1"/>
          <p:nvPr/>
        </p:nvSpPr>
        <p:spPr>
          <a:xfrm>
            <a:off x="6987669" y="5289022"/>
            <a:ext cx="1669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Critical closed beam</a:t>
            </a:r>
            <a:endParaRPr lang="vi-VN" sz="1200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DAA59267-D5D8-9F59-FC62-25F4A2C656BA}"/>
              </a:ext>
            </a:extLst>
          </p:cNvPr>
          <p:cNvSpPr txBox="1"/>
          <p:nvPr/>
        </p:nvSpPr>
        <p:spPr>
          <a:xfrm>
            <a:off x="10025477" y="5289021"/>
            <a:ext cx="2021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Helper relay beam</a:t>
            </a:r>
            <a:endParaRPr lang="vi-VN" sz="1200" dirty="0"/>
          </a:p>
        </p:txBody>
      </p:sp>
    </p:spTree>
    <p:extLst>
      <p:ext uri="{BB962C8B-B14F-4D97-AF65-F5344CB8AC3E}">
        <p14:creationId xmlns:p14="http://schemas.microsoft.com/office/powerpoint/2010/main" val="63575501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4132-BEBD-B947-7427-9F565E25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76BEE8-6AF0-EDE9-EC3F-81BCEA9C9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385379-BD03-2956-496E-380590E39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9696590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F8F817-1376-1284-AFAD-0E809A2CC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Safe-Beam Assisted Power-Release Relay </a:t>
            </a:r>
            <a:r>
              <a:rPr lang="en-US" altLang="zh-TW" dirty="0"/>
              <a:t>(SAPR-R)</a:t>
            </a:r>
            <a:r>
              <a:rPr lang="zh-TW" altLang="en-US" dirty="0"/>
              <a:t> </a:t>
            </a:r>
            <a:r>
              <a:rPr lang="en-US" dirty="0"/>
              <a:t>Method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A73CD6-A742-ABD9-09D1-849FAAEDD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lnSpc>
                <a:spcPct val="110000"/>
              </a:lnSpc>
            </a:pPr>
            <a:r>
              <a:rPr lang="vi-VN" b="1" dirty="0"/>
              <a:t>Time-slot beam relation record</a:t>
            </a:r>
            <a:r>
              <a:rPr lang="vi-VN" dirty="0"/>
              <a:t>: </a:t>
            </a:r>
            <a:r>
              <a:rPr lang="zh-TW" altLang="en-US" dirty="0"/>
              <a:t>預先記錄每個</a:t>
            </a:r>
            <a:r>
              <a:rPr lang="vi-VN" dirty="0"/>
              <a:t> time slot </a:t>
            </a:r>
            <a:r>
              <a:rPr lang="zh-TW" altLang="en-US" dirty="0"/>
              <a:t>的衛星系統資訊</a:t>
            </a:r>
            <a:endParaRPr lang="en-US" altLang="zh-TW" dirty="0"/>
          </a:p>
          <a:p>
            <a:pPr lvl="0"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vi-VN" b="1" dirty="0"/>
              <a:t>Safe-beam assisted power release</a:t>
            </a:r>
            <a:r>
              <a:rPr lang="en-US" altLang="zh-TW" b="1" dirty="0"/>
              <a:t>(SAPR)</a:t>
            </a:r>
            <a:r>
              <a:rPr lang="vi-VN" dirty="0"/>
              <a:t>: </a:t>
            </a:r>
            <a:r>
              <a:rPr lang="zh-TW" altLang="en-US" dirty="0"/>
              <a:t>利用</a:t>
            </a:r>
            <a:r>
              <a:rPr lang="vi-VN" dirty="0"/>
              <a:t> critical safe beams </a:t>
            </a:r>
            <a:r>
              <a:rPr lang="zh-TW" altLang="en-US" dirty="0"/>
              <a:t>接手部分</a:t>
            </a:r>
            <a:r>
              <a:rPr lang="vi-VN" dirty="0"/>
              <a:t> helper users</a:t>
            </a:r>
            <a:r>
              <a:rPr lang="zh-TW" altLang="en-US" dirty="0"/>
              <a:t>，釋放</a:t>
            </a:r>
            <a:r>
              <a:rPr lang="vi-VN" dirty="0"/>
              <a:t> helper satellite power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lnSpc>
                <a:spcPct val="110000"/>
              </a:lnSpc>
            </a:pPr>
            <a:endParaRPr lang="en-US" altLang="zh-TW" dirty="0"/>
          </a:p>
          <a:p>
            <a:pPr>
              <a:lnSpc>
                <a:spcPct val="110000"/>
              </a:lnSpc>
            </a:pPr>
            <a:r>
              <a:rPr lang="vi-VN" b="1" dirty="0"/>
              <a:t>Helper relay beam boosting</a:t>
            </a:r>
            <a:r>
              <a:rPr lang="vi-VN" dirty="0"/>
              <a:t>: </a:t>
            </a:r>
            <a:r>
              <a:rPr lang="zh-TW" altLang="en-US" dirty="0"/>
              <a:t>將</a:t>
            </a:r>
            <a:r>
              <a:rPr lang="vi-VN" dirty="0"/>
              <a:t> available power pool </a:t>
            </a:r>
            <a:r>
              <a:rPr lang="zh-TW" altLang="en-US" dirty="0"/>
              <a:t>分配給</a:t>
            </a:r>
            <a:r>
              <a:rPr lang="vi-VN" dirty="0"/>
              <a:t> helper relay beams</a:t>
            </a:r>
            <a:r>
              <a:rPr lang="zh-TW" altLang="en-US" dirty="0"/>
              <a:t>。 </a:t>
            </a:r>
            <a:endParaRPr lang="en-US" altLang="zh-TW" dirty="0"/>
          </a:p>
          <a:p>
            <a:pPr lvl="0">
              <a:lnSpc>
                <a:spcPct val="110000"/>
              </a:lnSpc>
            </a:pPr>
            <a:endParaRPr lang="vi-VN" dirty="0"/>
          </a:p>
          <a:p>
            <a:pPr>
              <a:lnSpc>
                <a:spcPct val="110000"/>
              </a:lnSpc>
            </a:pPr>
            <a:r>
              <a:rPr lang="vi-VN" b="1" dirty="0"/>
              <a:t>Beam-pair local relay</a:t>
            </a:r>
            <a:r>
              <a:rPr lang="en-US" altLang="zh-TW" b="1" dirty="0"/>
              <a:t>(BPLR)</a:t>
            </a:r>
            <a:r>
              <a:rPr lang="vi-VN" dirty="0"/>
              <a:t>: </a:t>
            </a:r>
            <a:r>
              <a:rPr lang="en-US" dirty="0"/>
              <a:t>helper relay beams </a:t>
            </a:r>
            <a:r>
              <a:rPr lang="zh-TW" altLang="en-US" dirty="0"/>
              <a:t>分配</a:t>
            </a:r>
            <a:r>
              <a:rPr lang="en-US" altLang="zh-TW" dirty="0"/>
              <a:t> </a:t>
            </a:r>
            <a:r>
              <a:rPr lang="vi-VN" dirty="0"/>
              <a:t>capacity </a:t>
            </a:r>
            <a:r>
              <a:rPr lang="zh-TW" altLang="en-US" dirty="0"/>
              <a:t>給</a:t>
            </a:r>
            <a:r>
              <a:rPr lang="vi-VN" dirty="0"/>
              <a:t> closed-beam users</a:t>
            </a:r>
            <a:r>
              <a:rPr lang="zh-TW" altLang="en-US" dirty="0"/>
              <a:t>。 </a:t>
            </a:r>
            <a:endParaRPr lang="vi-VN" dirty="0"/>
          </a:p>
          <a:p>
            <a:pPr>
              <a:lnSpc>
                <a:spcPct val="110000"/>
              </a:lnSpc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5593548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291658-7AC3-13BA-8A5C-F53A54BF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Time-slot beam relation record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7C9BC9D-5953-812F-35D8-DABC076A5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en-US" dirty="0"/>
                  <a:t>由於衛星</a:t>
                </a:r>
                <a:r>
                  <a:rPr lang="en-US" altLang="zh-TW" dirty="0"/>
                  <a:t>LEO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GEO</a:t>
                </a:r>
                <a:r>
                  <a:rPr lang="zh-TW" altLang="en-US" dirty="0"/>
                  <a:t>、</a:t>
                </a:r>
                <a:r>
                  <a:rPr lang="vi-VN" dirty="0"/>
                  <a:t>GS </a:t>
                </a:r>
                <a:r>
                  <a:rPr lang="zh-TW" altLang="en-US" dirty="0"/>
                  <a:t>位置、與 </a:t>
                </a:r>
                <a:r>
                  <a:rPr lang="vi-VN" dirty="0"/>
                  <a:t>beam layout </a:t>
                </a:r>
                <a:r>
                  <a:rPr lang="zh-TW" altLang="en-US" dirty="0"/>
                  <a:t>皆可預測，因此可預先建立 </a:t>
                </a:r>
                <a:r>
                  <a:rPr lang="en-US" altLang="zh-TW" dirty="0"/>
                  <a:t>:</a:t>
                </a:r>
                <a:endParaRPr lang="zh-TW" alt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𝑟𝑒𝑙𝑎𝑦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10000"/>
                  </a:lnSpc>
                </a:pPr>
                <a:r>
                  <a:rPr lang="zh-TW" altLang="en-US" dirty="0"/>
                  <a:t>用途：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TW" altLang="en-US" dirty="0"/>
                  <a:t>預先知道每個 </a:t>
                </a:r>
                <a:r>
                  <a:rPr lang="vi-VN" dirty="0"/>
                  <a:t>time slot </a:t>
                </a:r>
                <a:r>
                  <a:rPr lang="zh-TW" altLang="en-US" dirty="0"/>
                  <a:t>誰是 </a:t>
                </a:r>
                <a:r>
                  <a:rPr lang="vi-VN" dirty="0"/>
                  <a:t>critical/helper satellites。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TW" altLang="en-US" dirty="0"/>
                  <a:t>預先知道</a:t>
                </a:r>
                <a:r>
                  <a:rPr lang="vi-VN" dirty="0"/>
                  <a:t>critical</a:t>
                </a:r>
                <a:r>
                  <a:rPr lang="zh-TW" altLang="en-US" dirty="0"/>
                  <a:t>哪些 </a:t>
                </a:r>
                <a:r>
                  <a:rPr lang="vi-VN" dirty="0"/>
                  <a:t>beams </a:t>
                </a:r>
                <a:r>
                  <a:rPr lang="zh-TW" altLang="en-US" dirty="0"/>
                  <a:t>要關。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TW" altLang="en-US" dirty="0"/>
                  <a:t>預先知道 </a:t>
                </a:r>
                <a:r>
                  <a:rPr lang="vi-VN" dirty="0"/>
                  <a:t>critical</a:t>
                </a:r>
                <a:r>
                  <a:rPr lang="zh-TW" altLang="en-US" dirty="0"/>
                  <a:t> 衛星與 </a:t>
                </a:r>
                <a:r>
                  <a:rPr lang="vi-VN" dirty="0"/>
                  <a:t>helper</a:t>
                </a:r>
                <a:r>
                  <a:rPr lang="zh-TW" altLang="en-US" dirty="0"/>
                  <a:t> 衛星之間</a:t>
                </a:r>
                <a:r>
                  <a:rPr lang="vi-VN" dirty="0"/>
                  <a:t> beams </a:t>
                </a:r>
                <a:r>
                  <a:rPr lang="zh-TW" altLang="en-US" dirty="0"/>
                  <a:t>的對應關係。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altLang="zh-TW" dirty="0"/>
                  <a:t>Online</a:t>
                </a:r>
                <a:r>
                  <a:rPr lang="zh-TW" altLang="en-US" dirty="0"/>
                  <a:t> 只需要根據這些</a:t>
                </a:r>
                <a:r>
                  <a:rPr lang="en-US" altLang="zh-TW" dirty="0"/>
                  <a:t>beam</a:t>
                </a:r>
                <a:r>
                  <a:rPr lang="zh-TW" altLang="en-US" dirty="0"/>
                  <a:t>當下受影響的 </a:t>
                </a:r>
                <a:r>
                  <a:rPr lang="vi-VN" dirty="0"/>
                  <a:t>users </a:t>
                </a:r>
                <a:r>
                  <a:rPr lang="zh-TW" altLang="en-US" dirty="0"/>
                  <a:t>做 </a:t>
                </a:r>
                <a:r>
                  <a:rPr lang="vi-VN" dirty="0"/>
                  <a:t>reassociation。 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𝑠𝑎𝑓𝑒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/>
                  <a:t>:</a:t>
                </a:r>
                <a:r>
                  <a:rPr lang="vi-VN" dirty="0"/>
                  <a:t> critical safe beam </a:t>
                </a:r>
                <a:r>
                  <a:rPr lang="zh-TW" altLang="en-US" dirty="0"/>
                  <a:t>接手 </a:t>
                </a:r>
                <a:r>
                  <a:rPr lang="vi-VN" dirty="0"/>
                  <a:t>helper release beam </a:t>
                </a:r>
                <a:r>
                  <a:rPr lang="zh-TW" altLang="en-US" dirty="0"/>
                  <a:t>上的 </a:t>
                </a:r>
                <a:r>
                  <a:rPr lang="vi-VN" dirty="0"/>
                  <a:t>users，</a:t>
                </a:r>
                <a:r>
                  <a:rPr lang="zh-TW" altLang="en-US" dirty="0"/>
                  <a:t>釋放 </a:t>
                </a:r>
                <a:r>
                  <a:rPr lang="vi-VN" dirty="0"/>
                  <a:t>helper power。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𝑜𝑓𝑓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𝑟𝑒𝑙𝑎𝑦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/>
                  <a:t>:</a:t>
                </a:r>
                <a:r>
                  <a:rPr lang="en-US" dirty="0"/>
                  <a:t> helper relay beam </a:t>
                </a:r>
                <a:r>
                  <a:rPr lang="en-US" dirty="0" err="1"/>
                  <a:t>接手</a:t>
                </a:r>
                <a:r>
                  <a:rPr lang="en-US" dirty="0"/>
                  <a:t> critical closed beam </a:t>
                </a:r>
                <a:r>
                  <a:rPr lang="en-US" dirty="0" err="1"/>
                  <a:t>上的</a:t>
                </a:r>
                <a:r>
                  <a:rPr lang="en-US" dirty="0"/>
                  <a:t> users。</a:t>
                </a: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7C9BC9D-5953-812F-35D8-DABC076A5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8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3531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99D9-2F0B-96BE-4099-2EA66156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593D4-CC97-8CF5-426A-D2EC5B5CCE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d>
                          <m:d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𝑟𝑒𝑙𝑎𝑦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ar-AE" sz="2400" dirty="0"/>
              </a:p>
              <a:p>
                <a:endParaRPr lang="vi-VN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593D4-CC97-8CF5-426A-D2EC5B5CC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FA095209-49FA-ED38-922C-D511D81F5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161" y="6252059"/>
            <a:ext cx="300895" cy="35238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D8FD9CB-66DD-D200-301E-2EB65AC12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383" y="6252059"/>
            <a:ext cx="352386" cy="35238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32927C0B-8846-906A-E7B3-50AD4B4353D0}"/>
              </a:ext>
            </a:extLst>
          </p:cNvPr>
          <p:cNvSpPr txBox="1"/>
          <p:nvPr/>
        </p:nvSpPr>
        <p:spPr>
          <a:xfrm>
            <a:off x="2462833" y="6293297"/>
            <a:ext cx="1795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GEO Ground station</a:t>
            </a:r>
            <a:endParaRPr lang="vi-VN" sz="1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135137B-077D-8A4D-69E5-82394DD3B69A}"/>
              </a:ext>
            </a:extLst>
          </p:cNvPr>
          <p:cNvSpPr txBox="1"/>
          <p:nvPr/>
        </p:nvSpPr>
        <p:spPr>
          <a:xfrm>
            <a:off x="4549452" y="6298072"/>
            <a:ext cx="122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LEO</a:t>
            </a:r>
            <a:r>
              <a:rPr lang="zh-TW" altLang="en-US" sz="1200" dirty="0"/>
              <a:t> </a:t>
            </a:r>
            <a:r>
              <a:rPr lang="en-US" altLang="zh-TW" sz="1200" dirty="0"/>
              <a:t>satellite</a:t>
            </a:r>
            <a:endParaRPr lang="vi-VN" sz="1200" dirty="0"/>
          </a:p>
        </p:txBody>
      </p:sp>
      <p:sp>
        <p:nvSpPr>
          <p:cNvPr id="16" name="箭號: 向下 15">
            <a:extLst>
              <a:ext uri="{FF2B5EF4-FFF2-40B4-BE49-F238E27FC236}">
                <a16:creationId xmlns:a16="http://schemas.microsoft.com/office/drawing/2014/main" id="{F6BC4DB7-2FF7-3F48-8B20-45D22D1E32BB}"/>
              </a:ext>
            </a:extLst>
          </p:cNvPr>
          <p:cNvSpPr/>
          <p:nvPr/>
        </p:nvSpPr>
        <p:spPr>
          <a:xfrm flipV="1">
            <a:off x="11394991" y="2869029"/>
            <a:ext cx="217714" cy="4963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4E76A262-0856-7CA5-CBA0-7F7AAC96ECA4}"/>
              </a:ext>
            </a:extLst>
          </p:cNvPr>
          <p:cNvSpPr/>
          <p:nvPr/>
        </p:nvSpPr>
        <p:spPr>
          <a:xfrm flipV="1">
            <a:off x="6014587" y="6270759"/>
            <a:ext cx="148746" cy="2769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170BFEF-0F8E-1AA6-A32E-DC2BACDDC2DE}"/>
              </a:ext>
            </a:extLst>
          </p:cNvPr>
          <p:cNvSpPr txBox="1"/>
          <p:nvPr/>
        </p:nvSpPr>
        <p:spPr>
          <a:xfrm>
            <a:off x="6126462" y="6327446"/>
            <a:ext cx="1387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Orbital direction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4F0D5988-5F68-8E79-30DE-D8CE53E8F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160" y="6293297"/>
            <a:ext cx="705088" cy="2769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B5CB90E-704E-B35D-7DB3-51BCC7392B78}"/>
                  </a:ext>
                </a:extLst>
              </p:cNvPr>
              <p:cNvSpPr txBox="1"/>
              <p:nvPr/>
            </p:nvSpPr>
            <p:spPr>
              <a:xfrm>
                <a:off x="8254168" y="6284590"/>
                <a:ext cx="679449" cy="345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</m:sup>
                      </m:sSubSup>
                    </m:oMath>
                  </m:oMathPara>
                </a14:m>
                <a:endParaRPr lang="vi-VN" sz="12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B5CB90E-704E-B35D-7DB3-51BCC7392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168" y="6284590"/>
                <a:ext cx="679449" cy="3457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F3C3C81-DFF2-F6E5-E2FD-C09C8E7DFA19}"/>
                  </a:ext>
                </a:extLst>
              </p:cNvPr>
              <p:cNvSpPr txBox="1"/>
              <p:nvPr/>
            </p:nvSpPr>
            <p:spPr>
              <a:xfrm>
                <a:off x="4514410" y="1708434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F3C3C81-DFF2-F6E5-E2FD-C09C8E7DF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410" y="1708434"/>
                <a:ext cx="138718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81BD7A2-654D-74E2-A202-865EA4090252}"/>
                  </a:ext>
                </a:extLst>
              </p:cNvPr>
              <p:cNvSpPr txBox="1"/>
              <p:nvPr/>
            </p:nvSpPr>
            <p:spPr>
              <a:xfrm>
                <a:off x="4514410" y="4033611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81BD7A2-654D-74E2-A202-865EA4090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410" y="4033611"/>
                <a:ext cx="13871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CF272535-2607-522B-D359-7AD0EA58D02D}"/>
                  </a:ext>
                </a:extLst>
              </p:cNvPr>
              <p:cNvSpPr txBox="1"/>
              <p:nvPr/>
            </p:nvSpPr>
            <p:spPr>
              <a:xfrm>
                <a:off x="7281488" y="2882613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CF272535-2607-522B-D359-7AD0EA58D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488" y="2882613"/>
                <a:ext cx="13871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>
            <a:extLst>
              <a:ext uri="{FF2B5EF4-FFF2-40B4-BE49-F238E27FC236}">
                <a16:creationId xmlns:a16="http://schemas.microsoft.com/office/drawing/2014/main" id="{C05E3B28-166F-58DF-09E7-954B3C862D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4967" y="833327"/>
            <a:ext cx="2430267" cy="3966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F40912-1562-127B-F0B2-6250B4C30E66}"/>
                  </a:ext>
                </a:extLst>
              </p:cNvPr>
              <p:cNvSpPr txBox="1"/>
              <p:nvPr/>
            </p:nvSpPr>
            <p:spPr>
              <a:xfrm>
                <a:off x="9779905" y="6277554"/>
                <a:ext cx="679449" cy="318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2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AF40912-1562-127B-F0B2-6250B4C30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905" y="6277554"/>
                <a:ext cx="679449" cy="3180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圖片 32">
            <a:extLst>
              <a:ext uri="{FF2B5EF4-FFF2-40B4-BE49-F238E27FC236}">
                <a16:creationId xmlns:a16="http://schemas.microsoft.com/office/drawing/2014/main" id="{FBE7DD14-0357-B2BC-E776-51077F2EAC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8272" y="6319326"/>
            <a:ext cx="771633" cy="276264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F43C1646-9F9B-1BD3-A98B-E3F8381FC5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4421" y="1708434"/>
            <a:ext cx="2423263" cy="3966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2A763AF-8CA2-0D0E-46E6-FB38DE9CDF16}"/>
                  </a:ext>
                </a:extLst>
              </p:cNvPr>
              <p:cNvSpPr txBox="1"/>
              <p:nvPr/>
            </p:nvSpPr>
            <p:spPr>
              <a:xfrm>
                <a:off x="838200" y="2191241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2A763AF-8CA2-0D0E-46E6-FB38DE9CD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91241"/>
                <a:ext cx="138718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F45053D-BAC9-51E3-23C9-6D2CF619B2DB}"/>
                  </a:ext>
                </a:extLst>
              </p:cNvPr>
              <p:cNvSpPr txBox="1"/>
              <p:nvPr/>
            </p:nvSpPr>
            <p:spPr>
              <a:xfrm>
                <a:off x="838200" y="4516418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F45053D-BAC9-51E3-23C9-6D2CF619B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16418"/>
                <a:ext cx="138718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2A9602E-1F98-C1A1-808A-56CAAB049E5D}"/>
                  </a:ext>
                </a:extLst>
              </p:cNvPr>
              <p:cNvSpPr txBox="1"/>
              <p:nvPr/>
            </p:nvSpPr>
            <p:spPr>
              <a:xfrm>
                <a:off x="3605278" y="3365420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2A9602E-1F98-C1A1-808A-56CAAB049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278" y="3365420"/>
                <a:ext cx="138718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36B9601-8F13-93C0-29F8-D5C9EDC6F21E}"/>
                  </a:ext>
                </a:extLst>
              </p:cNvPr>
              <p:cNvSpPr txBox="1"/>
              <p:nvPr/>
            </p:nvSpPr>
            <p:spPr>
              <a:xfrm>
                <a:off x="8195224" y="1339102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vi-VN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36B9601-8F13-93C0-29F8-D5C9EDC6F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224" y="1339102"/>
                <a:ext cx="138718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1DBE75A-EFCE-3260-6024-DD85DC62BE2F}"/>
                  </a:ext>
                </a:extLst>
              </p:cNvPr>
              <p:cNvSpPr txBox="1"/>
              <p:nvPr/>
            </p:nvSpPr>
            <p:spPr>
              <a:xfrm>
                <a:off x="8195224" y="3664279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1DBE75A-EFCE-3260-6024-DD85DC62B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224" y="3664279"/>
                <a:ext cx="138718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FF52BEEC-4EAB-F293-663D-93BBB6C90D12}"/>
                  </a:ext>
                </a:extLst>
              </p:cNvPr>
              <p:cNvSpPr txBox="1"/>
              <p:nvPr/>
            </p:nvSpPr>
            <p:spPr>
              <a:xfrm>
                <a:off x="10962302" y="2513281"/>
                <a:ext cx="13871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vi-VN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FF52BEEC-4EAB-F293-663D-93BBB6C90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302" y="2513281"/>
                <a:ext cx="138718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圖片 44">
            <a:extLst>
              <a:ext uri="{FF2B5EF4-FFF2-40B4-BE49-F238E27FC236}">
                <a16:creationId xmlns:a16="http://schemas.microsoft.com/office/drawing/2014/main" id="{9178E577-BEA6-1216-A205-0679F4CDAA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61775" y="1268755"/>
            <a:ext cx="2443990" cy="3966379"/>
          </a:xfrm>
          <a:prstGeom prst="rect">
            <a:avLst/>
          </a:prstGeom>
        </p:spPr>
      </p:pic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E8FD7D53-A4A7-CE9E-7597-213DDCC1C244}"/>
              </a:ext>
            </a:extLst>
          </p:cNvPr>
          <p:cNvCxnSpPr/>
          <p:nvPr/>
        </p:nvCxnSpPr>
        <p:spPr>
          <a:xfrm>
            <a:off x="3936274" y="3251944"/>
            <a:ext cx="4441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6286EA03-C5C6-7292-5D0B-741D12F2793A}"/>
              </a:ext>
            </a:extLst>
          </p:cNvPr>
          <p:cNvCxnSpPr/>
          <p:nvPr/>
        </p:nvCxnSpPr>
        <p:spPr>
          <a:xfrm>
            <a:off x="7779136" y="3225111"/>
            <a:ext cx="4441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A31C6E4-7BF2-4208-2C70-21935AB4C47B}"/>
              </a:ext>
            </a:extLst>
          </p:cNvPr>
          <p:cNvSpPr txBox="1"/>
          <p:nvPr/>
        </p:nvSpPr>
        <p:spPr>
          <a:xfrm>
            <a:off x="2225383" y="5726285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(a)</a:t>
            </a:r>
            <a:endParaRPr lang="vi-VN" sz="16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DB3988E-6049-A24E-50B9-004AB18E3666}"/>
              </a:ext>
            </a:extLst>
          </p:cNvPr>
          <p:cNvSpPr txBox="1"/>
          <p:nvPr/>
        </p:nvSpPr>
        <p:spPr>
          <a:xfrm>
            <a:off x="5901593" y="5726285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(b)</a:t>
            </a:r>
            <a:endParaRPr lang="vi-VN" sz="16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C73BE587-C75E-4D79-EEE1-C5305697C975}"/>
              </a:ext>
            </a:extLst>
          </p:cNvPr>
          <p:cNvSpPr txBox="1"/>
          <p:nvPr/>
        </p:nvSpPr>
        <p:spPr>
          <a:xfrm>
            <a:off x="9577262" y="5730259"/>
            <a:ext cx="464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(c)</a:t>
            </a:r>
            <a:endParaRPr lang="vi-VN" sz="1600" dirty="0"/>
          </a:p>
        </p:txBody>
      </p:sp>
    </p:spTree>
    <p:extLst>
      <p:ext uri="{BB962C8B-B14F-4D97-AF65-F5344CB8AC3E}">
        <p14:creationId xmlns:p14="http://schemas.microsoft.com/office/powerpoint/2010/main" val="140464524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3C76-F538-CA0E-4AC0-0D8AEADF9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6062CBE-B5FF-F627-07D2-3BA5EE410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Sup>
                          <m:sSubSupPr>
                            <m:ctrlPr>
                              <a:rPr lang="ar-A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p>
                        </m:sSubSup>
                        <m:d>
                          <m:d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  <m:r>
                              <a:rPr lang="ar-AE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𝑟𝑒𝑙𝑎𝑦</m:t>
                            </m:r>
                          </m:sub>
                        </m:sSub>
                        <m:d>
                          <m:dPr>
                            <m:ctrlP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ar-AE" sz="2400" dirty="0"/>
              </a:p>
              <a:p>
                <a:endParaRPr lang="vi-VN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6062CBE-B5FF-F627-07D2-3BA5EE410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"/>
                <a:ext cx="10657114" cy="60550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16BD63F0-64FE-D7CD-1DCD-FA8D4C527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41" y="1333207"/>
            <a:ext cx="11647032" cy="484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573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F70BE-0174-9262-D603-FF4D1595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Safe-beam assisted power release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7C8BB95-0F7A-7817-1ADB-DA8E3369B6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641037" cy="435133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對每組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𝑠𝑎𝑓𝑒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找出被兩個 </a:t>
                </a:r>
                <a:r>
                  <a:rPr lang="vi-VN" dirty="0"/>
                  <a:t>beam</a:t>
                </a:r>
                <a:r>
                  <a:rPr lang="en-US" dirty="0"/>
                  <a:t>s</a:t>
                </a:r>
                <a:r>
                  <a:rPr lang="vi-VN" dirty="0"/>
                  <a:t> </a:t>
                </a:r>
                <a:r>
                  <a:rPr lang="zh-TW" altLang="en-US" dirty="0"/>
                  <a:t>同時覆蓋的 </a:t>
                </a:r>
                <a:r>
                  <a:rPr lang="vi-VN" dirty="0"/>
                  <a:t>users。</a:t>
                </a:r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對 </a:t>
                </a:r>
                <a:r>
                  <a:rPr lang="vi-VN" dirty="0"/>
                  <a:t>candidate helper user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vi-VN" dirty="0"/>
                  <a:t>，</a:t>
                </a:r>
                <a:r>
                  <a:rPr lang="zh-TW" altLang="en-US" dirty="0"/>
                  <a:t>計算可釋放功率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排序分數：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𝑟𝑒𝑙𝑖𝑒𝑓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釋放功率越多，越優先搬。</a:t>
                </a:r>
              </a:p>
              <a:p>
                <a:pPr>
                  <a:lnSpc>
                    <a:spcPct val="100000"/>
                  </a:lnSpc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7C8BB95-0F7A-7817-1ADB-DA8E3369B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641037" cy="4351338"/>
              </a:xfrm>
              <a:blipFill>
                <a:blip r:embed="rId2"/>
                <a:stretch>
                  <a:fillRect l="-2231" t="-980" r="-3543" b="-7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E9D965C1-4D76-5C2C-60F7-93B712C4F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36" y="2035507"/>
            <a:ext cx="6712764" cy="340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3060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8236-AE98-D493-0FB0-F9F5FC67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75B56D-C095-A238-4A41-FDADCED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Safe-beam assisted power release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AD2F2385-8D1E-A0EB-F964-DF934495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TW" altLang="en-US" dirty="0"/>
                  <a:t>接受條件：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vi-VN" dirty="0"/>
                  <a:t>Helper user </a:t>
                </a:r>
                <a:r>
                  <a:rPr lang="zh-TW" altLang="en-US" dirty="0"/>
                  <a:t>被搬到 </a:t>
                </a:r>
                <a:r>
                  <a:rPr lang="vi-VN" dirty="0"/>
                  <a:t>safe beam </a:t>
                </a:r>
                <a:r>
                  <a:rPr lang="zh-TW" altLang="en-US" dirty="0"/>
                  <a:t>後，不能傷害任何原本 </a:t>
                </a:r>
                <a:r>
                  <a:rPr lang="vi-VN" dirty="0"/>
                  <a:t>users。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sat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𝑠𝑎𝑓𝑒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sat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</a:pPr>
                <a:r>
                  <a:rPr lang="zh-TW" altLang="en-US" dirty="0"/>
                  <a:t>且 </a:t>
                </a:r>
                <a:r>
                  <a:rPr lang="vi-VN" dirty="0"/>
                  <a:t>safe beam </a:t>
                </a:r>
                <a:r>
                  <a:rPr lang="zh-TW" altLang="en-US" dirty="0"/>
                  <a:t>原本 </a:t>
                </a:r>
                <a:r>
                  <a:rPr lang="vi-VN" dirty="0"/>
                  <a:t>users </a:t>
                </a:r>
                <a:r>
                  <a:rPr lang="zh-TW" altLang="en-US" dirty="0"/>
                  <a:t>也不能下降：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sat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vi-VN">
                              <a:latin typeface="Cambria Math" panose="02040503050406030204" pitchFamily="18" charset="0"/>
                            </a:rPr>
                            <m:t>sat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</a:pPr>
                <a:r>
                  <a:rPr lang="zh-TW" altLang="en-US" dirty="0"/>
                  <a:t>若條件成立：</a:t>
                </a:r>
                <a:endParaRPr lang="en-US" altLang="zh-TW" dirty="0"/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更新 </a:t>
                </a:r>
                <a:r>
                  <a:rPr lang="vi-VN" dirty="0"/>
                  <a:t>user association。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釋放功率回到 </a:t>
                </a:r>
                <a:r>
                  <a:rPr lang="vi-VN" dirty="0"/>
                  <a:t>helper satellite power pool。</a:t>
                </a:r>
              </a:p>
              <a:p>
                <a:pPr>
                  <a:lnSpc>
                    <a:spcPct val="120000"/>
                  </a:lnSpc>
                </a:pPr>
                <a:endParaRPr lang="vi-VN" b="1" dirty="0"/>
              </a:p>
            </p:txBody>
          </p:sp>
        </mc:Choice>
        <mc:Fallback xmlns="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AD2F2385-8D1E-A0EB-F964-DF934495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515599" cy="4351338"/>
              </a:xfrm>
              <a:blipFill>
                <a:blip r:embed="rId2"/>
                <a:stretch>
                  <a:fillRect l="-870" t="-280" b="-21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94830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16A0D8-9988-EED7-7E79-7FF852F2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Helper relay beam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B66181-1387-6A04-1114-BDD5779A40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vi-VN" dirty="0"/>
                  <a:t>Helper satellite </a:t>
                </a:r>
                <a:r>
                  <a:rPr lang="zh-TW" altLang="en-US" dirty="0"/>
                  <a:t>可用 </a:t>
                </a:r>
                <a:r>
                  <a:rPr lang="vi-VN" dirty="0"/>
                  <a:t>power pool </a:t>
                </a:r>
                <a:r>
                  <a:rPr lang="zh-TW" altLang="en-US" dirty="0"/>
                  <a:t>來自兩部分：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𝑝𝑜𝑜𝑙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𝑢𝑛𝑢𝑠𝑒𝑑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p>
                      </m:sSub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𝑢𝑛𝑢𝑠𝑒𝑑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baseline operation </a:t>
                </a:r>
                <a:r>
                  <a:rPr lang="zh-TW" altLang="en-US" dirty="0"/>
                  <a:t>下未使用的 </a:t>
                </a:r>
                <a:r>
                  <a:rPr lang="vi-VN" dirty="0"/>
                  <a:t>satellite power。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：</a:t>
                </a:r>
                <a:r>
                  <a:rPr lang="vi-VN" dirty="0"/>
                  <a:t>safe-beam relief </a:t>
                </a:r>
                <a:r>
                  <a:rPr lang="zh-TW" altLang="en-US" dirty="0"/>
                  <a:t>釋放出的 </a:t>
                </a:r>
                <a:r>
                  <a:rPr lang="vi-VN" dirty="0"/>
                  <a:t>power。 </a:t>
                </a:r>
              </a:p>
              <a:p>
                <a:pPr>
                  <a:lnSpc>
                    <a:spcPct val="120000"/>
                  </a:lnSpc>
                </a:pPr>
                <a:r>
                  <a:rPr lang="vi-VN" dirty="0"/>
                  <a:t>Boosting rule：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根據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𝑜𝑓𝑓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𝑟𝑒𝑙𝑎𝑦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 找出 </a:t>
                </a:r>
                <a:r>
                  <a:rPr lang="vi-VN" dirty="0"/>
                  <a:t>closed beam </a:t>
                </a:r>
                <a:r>
                  <a:rPr lang="zh-TW" altLang="en-US" dirty="0"/>
                  <a:t>上可被 </a:t>
                </a:r>
                <a:r>
                  <a:rPr lang="vi-VN" dirty="0"/>
                  <a:t>helper relay beam </a:t>
                </a:r>
                <a:r>
                  <a:rPr lang="zh-TW" altLang="en-US" dirty="0"/>
                  <a:t>覆蓋的 </a:t>
                </a:r>
                <a:r>
                  <a:rPr lang="vi-VN" dirty="0"/>
                  <a:t>candidate critical users</a:t>
                </a:r>
                <a:endParaRPr lang="en-US" dirty="0"/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依 </a:t>
                </a:r>
                <a:r>
                  <a:rPr lang="en-US" altLang="zh-TW" dirty="0"/>
                  <a:t>beam </a:t>
                </a:r>
                <a:r>
                  <a:rPr lang="zh-TW" altLang="en-US" dirty="0"/>
                  <a:t>的 </a:t>
                </a:r>
                <a:r>
                  <a:rPr lang="vi-VN" dirty="0"/>
                  <a:t>relay demand </a:t>
                </a:r>
                <a:r>
                  <a:rPr lang="zh-TW" altLang="en-US" dirty="0"/>
                  <a:t>由大到小排序。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vi-VN" dirty="0"/>
                  <a:t>demand </a:t>
                </a:r>
                <a:r>
                  <a:rPr lang="zh-TW" altLang="en-US" dirty="0"/>
                  <a:t>高的 </a:t>
                </a:r>
                <a:r>
                  <a:rPr lang="vi-VN" dirty="0"/>
                  <a:t>relay beam </a:t>
                </a:r>
                <a:r>
                  <a:rPr lang="zh-TW" altLang="en-US" dirty="0"/>
                  <a:t>優先取得 </a:t>
                </a:r>
                <a:r>
                  <a:rPr lang="vi-VN" dirty="0"/>
                  <a:t>power。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TW" altLang="en-US" dirty="0"/>
                  <a:t>若剩餘 </a:t>
                </a:r>
                <a:r>
                  <a:rPr lang="vi-VN" dirty="0"/>
                  <a:t>power </a:t>
                </a:r>
                <a:r>
                  <a:rPr lang="zh-TW" altLang="en-US" dirty="0"/>
                  <a:t>不足以加到上限，仍可 </a:t>
                </a:r>
                <a:r>
                  <a:rPr lang="vi-VN" dirty="0"/>
                  <a:t>partial boost。 </a:t>
                </a:r>
              </a:p>
              <a:p>
                <a:pPr>
                  <a:lnSpc>
                    <a:spcPct val="120000"/>
                  </a:lnSpc>
                </a:pPr>
                <a:endParaRPr lang="vi-VN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B66181-1387-6A04-1114-BDD5779A4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261" b="-8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77885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8AEAB1-3DBB-88E1-A7A6-4F52492C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Beam-pair local relay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51414C-9C9E-F3FE-2429-7D2B248C4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44603" cy="4351338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en-US" dirty="0"/>
                  <a:t>對每組：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𝑜𝑓𝑓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𝑟𝑒𝑙𝑎𝑦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𝑟𝑒𝑙𝑎𝑦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10000"/>
                  </a:lnSpc>
                </a:pPr>
                <a:r>
                  <a:rPr lang="zh-TW" altLang="en-US" dirty="0"/>
                  <a:t>這組裡面的 </a:t>
                </a:r>
                <a:r>
                  <a:rPr lang="vi-VN" dirty="0"/>
                  <a:t>candidate users </a:t>
                </a:r>
                <a:r>
                  <a:rPr lang="zh-TW" altLang="en-US" dirty="0"/>
                  <a:t>計算 </a:t>
                </a:r>
                <a:r>
                  <a:rPr lang="vi-VN" dirty="0"/>
                  <a:t>relay link quality：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𝑟𝑒𝑙𝑎𝑦</m:t>
                              </m:r>
                            </m:sup>
                          </m:sSubSup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10000"/>
                  </a:lnSpc>
                </a:pPr>
                <a:r>
                  <a:rPr lang="vi-VN" dirty="0"/>
                  <a:t>Relay score：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𝑟𝑒𝑙𝑎𝑦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𝑟𝑒𝑙𝑎𝑦</m:t>
                              </m:r>
                            </m:sup>
                          </m:sSubSup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10000"/>
                  </a:lnSpc>
                </a:pPr>
                <a:r>
                  <a:rPr lang="vi-VN" dirty="0"/>
                  <a:t>Helper link quality </a:t>
                </a:r>
                <a:r>
                  <a:rPr lang="zh-TW" altLang="en-US" dirty="0"/>
                  <a:t>越好，越優先 </a:t>
                </a:r>
                <a:r>
                  <a:rPr lang="vi-VN" dirty="0"/>
                  <a:t>relay。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51414C-9C9E-F3FE-2429-7D2B248C4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44603" cy="4351338"/>
              </a:xfrm>
              <a:blipFill>
                <a:blip r:embed="rId2"/>
                <a:stretch>
                  <a:fillRect l="-2011" t="-1261" r="-2011" b="-26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27F2D7D4-E03C-CFA6-0AD2-72C434626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055" y="1731328"/>
            <a:ext cx="7109945" cy="3544088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15CB9D4C-B557-069A-4410-0F7C44ECB95C}"/>
              </a:ext>
            </a:extLst>
          </p:cNvPr>
          <p:cNvGrpSpPr/>
          <p:nvPr/>
        </p:nvGrpSpPr>
        <p:grpSpPr>
          <a:xfrm>
            <a:off x="6939060" y="1866810"/>
            <a:ext cx="108360" cy="307080"/>
            <a:chOff x="6939060" y="1866810"/>
            <a:chExt cx="10836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05400292-4A17-2EF1-7784-2F7FD00460AC}"/>
                    </a:ext>
                  </a:extLst>
                </p14:cNvPr>
                <p14:cNvContentPartPr/>
                <p14:nvPr/>
              </p14:nvContentPartPr>
              <p14:xfrm>
                <a:off x="6976140" y="1916130"/>
                <a:ext cx="63360" cy="25776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05400292-4A17-2EF1-7784-2F7FD00460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70020" y="1910010"/>
                  <a:ext cx="756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669C8860-174E-A016-97CD-F6C3F9105100}"/>
                    </a:ext>
                  </a:extLst>
                </p14:cNvPr>
                <p14:cNvContentPartPr/>
                <p14:nvPr/>
              </p14:nvContentPartPr>
              <p14:xfrm>
                <a:off x="6939060" y="1901010"/>
                <a:ext cx="15480" cy="8748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669C8860-174E-A016-97CD-F6C3F91051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32940" y="1894890"/>
                  <a:ext cx="27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A50DBF40-6E81-6B4A-CEB1-5844B760092B}"/>
                    </a:ext>
                  </a:extLst>
                </p14:cNvPr>
                <p14:cNvContentPartPr/>
                <p14:nvPr/>
              </p14:nvContentPartPr>
              <p14:xfrm>
                <a:off x="6960660" y="1866810"/>
                <a:ext cx="86760" cy="2592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A50DBF40-6E81-6B4A-CEB1-5844B76009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54540" y="1860690"/>
                  <a:ext cx="9900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FEDCCA35-B9A9-1D31-3DE1-F219487D0068}"/>
                  </a:ext>
                </a:extLst>
              </p14:cNvPr>
              <p14:cNvContentPartPr/>
              <p14:nvPr/>
            </p14:nvContentPartPr>
            <p14:xfrm>
              <a:off x="2161761" y="4258147"/>
              <a:ext cx="1445400" cy="3132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FEDCCA35-B9A9-1D31-3DE1-F219487D00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55641" y="4252027"/>
                <a:ext cx="14576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1C81224D-CF2F-D7FF-75D8-1AE10B983714}"/>
                  </a:ext>
                </a:extLst>
              </p14:cNvPr>
              <p14:cNvContentPartPr/>
              <p14:nvPr/>
            </p14:nvContentPartPr>
            <p14:xfrm>
              <a:off x="1859160" y="3507168"/>
              <a:ext cx="2262600" cy="4104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1C81224D-CF2F-D7FF-75D8-1AE10B9837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53040" y="3501048"/>
                <a:ext cx="22748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98873BB0-193D-5088-3156-F671FE10F358}"/>
                  </a:ext>
                </a:extLst>
              </p14:cNvPr>
              <p14:cNvContentPartPr/>
              <p14:nvPr/>
            </p14:nvContentPartPr>
            <p14:xfrm>
              <a:off x="1427160" y="5047608"/>
              <a:ext cx="3504600" cy="13464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98873BB0-193D-5088-3156-F671FE10F35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21040" y="5041488"/>
                <a:ext cx="35168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5AFE749A-CE91-3829-6BF1-67122B5F889A}"/>
                  </a:ext>
                </a:extLst>
              </p14:cNvPr>
              <p14:cNvContentPartPr/>
              <p14:nvPr/>
            </p14:nvContentPartPr>
            <p14:xfrm>
              <a:off x="2110260" y="5615760"/>
              <a:ext cx="1140120" cy="4716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5AFE749A-CE91-3829-6BF1-67122B5F88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04140" y="5609640"/>
                <a:ext cx="11523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70CAAF5E-BDB0-9371-E757-2A9034FF0CD3}"/>
                  </a:ext>
                </a:extLst>
              </p14:cNvPr>
              <p14:cNvContentPartPr/>
              <p14:nvPr/>
            </p14:nvContentPartPr>
            <p14:xfrm>
              <a:off x="5555100" y="2826840"/>
              <a:ext cx="360" cy="36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70CAAF5E-BDB0-9371-E757-2A9034FF0CD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48980" y="282072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AF36C5DC-85B6-A31C-B179-E2B6E76FD111}"/>
              </a:ext>
            </a:extLst>
          </p:cNvPr>
          <p:cNvGrpSpPr/>
          <p:nvPr/>
        </p:nvGrpSpPr>
        <p:grpSpPr>
          <a:xfrm>
            <a:off x="4951860" y="2529570"/>
            <a:ext cx="1987821" cy="1326600"/>
            <a:chOff x="4951860" y="2529570"/>
            <a:chExt cx="1987821" cy="13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5B972A46-EB1B-0B69-5E9C-DD1D3649CC3B}"/>
                    </a:ext>
                  </a:extLst>
                </p14:cNvPr>
                <p14:cNvContentPartPr/>
                <p14:nvPr/>
              </p14:nvContentPartPr>
              <p14:xfrm>
                <a:off x="4951860" y="2601930"/>
                <a:ext cx="1853280" cy="125424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5B972A46-EB1B-0B69-5E9C-DD1D3649CC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45740" y="2595810"/>
                  <a:ext cx="1865520" cy="12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14DE3BAA-7081-F134-979F-E73B1198D5CD}"/>
                    </a:ext>
                  </a:extLst>
                </p14:cNvPr>
                <p14:cNvContentPartPr/>
                <p14:nvPr/>
              </p14:nvContentPartPr>
              <p14:xfrm>
                <a:off x="6575820" y="2576370"/>
                <a:ext cx="239760" cy="30060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14DE3BAA-7081-F134-979F-E73B1198D5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69700" y="2570250"/>
                  <a:ext cx="2520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DB1BBF70-855F-CDBC-155C-1A9B1B8A1A03}"/>
                    </a:ext>
                  </a:extLst>
                </p14:cNvPr>
                <p14:cNvContentPartPr/>
                <p14:nvPr/>
              </p14:nvContentPartPr>
              <p14:xfrm>
                <a:off x="6839340" y="2529570"/>
                <a:ext cx="15840" cy="97560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DB1BBF70-855F-CDBC-155C-1A9B1B8A1A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33220" y="2523450"/>
                  <a:ext cx="28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DF5D2901-46AC-EB4A-8BE4-EFA7376D9E49}"/>
                    </a:ext>
                  </a:extLst>
                </p14:cNvPr>
                <p14:cNvContentPartPr/>
                <p14:nvPr/>
              </p14:nvContentPartPr>
              <p14:xfrm>
                <a:off x="6939321" y="2679187"/>
                <a:ext cx="360" cy="360"/>
              </p14:xfrm>
            </p:contentPart>
          </mc:Choice>
          <mc:Fallback xmlns=""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DF5D2901-46AC-EB4A-8BE4-EFA7376D9E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33201" y="26730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740285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D200-BF52-9EAC-D6A8-CEE4B985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1AC086-53A0-10F2-9EDB-C94D824A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Beam-pair local relay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77840F8-710A-2D9F-6B53-D191BD2D0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根據 </a:t>
                </a:r>
                <a:r>
                  <a:rPr lang="vi-VN" dirty="0"/>
                  <a:t>helper relay beam </a:t>
                </a:r>
                <a:r>
                  <a:rPr lang="zh-TW" altLang="en-US" dirty="0"/>
                  <a:t>的 </a:t>
                </a:r>
                <a:r>
                  <a:rPr lang="vi-VN" dirty="0"/>
                  <a:t>final available relay capacity</a:t>
                </a:r>
                <a:r>
                  <a:rPr lang="zh-TW" altLang="en-US" dirty="0"/>
                  <a:t>，下去分配容量給</a:t>
                </a:r>
                <a:r>
                  <a:rPr lang="en-US" altLang="zh-TW" dirty="0"/>
                  <a:t>user</a:t>
                </a:r>
                <a:r>
                  <a:rPr lang="vi-VN" dirty="0"/>
                  <a:t>。</a:t>
                </a:r>
              </a:p>
              <a:p>
                <a:pPr>
                  <a:lnSpc>
                    <a:spcPct val="100000"/>
                  </a:lnSpc>
                </a:pPr>
                <a:r>
                  <a:rPr lang="zh-TW" altLang="en-US" dirty="0"/>
                  <a:t>分配方式：</a:t>
                </a:r>
                <a:endParaRPr lang="en-US" altLang="zh-TW" dirty="0"/>
              </a:p>
              <a:p>
                <a:pPr lvl="1">
                  <a:lnSpc>
                    <a:spcPct val="100000"/>
                  </a:lnSpc>
                </a:pPr>
                <a:r>
                  <a:rPr lang="vi-VN" dirty="0"/>
                  <a:t>Candidate critical users </a:t>
                </a:r>
                <a:r>
                  <a:rPr lang="zh-TW" altLang="en-US" dirty="0"/>
                  <a:t>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𝑟𝑒𝑙𝑎𝑦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/>
                  <a:t>排序分配 </a:t>
                </a:r>
                <a:r>
                  <a:rPr lang="vi-VN" dirty="0"/>
                  <a:t>capacity </a:t>
                </a:r>
                <a:r>
                  <a:rPr lang="zh-TW" altLang="en-US" dirty="0"/>
                  <a:t>。 </a:t>
                </a:r>
                <a:endParaRPr lang="en-US" altLang="zh-TW" dirty="0"/>
              </a:p>
              <a:p>
                <a:pPr lvl="1">
                  <a:lnSpc>
                    <a:spcPct val="100000"/>
                  </a:lnSpc>
                </a:pPr>
                <a:r>
                  <a:rPr lang="zh-TW" altLang="en-US" dirty="0"/>
                  <a:t>若 </a:t>
                </a:r>
                <a:r>
                  <a:rPr lang="vi-VN" dirty="0"/>
                  <a:t>capacity </a:t>
                </a:r>
                <a:r>
                  <a:rPr lang="zh-TW" altLang="en-US" dirty="0"/>
                  <a:t>足夠，更新該 </a:t>
                </a:r>
                <a:r>
                  <a:rPr lang="vi-VN" dirty="0"/>
                  <a:t>user </a:t>
                </a:r>
                <a:r>
                  <a:rPr lang="en-US" dirty="0"/>
                  <a:t>association </a:t>
                </a:r>
                <a:r>
                  <a:rPr lang="zh-TW" altLang="en-US" dirty="0"/>
                  <a:t>和 </a:t>
                </a:r>
                <a:r>
                  <a:rPr lang="vi-VN" dirty="0"/>
                  <a:t>satisfaction。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TW" altLang="en-US" dirty="0"/>
                  <a:t>若最後 </a:t>
                </a:r>
                <a:r>
                  <a:rPr lang="vi-VN" dirty="0"/>
                  <a:t>capacity </a:t>
                </a:r>
                <a:r>
                  <a:rPr lang="zh-TW" altLang="en-US" dirty="0"/>
                  <a:t>不足，給下一位 </a:t>
                </a:r>
                <a:r>
                  <a:rPr lang="vi-VN" dirty="0"/>
                  <a:t>user partial satisfaction。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vi-VN" dirty="0"/>
                  <a:t>Capacity </a:t>
                </a:r>
                <a:r>
                  <a:rPr lang="zh-TW" altLang="en-US" dirty="0"/>
                  <a:t>用完後停止。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77840F8-710A-2D9F-6B53-D191BD2D0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01277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EDCBCC-DF32-B4AD-9612-61D1D714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CA4133-DA9D-D9A8-F41C-16C910E02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173464-6136-CFCF-0CBF-659F07F0F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30" y="0"/>
            <a:ext cx="47351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5525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F3EE-1398-FFBF-B4DE-5D50B468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AE7B40-E9CF-B352-9C93-E64E4A930D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Evaluation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D73D14-9B39-05F7-E57B-A4892E7AB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1617200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431E-D5F7-6FC1-C94C-1B0AC8D0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D41066-F2B1-B1D3-0C26-821920567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環境參數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350E05-F3BA-F1B6-F1A6-BAA6400D8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66878715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73A5E-11D1-5240-0953-7E1B17A5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17BD2D46-55E4-63D1-2756-8DDEF871F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2749371"/>
              </p:ext>
            </p:extLst>
          </p:nvPr>
        </p:nvGraphicFramePr>
        <p:xfrm>
          <a:off x="3082832" y="301752"/>
          <a:ext cx="5139146" cy="6291060"/>
        </p:xfrm>
        <a:graphic>
          <a:graphicData uri="http://schemas.openxmlformats.org/drawingml/2006/table">
            <a:tbl>
              <a:tblPr/>
              <a:tblGrid>
                <a:gridCol w="2569573">
                  <a:extLst>
                    <a:ext uri="{9D8B030D-6E8A-4147-A177-3AD203B41FA5}">
                      <a16:colId xmlns:a16="http://schemas.microsoft.com/office/drawing/2014/main" val="2368212478"/>
                    </a:ext>
                  </a:extLst>
                </a:gridCol>
                <a:gridCol w="2569573">
                  <a:extLst>
                    <a:ext uri="{9D8B030D-6E8A-4147-A177-3AD203B41FA5}">
                      <a16:colId xmlns:a16="http://schemas.microsoft.com/office/drawing/2014/main" val="333001376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600" b="1" dirty="0"/>
                        <a:t>LEO constellation</a:t>
                      </a:r>
                      <a:endParaRPr lang="vi-VN" sz="1600" dirty="0"/>
                    </a:p>
                    <a:p>
                      <a:pPr>
                        <a:buNone/>
                      </a:pPr>
                      <a:endParaRPr lang="vi-VN" sz="14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3223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Altitude (Km)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1200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306298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Orbit plane inclination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87.9°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0013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/>
                        <a:t>Time slot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1s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221899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Maximum transmit power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 per satellite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9956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Maximum antenna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34.33dBi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84365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Downlink frequency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GHz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785544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b="0" dirty="0"/>
                        <a:t>Bandwidth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MHz</a:t>
                      </a:r>
                      <a:endParaRPr lang="vi-VN" sz="1200" b="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5289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/>
                        <a:t>[22]</a:t>
                      </a:r>
                      <a:r>
                        <a:rPr lang="zh-TW" altLang="en-US" sz="1200" dirty="0"/>
                        <a:t> </a:t>
                      </a:r>
                      <a:r>
                        <a:rPr lang="vi-VN" sz="1200" dirty="0"/>
                        <a:t>Aexp(</a:t>
                      </a:r>
                      <a:r>
                        <a:rPr lang="el-GR" sz="1200" dirty="0"/>
                        <a:t>βϕ)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889827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Maximum tilt angle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/>
                        <a:t>10</a:t>
                      </a: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900783"/>
                  </a:ext>
                </a:extLst>
              </a:tr>
              <a:tr h="81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Approximated antenna gain coefficient, (A)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4.0×103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608363"/>
                  </a:ext>
                </a:extLst>
              </a:tr>
              <a:tr h="81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Approximated antenna gain coefficient, (</a:t>
                      </a:r>
                      <a:r>
                        <a:rPr lang="en-US" altLang="zh-TW" sz="1200" dirty="0"/>
                        <a:t>B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200" dirty="0"/>
                        <a:t>−0.0671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99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60239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2E2B-06D0-530C-B89B-F9D3F555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EF5B5042-B4CF-C961-CB6F-C8DAEA58B7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1334311"/>
              </p:ext>
            </p:extLst>
          </p:nvPr>
        </p:nvGraphicFramePr>
        <p:xfrm>
          <a:off x="3638549" y="132804"/>
          <a:ext cx="5248550" cy="6563265"/>
        </p:xfrm>
        <a:graphic>
          <a:graphicData uri="http://schemas.openxmlformats.org/drawingml/2006/table">
            <a:tbl>
              <a:tblPr/>
              <a:tblGrid>
                <a:gridCol w="2624275">
                  <a:extLst>
                    <a:ext uri="{9D8B030D-6E8A-4147-A177-3AD203B41FA5}">
                      <a16:colId xmlns:a16="http://schemas.microsoft.com/office/drawing/2014/main" val="2368212478"/>
                    </a:ext>
                  </a:extLst>
                </a:gridCol>
                <a:gridCol w="2624275">
                  <a:extLst>
                    <a:ext uri="{9D8B030D-6E8A-4147-A177-3AD203B41FA5}">
                      <a16:colId xmlns:a16="http://schemas.microsoft.com/office/drawing/2014/main" val="3330013760"/>
                    </a:ext>
                  </a:extLst>
                </a:gridCol>
              </a:tblGrid>
              <a:tr h="3186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GSO satellite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99137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Altitude (Km)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35785.4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78188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Longitude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30.6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1954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Latitude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0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398199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Downlink frequency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</a:t>
                      </a: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GHz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9258"/>
                  </a:ext>
                </a:extLst>
              </a:tr>
              <a:tr h="3186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GSO ground station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300221"/>
                  </a:ext>
                </a:extLst>
              </a:tr>
              <a:tr h="594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Minimum elevation angle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deg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44567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Maximum receive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 dBi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589094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Noise temperature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 K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85917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[24]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550477"/>
                  </a:ext>
                </a:extLst>
              </a:tr>
              <a:tr h="3186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LEO user ground station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341007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Maximum receive gain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40.95 dBi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675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Noise temperature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 K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059937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Antenna pattern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[24]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433827"/>
                  </a:ext>
                </a:extLst>
              </a:tr>
              <a:tr h="3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User demand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50Mbps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246121"/>
                  </a:ext>
                </a:extLst>
              </a:tr>
              <a:tr h="3186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/>
                        <a:t>EPFD</a:t>
                      </a:r>
                      <a:endParaRPr lang="vi-VN" sz="18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vi-VN" sz="1200" dirty="0"/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650056"/>
                  </a:ext>
                </a:extLst>
              </a:tr>
              <a:tr h="594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 dirty="0"/>
                        <a:t>EPFD limit ((dB(W/m^2/1MHz)))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-173.4 [7]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071541"/>
                  </a:ext>
                </a:extLst>
              </a:tr>
              <a:tr h="594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Reference antenna diameter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dirty="0"/>
                        <a:t>6</a:t>
                      </a:r>
                      <a:r>
                        <a:rPr lang="vi-VN" sz="1800" dirty="0"/>
                        <a:t>0 cm</a:t>
                      </a:r>
                    </a:p>
                  </a:txBody>
                  <a:tcPr marL="42660" marR="42660" marT="21330" marB="213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737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240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6FB07-4AE8-AF92-95BF-B9901EB3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AD7720-B7D1-ED91-CDA5-D26699307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圖表</a:t>
            </a:r>
            <a:endParaRPr lang="vi-VN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5905F6-3AC3-2BF5-872F-C5E61DBF91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90396275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B5B49D-F5B2-5A27-C6DF-B82364F0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Evaluation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647DCC-A035-9A75-7181-05AFA1A3A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dirty="0"/>
              <a:t>圖 </a:t>
            </a:r>
            <a:r>
              <a:rPr lang="en-US" altLang="zh-TW" dirty="0"/>
              <a:t>1</a:t>
            </a:r>
            <a:r>
              <a:rPr lang="zh-TW" altLang="en-US" dirty="0"/>
              <a:t>：</a:t>
            </a:r>
            <a:r>
              <a:rPr lang="vi-VN" dirty="0"/>
              <a:t>Aggregate EPFD over time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zh-TW" altLang="en-US" dirty="0"/>
              <a:t>圖 </a:t>
            </a:r>
            <a:r>
              <a:rPr lang="en-US" altLang="zh-TW" dirty="0"/>
              <a:t>2</a:t>
            </a:r>
            <a:r>
              <a:rPr lang="zh-TW" altLang="en-US" dirty="0"/>
              <a:t>：</a:t>
            </a:r>
            <a:r>
              <a:rPr lang="vi-VN" dirty="0"/>
              <a:t>Number of closed beams over time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zh-TW" altLang="en-US" dirty="0"/>
              <a:t>圖 </a:t>
            </a:r>
            <a:r>
              <a:rPr lang="en-US" altLang="zh-TW" dirty="0"/>
              <a:t>3</a:t>
            </a:r>
            <a:r>
              <a:rPr lang="zh-TW" altLang="en-US" dirty="0"/>
              <a:t>：</a:t>
            </a:r>
            <a:r>
              <a:rPr lang="vi-VN" dirty="0"/>
              <a:t> Average satisfaction over </a:t>
            </a:r>
            <a:r>
              <a:rPr lang="en-US" altLang="zh-TW" dirty="0"/>
              <a:t>GS</a:t>
            </a:r>
          </a:p>
          <a:p>
            <a:pPr>
              <a:lnSpc>
                <a:spcPct val="100000"/>
              </a:lnSpc>
            </a:pPr>
            <a:r>
              <a:rPr lang="zh-TW" altLang="en-US" dirty="0"/>
              <a:t>圖 </a:t>
            </a:r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dirty="0"/>
              <a:t>Number of relayed critical users over </a:t>
            </a:r>
            <a:r>
              <a:rPr lang="en-US" altLang="zh-TW" dirty="0"/>
              <a:t>GS</a:t>
            </a:r>
          </a:p>
          <a:p>
            <a:pPr>
              <a:lnSpc>
                <a:spcPct val="100000"/>
              </a:lnSpc>
            </a:pPr>
            <a:r>
              <a:rPr lang="zh-TW" altLang="en-US" dirty="0"/>
              <a:t>圖 </a:t>
            </a:r>
            <a:r>
              <a:rPr lang="en-US" altLang="zh-TW" dirty="0"/>
              <a:t>5</a:t>
            </a:r>
            <a:r>
              <a:rPr lang="zh-TW" altLang="en-US" dirty="0"/>
              <a:t>：</a:t>
            </a:r>
            <a:r>
              <a:rPr lang="vi-VN" dirty="0"/>
              <a:t>Satisfaction CDF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6561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3A1D2-5A4F-4AE1-07DA-D9A28A30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 </a:t>
            </a:r>
            <a:r>
              <a:rPr lang="en-US" altLang="zh-TW" dirty="0"/>
              <a:t>1</a:t>
            </a:r>
            <a:r>
              <a:rPr lang="zh-TW" altLang="en-US" dirty="0"/>
              <a:t>：</a:t>
            </a:r>
            <a:r>
              <a:rPr lang="vi-VN" dirty="0"/>
              <a:t>Aggregate EPFD over time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2E778B-5325-4FCA-4650-39A014075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E8C626-0046-0FC2-ADEA-3EC284585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441" y="1513729"/>
            <a:ext cx="7135221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9538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8FF20D-C9AA-382B-DD84-DAFAF442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 </a:t>
            </a:r>
            <a:r>
              <a:rPr lang="en-US" altLang="zh-TW" dirty="0"/>
              <a:t>2</a:t>
            </a:r>
            <a:r>
              <a:rPr lang="zh-TW" altLang="en-US" dirty="0"/>
              <a:t>：</a:t>
            </a:r>
            <a:r>
              <a:rPr lang="vi-VN" dirty="0"/>
              <a:t>Number of closed beams over time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F572B7-49DB-945D-8DFF-58E0BF1E0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F977C0D-135A-0603-97C0-A5EBAB50E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48" y="1570081"/>
            <a:ext cx="7044703" cy="528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3335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511F68-7BFC-CD7E-8123-7D7E1B32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 </a:t>
            </a:r>
            <a:r>
              <a:rPr lang="en-US" altLang="zh-TW" dirty="0"/>
              <a:t>3</a:t>
            </a:r>
            <a:r>
              <a:rPr lang="zh-TW" altLang="en-US" dirty="0"/>
              <a:t>：</a:t>
            </a:r>
            <a:r>
              <a:rPr lang="vi-VN" dirty="0"/>
              <a:t> Average satisfaction over </a:t>
            </a:r>
            <a:r>
              <a:rPr lang="en-US" dirty="0"/>
              <a:t>time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4CAC57-D620-4488-6CEC-7B88843D2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30 users				50 users			70 users</a:t>
            </a:r>
            <a:endParaRPr lang="vi-VN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11EC739-3E17-2DCD-77B5-30C48A1B4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919" y="2402454"/>
            <a:ext cx="4037165" cy="303169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A5A27D5-C0D8-7E3F-9588-06B821E15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084" y="2402453"/>
            <a:ext cx="4047352" cy="303169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1BB2EB3-FEDE-F1C4-2CEC-E92D98722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402453"/>
            <a:ext cx="4049918" cy="303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3426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55BE-BD3E-4563-E344-20C56D29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BE4942-D043-F3DE-92FF-CCBA58EA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325563"/>
          </a:xfrm>
        </p:spPr>
        <p:txBody>
          <a:bodyPr/>
          <a:lstStyle/>
          <a:p>
            <a:r>
              <a:rPr lang="zh-TW" altLang="en-US" dirty="0"/>
              <a:t>圖 </a:t>
            </a:r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Number of relayed critical users over time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7A8E5A-8B64-07D7-4E98-CDA6F807D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50 users	</a:t>
            </a:r>
            <a:r>
              <a:rPr lang="zh-TW" altLang="en-US" dirty="0"/>
              <a:t>                        </a:t>
            </a:r>
            <a:r>
              <a:rPr lang="en-US" altLang="zh-TW" dirty="0"/>
              <a:t>70 users</a:t>
            </a:r>
            <a:endParaRPr lang="vi-VN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F7F23D5-18C3-A51F-05E7-C135DB8B9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154" y="2855485"/>
            <a:ext cx="4135412" cy="308719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AF28E15-3884-22EB-ABE7-0D505CAFF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20" y="2855485"/>
            <a:ext cx="4430349" cy="332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8384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D73E4D-C36E-F4D4-8023-F528E10A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 </a:t>
            </a:r>
            <a:r>
              <a:rPr lang="en-US" altLang="zh-TW" dirty="0"/>
              <a:t>5</a:t>
            </a:r>
            <a:r>
              <a:rPr lang="zh-TW" altLang="en-US" dirty="0"/>
              <a:t>：</a:t>
            </a:r>
            <a:r>
              <a:rPr lang="vi-VN" dirty="0"/>
              <a:t>Satisfaction CDF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7D0129C-AD8C-E502-97B8-E86991BC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15" y="2127461"/>
            <a:ext cx="5023609" cy="374766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C9D28F0-7884-2EAA-7FB6-C6EA4CF81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02" y="2026864"/>
            <a:ext cx="5283884" cy="394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2904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4E00-0D0F-D81B-50D1-FE55E1C8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61115C-68E9-6CE2-EFB3-DEFF70A8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 </a:t>
            </a:r>
            <a:r>
              <a:rPr lang="en-US" altLang="zh-TW" dirty="0"/>
              <a:t>6</a:t>
            </a:r>
            <a:r>
              <a:rPr lang="zh-TW" altLang="en-US" dirty="0"/>
              <a:t>：不同</a:t>
            </a:r>
            <a:r>
              <a:rPr lang="en-US" altLang="zh-TW" dirty="0" err="1"/>
              <a:t>epfd</a:t>
            </a:r>
            <a:r>
              <a:rPr lang="en-US" altLang="zh-TW" dirty="0"/>
              <a:t> </a:t>
            </a:r>
            <a:r>
              <a:rPr lang="zh-TW" altLang="en-US" dirty="0"/>
              <a:t>滿足率</a:t>
            </a:r>
            <a:endParaRPr lang="vi-VN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94051D-8EF9-B1C8-C9BE-DF390BE26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E1A162D-5FFA-EADD-6A66-6CFAE212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1794886"/>
            <a:ext cx="6258423" cy="469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0429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A44A1-FE4B-B6CA-8035-6D906649A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EFC35072-F7AA-FE9A-CF17-84C3F1FE2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7023" y="1825625"/>
            <a:ext cx="5837954" cy="435133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557C658-851C-CCAA-67E2-85F9173006B1}"/>
              </a:ext>
            </a:extLst>
          </p:cNvPr>
          <p:cNvSpPr txBox="1"/>
          <p:nvPr/>
        </p:nvSpPr>
        <p:spPr>
          <a:xfrm>
            <a:off x="3048000" y="3246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vi-VN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2C2F720-0F17-5B5B-7900-514B5BC2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341" y="3484889"/>
            <a:ext cx="579509" cy="36933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354F3857-9DDA-5598-A34B-8A0736795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432" y="3750781"/>
            <a:ext cx="317918" cy="385328"/>
          </a:xfrm>
          <a:prstGeom prst="rect">
            <a:avLst/>
          </a:prstGeom>
        </p:spPr>
      </p:pic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80D6057-20D3-B202-08DD-8F82057F3837}"/>
              </a:ext>
            </a:extLst>
          </p:cNvPr>
          <p:cNvCxnSpPr/>
          <p:nvPr/>
        </p:nvCxnSpPr>
        <p:spPr>
          <a:xfrm flipH="1">
            <a:off x="4362450" y="4136109"/>
            <a:ext cx="5969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1A0DB133-BE46-A0F2-60E6-FB351D1A500C}"/>
              </a:ext>
            </a:extLst>
          </p:cNvPr>
          <p:cNvCxnSpPr>
            <a:cxnSpLocks/>
          </p:cNvCxnSpPr>
          <p:nvPr/>
        </p:nvCxnSpPr>
        <p:spPr>
          <a:xfrm flipH="1">
            <a:off x="4316341" y="3246511"/>
            <a:ext cx="509659" cy="7031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0FFF415B-1B7D-4A64-05C7-5D9D645BE1AB}"/>
              </a:ext>
            </a:extLst>
          </p:cNvPr>
          <p:cNvCxnSpPr>
            <a:cxnSpLocks/>
          </p:cNvCxnSpPr>
          <p:nvPr/>
        </p:nvCxnSpPr>
        <p:spPr>
          <a:xfrm flipH="1" flipV="1">
            <a:off x="4316341" y="4521437"/>
            <a:ext cx="509659" cy="4125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D1E6CCB-4CC7-745E-FED5-17F020CC84BD}"/>
              </a:ext>
            </a:extLst>
          </p:cNvPr>
          <p:cNvSpPr txBox="1"/>
          <p:nvPr/>
        </p:nvSpPr>
        <p:spPr>
          <a:xfrm>
            <a:off x="4316341" y="3893448"/>
            <a:ext cx="15879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" dirty="0">
                <a:solidFill>
                  <a:srgbClr val="C00000"/>
                </a:solidFill>
              </a:rPr>
              <a:t>interference</a:t>
            </a:r>
          </a:p>
        </p:txBody>
      </p:sp>
    </p:spTree>
    <p:extLst>
      <p:ext uri="{BB962C8B-B14F-4D97-AF65-F5344CB8AC3E}">
        <p14:creationId xmlns:p14="http://schemas.microsoft.com/office/powerpoint/2010/main" val="200633504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EE92DCF-625C-20CE-749F-70CFB9A4E9E8}"/>
              </a:ext>
            </a:extLst>
          </p:cNvPr>
          <p:cNvSpPr/>
          <p:nvPr/>
        </p:nvSpPr>
        <p:spPr>
          <a:xfrm>
            <a:off x="1420873" y="160191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547FE1C-1F08-1670-B816-E80DC78CF3E7}"/>
              </a:ext>
            </a:extLst>
          </p:cNvPr>
          <p:cNvSpPr/>
          <p:nvPr/>
        </p:nvSpPr>
        <p:spPr>
          <a:xfrm>
            <a:off x="1420873" y="264259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3E5227B-CEA6-DA61-C6FE-AE113204BA11}"/>
              </a:ext>
            </a:extLst>
          </p:cNvPr>
          <p:cNvSpPr/>
          <p:nvPr/>
        </p:nvSpPr>
        <p:spPr>
          <a:xfrm>
            <a:off x="1420872" y="3683266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88FFDC3-9EFC-27E5-D5A4-140B80D954A6}"/>
              </a:ext>
            </a:extLst>
          </p:cNvPr>
          <p:cNvSpPr/>
          <p:nvPr/>
        </p:nvSpPr>
        <p:spPr>
          <a:xfrm>
            <a:off x="1420871" y="472210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187D17E-70B3-5085-A84A-6A0E5D56F774}"/>
              </a:ext>
            </a:extLst>
          </p:cNvPr>
          <p:cNvSpPr/>
          <p:nvPr/>
        </p:nvSpPr>
        <p:spPr>
          <a:xfrm>
            <a:off x="4229388" y="99254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410A248-A3CF-2D3E-6D71-4C99C42D8133}"/>
              </a:ext>
            </a:extLst>
          </p:cNvPr>
          <p:cNvSpPr/>
          <p:nvPr/>
        </p:nvSpPr>
        <p:spPr>
          <a:xfrm>
            <a:off x="4229390" y="1629419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0E8D249-49AD-1FDA-857E-EA5DBCA71DAF}"/>
              </a:ext>
            </a:extLst>
          </p:cNvPr>
          <p:cNvSpPr/>
          <p:nvPr/>
        </p:nvSpPr>
        <p:spPr>
          <a:xfrm>
            <a:off x="4229388" y="226629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8F4F180-13B3-47AB-2E16-9EA5D21AC125}"/>
              </a:ext>
            </a:extLst>
          </p:cNvPr>
          <p:cNvSpPr/>
          <p:nvPr/>
        </p:nvSpPr>
        <p:spPr>
          <a:xfrm>
            <a:off x="4229388" y="290339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8A4EDC96-D396-EF73-50FF-38B946578D46}"/>
              </a:ext>
            </a:extLst>
          </p:cNvPr>
          <p:cNvSpPr/>
          <p:nvPr/>
        </p:nvSpPr>
        <p:spPr>
          <a:xfrm>
            <a:off x="4229388" y="354003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B92D1B62-2229-421F-862F-46447F1D53F8}"/>
              </a:ext>
            </a:extLst>
          </p:cNvPr>
          <p:cNvSpPr/>
          <p:nvPr/>
        </p:nvSpPr>
        <p:spPr>
          <a:xfrm>
            <a:off x="4229388" y="417667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53C9D75-1180-DA7B-5F3E-59F7658C38D8}"/>
              </a:ext>
            </a:extLst>
          </p:cNvPr>
          <p:cNvSpPr/>
          <p:nvPr/>
        </p:nvSpPr>
        <p:spPr>
          <a:xfrm>
            <a:off x="4229388" y="481377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FD7BA983-1941-C9B5-8C4C-17114E5F30C0}"/>
              </a:ext>
            </a:extLst>
          </p:cNvPr>
          <p:cNvSpPr/>
          <p:nvPr/>
        </p:nvSpPr>
        <p:spPr>
          <a:xfrm>
            <a:off x="4229388" y="545041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764BEF1A-F212-AE5B-CDA6-A7C9F2DCE0AB}"/>
                  </a:ext>
                </a:extLst>
              </p:cNvPr>
              <p:cNvSpPr txBox="1"/>
              <p:nvPr/>
            </p:nvSpPr>
            <p:spPr>
              <a:xfrm>
                <a:off x="590347" y="1519513"/>
                <a:ext cx="1071154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764BEF1A-F212-AE5B-CDA6-A7C9F2DCE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47" y="1519513"/>
                <a:ext cx="1071154" cy="4106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5CAC4A4-1205-797F-9F71-18CF59502A00}"/>
                  </a:ext>
                </a:extLst>
              </p:cNvPr>
              <p:cNvSpPr txBox="1"/>
              <p:nvPr/>
            </p:nvSpPr>
            <p:spPr>
              <a:xfrm>
                <a:off x="659097" y="2545005"/>
                <a:ext cx="9336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5CAC4A4-1205-797F-9F71-18CF59502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97" y="2545005"/>
                <a:ext cx="933654" cy="421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8693B3-E8DA-4037-6C9A-0FEBF104832A}"/>
                  </a:ext>
                </a:extLst>
              </p:cNvPr>
              <p:cNvSpPr txBox="1"/>
              <p:nvPr/>
            </p:nvSpPr>
            <p:spPr>
              <a:xfrm>
                <a:off x="590347" y="3578175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8693B3-E8DA-4037-6C9A-0FEBF1048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47" y="3578175"/>
                <a:ext cx="1071154" cy="421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8E25F8AA-0EBA-47F2-9EF7-DA1B1E96162A}"/>
                  </a:ext>
                </a:extLst>
              </p:cNvPr>
              <p:cNvSpPr txBox="1"/>
              <p:nvPr/>
            </p:nvSpPr>
            <p:spPr>
              <a:xfrm>
                <a:off x="591720" y="4611345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8E25F8AA-0EBA-47F2-9EF7-DA1B1E961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20" y="4611345"/>
                <a:ext cx="1071154" cy="421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0B8C73B1-59B7-2F24-5A06-537DBBFF3999}"/>
                  </a:ext>
                </a:extLst>
              </p:cNvPr>
              <p:cNvSpPr txBox="1"/>
              <p:nvPr/>
            </p:nvSpPr>
            <p:spPr>
              <a:xfrm>
                <a:off x="4237250" y="912332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0B8C73B1-59B7-2F24-5A06-537DBBFF3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250" y="912332"/>
                <a:ext cx="1071154" cy="4088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13762A0-C926-0664-F7A5-1565914749C0}"/>
                  </a:ext>
                </a:extLst>
              </p:cNvPr>
              <p:cNvSpPr txBox="1"/>
              <p:nvPr/>
            </p:nvSpPr>
            <p:spPr>
              <a:xfrm>
                <a:off x="4237250" y="1535453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13762A0-C926-0664-F7A5-156591474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250" y="1535453"/>
                <a:ext cx="1071154" cy="4088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2309D85-7567-6DCD-B1AE-4488A19BC1C9}"/>
                  </a:ext>
                </a:extLst>
              </p:cNvPr>
              <p:cNvSpPr txBox="1"/>
              <p:nvPr/>
            </p:nvSpPr>
            <p:spPr>
              <a:xfrm>
                <a:off x="4237250" y="2160739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2309D85-7567-6DCD-B1AE-4488A19BC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250" y="2160739"/>
                <a:ext cx="1071154" cy="4088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44B1C28-33F0-2000-0189-938E422A9D90}"/>
                  </a:ext>
                </a:extLst>
              </p:cNvPr>
              <p:cNvSpPr txBox="1"/>
              <p:nvPr/>
            </p:nvSpPr>
            <p:spPr>
              <a:xfrm>
                <a:off x="4239541" y="2786025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44B1C28-33F0-2000-0189-938E422A9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541" y="2786025"/>
                <a:ext cx="1071154" cy="4088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B6059E6B-8F9C-3632-14B5-EB23721003A4}"/>
                  </a:ext>
                </a:extLst>
              </p:cNvPr>
              <p:cNvSpPr txBox="1"/>
              <p:nvPr/>
            </p:nvSpPr>
            <p:spPr>
              <a:xfrm>
                <a:off x="4239541" y="3415102"/>
                <a:ext cx="1071154" cy="40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B6059E6B-8F9C-3632-14B5-EB2372100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541" y="3415102"/>
                <a:ext cx="1071154" cy="4083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AAE7A892-6365-D03E-205E-D7F3D7490332}"/>
                  </a:ext>
                </a:extLst>
              </p:cNvPr>
              <p:cNvSpPr txBox="1"/>
              <p:nvPr/>
            </p:nvSpPr>
            <p:spPr>
              <a:xfrm>
                <a:off x="4237250" y="4042204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AAE7A892-6365-D03E-205E-D7F3D7490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250" y="4042204"/>
                <a:ext cx="1071154" cy="4088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9DD383B-5183-1F71-0D4A-272E10ED2F67}"/>
                  </a:ext>
                </a:extLst>
              </p:cNvPr>
              <p:cNvSpPr txBox="1"/>
              <p:nvPr/>
            </p:nvSpPr>
            <p:spPr>
              <a:xfrm>
                <a:off x="4242980" y="4683183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9DD383B-5183-1F71-0D4A-272E10ED2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980" y="4683183"/>
                <a:ext cx="1071154" cy="4088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DDA276E4-44A4-E361-F254-A100283F2609}"/>
                  </a:ext>
                </a:extLst>
              </p:cNvPr>
              <p:cNvSpPr txBox="1"/>
              <p:nvPr/>
            </p:nvSpPr>
            <p:spPr>
              <a:xfrm>
                <a:off x="4237250" y="5370395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DDA276E4-44A4-E361-F254-A100283F2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250" y="5370395"/>
                <a:ext cx="1071154" cy="4088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橢圓 53">
            <a:extLst>
              <a:ext uri="{FF2B5EF4-FFF2-40B4-BE49-F238E27FC236}">
                <a16:creationId xmlns:a16="http://schemas.microsoft.com/office/drawing/2014/main" id="{3C0593F2-6B66-1017-F1D2-128045D39B48}"/>
              </a:ext>
            </a:extLst>
          </p:cNvPr>
          <p:cNvSpPr/>
          <p:nvPr/>
        </p:nvSpPr>
        <p:spPr>
          <a:xfrm>
            <a:off x="6926526" y="1421191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DD14E4A4-AC7B-EF82-1D2B-A3C9E37C5DCC}"/>
              </a:ext>
            </a:extLst>
          </p:cNvPr>
          <p:cNvSpPr/>
          <p:nvPr/>
        </p:nvSpPr>
        <p:spPr>
          <a:xfrm>
            <a:off x="6926526" y="246186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BC6F64D1-7FB4-2C31-7524-E955888F13B9}"/>
              </a:ext>
            </a:extLst>
          </p:cNvPr>
          <p:cNvSpPr/>
          <p:nvPr/>
        </p:nvSpPr>
        <p:spPr>
          <a:xfrm>
            <a:off x="6926525" y="3502539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1798C345-D070-B4E5-07D3-801AF79AC6D0}"/>
              </a:ext>
            </a:extLst>
          </p:cNvPr>
          <p:cNvSpPr/>
          <p:nvPr/>
        </p:nvSpPr>
        <p:spPr>
          <a:xfrm>
            <a:off x="6926524" y="4541381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57870121-C7B6-6074-0420-5E02EE3FE459}"/>
              </a:ext>
            </a:extLst>
          </p:cNvPr>
          <p:cNvSpPr/>
          <p:nvPr/>
        </p:nvSpPr>
        <p:spPr>
          <a:xfrm>
            <a:off x="9735041" y="811821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8888EAB6-8DB1-5562-BCC1-C850F5D1DFE6}"/>
              </a:ext>
            </a:extLst>
          </p:cNvPr>
          <p:cNvSpPr/>
          <p:nvPr/>
        </p:nvSpPr>
        <p:spPr>
          <a:xfrm>
            <a:off x="9735043" y="144869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3BB1A6AD-B46B-6FFB-B501-25DB402B31D4}"/>
              </a:ext>
            </a:extLst>
          </p:cNvPr>
          <p:cNvSpPr/>
          <p:nvPr/>
        </p:nvSpPr>
        <p:spPr>
          <a:xfrm>
            <a:off x="9735041" y="2085563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7AFCDA81-2F39-B560-3D54-ED1B61FAD68C}"/>
              </a:ext>
            </a:extLst>
          </p:cNvPr>
          <p:cNvSpPr/>
          <p:nvPr/>
        </p:nvSpPr>
        <p:spPr>
          <a:xfrm>
            <a:off x="9735041" y="272266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69E72A4F-8048-592A-EEC1-3AC917683E4F}"/>
              </a:ext>
            </a:extLst>
          </p:cNvPr>
          <p:cNvSpPr/>
          <p:nvPr/>
        </p:nvSpPr>
        <p:spPr>
          <a:xfrm>
            <a:off x="9735041" y="335930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DE0E0C0-FFFC-AB1E-DE48-4C59AAC7E419}"/>
              </a:ext>
            </a:extLst>
          </p:cNvPr>
          <p:cNvSpPr/>
          <p:nvPr/>
        </p:nvSpPr>
        <p:spPr>
          <a:xfrm>
            <a:off x="9735041" y="399594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238E1385-165B-7BA5-62AD-765E341B73E1}"/>
              </a:ext>
            </a:extLst>
          </p:cNvPr>
          <p:cNvSpPr/>
          <p:nvPr/>
        </p:nvSpPr>
        <p:spPr>
          <a:xfrm>
            <a:off x="9735041" y="4633047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76355762-2AD8-420C-E228-42CB37033DA2}"/>
              </a:ext>
            </a:extLst>
          </p:cNvPr>
          <p:cNvSpPr/>
          <p:nvPr/>
        </p:nvSpPr>
        <p:spPr>
          <a:xfrm>
            <a:off x="9735041" y="5269687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3356495F-AA7A-F087-1401-94AF3F237E41}"/>
                  </a:ext>
                </a:extLst>
              </p:cNvPr>
              <p:cNvSpPr txBox="1"/>
              <p:nvPr/>
            </p:nvSpPr>
            <p:spPr>
              <a:xfrm>
                <a:off x="6096000" y="1338786"/>
                <a:ext cx="1071154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3356495F-AA7A-F087-1401-94AF3F237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38786"/>
                <a:ext cx="1071154" cy="4106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29597D7-8B00-8C83-1162-2973F53F742A}"/>
                  </a:ext>
                </a:extLst>
              </p:cNvPr>
              <p:cNvSpPr txBox="1"/>
              <p:nvPr/>
            </p:nvSpPr>
            <p:spPr>
              <a:xfrm>
                <a:off x="6164750" y="2364278"/>
                <a:ext cx="9336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29597D7-8B00-8C83-1162-2973F53F7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750" y="2364278"/>
                <a:ext cx="933654" cy="4219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C24C191-DD9B-6F6E-586E-86F9CC4680E7}"/>
                  </a:ext>
                </a:extLst>
              </p:cNvPr>
              <p:cNvSpPr txBox="1"/>
              <p:nvPr/>
            </p:nvSpPr>
            <p:spPr>
              <a:xfrm>
                <a:off x="6096000" y="3397448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C24C191-DD9B-6F6E-586E-86F9CC468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97448"/>
                <a:ext cx="1071154" cy="4219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320F6EB1-94A2-F7CF-6F0D-E168A1D2C92D}"/>
                  </a:ext>
                </a:extLst>
              </p:cNvPr>
              <p:cNvSpPr txBox="1"/>
              <p:nvPr/>
            </p:nvSpPr>
            <p:spPr>
              <a:xfrm>
                <a:off x="6097373" y="4430618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320F6EB1-94A2-F7CF-6F0D-E168A1D2C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373" y="4430618"/>
                <a:ext cx="1071154" cy="4219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C9CA621-CAA2-33DB-04C4-6DBFAC71A109}"/>
                  </a:ext>
                </a:extLst>
              </p:cNvPr>
              <p:cNvSpPr txBox="1"/>
              <p:nvPr/>
            </p:nvSpPr>
            <p:spPr>
              <a:xfrm>
                <a:off x="9796405" y="731605"/>
                <a:ext cx="1071154" cy="385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C9CA621-CAA2-33DB-04C4-6DBFAC71A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405" y="731605"/>
                <a:ext cx="1071154" cy="38561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2BB23C4E-244C-F099-0737-EAF1229F6F6A}"/>
                  </a:ext>
                </a:extLst>
              </p:cNvPr>
              <p:cNvSpPr txBox="1"/>
              <p:nvPr/>
            </p:nvSpPr>
            <p:spPr>
              <a:xfrm>
                <a:off x="9796405" y="1354726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2BB23C4E-244C-F099-0737-EAF1229F6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405" y="1354726"/>
                <a:ext cx="1071154" cy="3858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318F2464-AE19-4942-FAAC-735050C5CAE3}"/>
                  </a:ext>
                </a:extLst>
              </p:cNvPr>
              <p:cNvSpPr txBox="1"/>
              <p:nvPr/>
            </p:nvSpPr>
            <p:spPr>
              <a:xfrm>
                <a:off x="9796405" y="1980012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318F2464-AE19-4942-FAAC-735050C5C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405" y="1980012"/>
                <a:ext cx="1071154" cy="3858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BBDE4A5B-C9A9-C9C1-1572-89145FAFBB90}"/>
                  </a:ext>
                </a:extLst>
              </p:cNvPr>
              <p:cNvSpPr txBox="1"/>
              <p:nvPr/>
            </p:nvSpPr>
            <p:spPr>
              <a:xfrm>
                <a:off x="9798696" y="2605298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BBDE4A5B-C9A9-C9C1-1572-89145FAFB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696" y="2605298"/>
                <a:ext cx="1071154" cy="3858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3564297A-191D-0068-C983-69C0C1CB2A2F}"/>
                  </a:ext>
                </a:extLst>
              </p:cNvPr>
              <p:cNvSpPr txBox="1"/>
              <p:nvPr/>
            </p:nvSpPr>
            <p:spPr>
              <a:xfrm>
                <a:off x="9798696" y="3234375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3564297A-191D-0068-C983-69C0C1CB2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696" y="3234375"/>
                <a:ext cx="1071154" cy="3858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BD486BF5-F534-788A-9B93-CC67042B6C9A}"/>
                  </a:ext>
                </a:extLst>
              </p:cNvPr>
              <p:cNvSpPr txBox="1"/>
              <p:nvPr/>
            </p:nvSpPr>
            <p:spPr>
              <a:xfrm>
                <a:off x="9796405" y="3861477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BD486BF5-F534-788A-9B93-CC67042B6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405" y="3861477"/>
                <a:ext cx="1071154" cy="3858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218DA51-5360-89B2-5737-DD09E2D185B0}"/>
                  </a:ext>
                </a:extLst>
              </p:cNvPr>
              <p:cNvSpPr txBox="1"/>
              <p:nvPr/>
            </p:nvSpPr>
            <p:spPr>
              <a:xfrm>
                <a:off x="9802135" y="4502456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218DA51-5360-89B2-5737-DD09E2D18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135" y="4502456"/>
                <a:ext cx="1071154" cy="3858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FF7D1629-CA0D-70A1-4854-AA27294FB7CF}"/>
                  </a:ext>
                </a:extLst>
              </p:cNvPr>
              <p:cNvSpPr txBox="1"/>
              <p:nvPr/>
            </p:nvSpPr>
            <p:spPr>
              <a:xfrm>
                <a:off x="9796405" y="5189668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FF7D1629-CA0D-70A1-4854-AA27294FB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405" y="5189668"/>
                <a:ext cx="1071154" cy="3858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F45404F8-4A4E-FBEE-3634-E23A66D3469A}"/>
              </a:ext>
            </a:extLst>
          </p:cNvPr>
          <p:cNvCxnSpPr>
            <a:cxnSpLocks/>
            <a:stCxn id="42" idx="3"/>
            <a:endCxn id="8" idx="2"/>
          </p:cNvCxnSpPr>
          <p:nvPr/>
        </p:nvCxnSpPr>
        <p:spPr>
          <a:xfrm flipV="1">
            <a:off x="1661501" y="1117677"/>
            <a:ext cx="2567887" cy="6071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2E609785-79EB-3766-D9D3-7A8C5A95C03B}"/>
              </a:ext>
            </a:extLst>
          </p:cNvPr>
          <p:cNvCxnSpPr>
            <a:cxnSpLocks/>
            <a:stCxn id="42" idx="3"/>
            <a:endCxn id="9" idx="2"/>
          </p:cNvCxnSpPr>
          <p:nvPr/>
        </p:nvCxnSpPr>
        <p:spPr>
          <a:xfrm>
            <a:off x="1661501" y="1724858"/>
            <a:ext cx="2567889" cy="29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D775BC95-B2A7-B7D9-ABE7-A980131764E2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 flipV="1">
            <a:off x="1661504" y="2391419"/>
            <a:ext cx="2567884" cy="3763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9D249144-02BE-04A5-C47D-054252C3C18F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1661504" y="2767721"/>
            <a:ext cx="2567884" cy="26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0D714213-098A-CF11-672B-15698621CDD5}"/>
              </a:ext>
            </a:extLst>
          </p:cNvPr>
          <p:cNvCxnSpPr>
            <a:cxnSpLocks/>
            <a:stCxn id="44" idx="3"/>
            <a:endCxn id="12" idx="2"/>
          </p:cNvCxnSpPr>
          <p:nvPr/>
        </p:nvCxnSpPr>
        <p:spPr>
          <a:xfrm flipV="1">
            <a:off x="1661501" y="3665161"/>
            <a:ext cx="2567887" cy="1240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3120398A-45D7-039D-CBFE-F179ADB51075}"/>
              </a:ext>
            </a:extLst>
          </p:cNvPr>
          <p:cNvCxnSpPr>
            <a:cxnSpLocks/>
            <a:stCxn id="44" idx="3"/>
            <a:endCxn id="13" idx="2"/>
          </p:cNvCxnSpPr>
          <p:nvPr/>
        </p:nvCxnSpPr>
        <p:spPr>
          <a:xfrm>
            <a:off x="1661501" y="3789163"/>
            <a:ext cx="2567887" cy="512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C9B57181-29C4-56EC-1FB6-03AB16A58AFD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655876" y="4838793"/>
            <a:ext cx="2573512" cy="100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9FB916E6-8EA7-E95D-904B-E71360895B1D}"/>
              </a:ext>
            </a:extLst>
          </p:cNvPr>
          <p:cNvCxnSpPr>
            <a:cxnSpLocks/>
            <a:stCxn id="45" idx="3"/>
            <a:endCxn id="15" idx="2"/>
          </p:cNvCxnSpPr>
          <p:nvPr/>
        </p:nvCxnSpPr>
        <p:spPr>
          <a:xfrm>
            <a:off x="1662874" y="4822333"/>
            <a:ext cx="2566514" cy="7532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線接點 117">
            <a:extLst>
              <a:ext uri="{FF2B5EF4-FFF2-40B4-BE49-F238E27FC236}">
                <a16:creationId xmlns:a16="http://schemas.microsoft.com/office/drawing/2014/main" id="{CB5BEF16-8247-3A37-A966-42E20F24A483}"/>
              </a:ext>
            </a:extLst>
          </p:cNvPr>
          <p:cNvCxnSpPr>
            <a:cxnSpLocks/>
            <a:stCxn id="44" idx="3"/>
            <a:endCxn id="14" idx="2"/>
          </p:cNvCxnSpPr>
          <p:nvPr/>
        </p:nvCxnSpPr>
        <p:spPr>
          <a:xfrm>
            <a:off x="1661501" y="3789163"/>
            <a:ext cx="2567887" cy="11497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C29F82D9-498A-F833-D488-CFBFAE916049}"/>
              </a:ext>
            </a:extLst>
          </p:cNvPr>
          <p:cNvCxnSpPr>
            <a:cxnSpLocks/>
            <a:stCxn id="75" idx="3"/>
            <a:endCxn id="58" idx="2"/>
          </p:cNvCxnSpPr>
          <p:nvPr/>
        </p:nvCxnSpPr>
        <p:spPr>
          <a:xfrm flipV="1">
            <a:off x="7167154" y="936950"/>
            <a:ext cx="2567887" cy="6071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5BC676AC-DA18-F922-CB1C-1B965F60CC5E}"/>
              </a:ext>
            </a:extLst>
          </p:cNvPr>
          <p:cNvCxnSpPr>
            <a:cxnSpLocks/>
            <a:stCxn id="75" idx="3"/>
            <a:endCxn id="59" idx="2"/>
          </p:cNvCxnSpPr>
          <p:nvPr/>
        </p:nvCxnSpPr>
        <p:spPr>
          <a:xfrm>
            <a:off x="7167154" y="1544131"/>
            <a:ext cx="2567889" cy="29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EFB666E5-C8BD-C75C-7081-750579AD8706}"/>
              </a:ext>
            </a:extLst>
          </p:cNvPr>
          <p:cNvCxnSpPr>
            <a:cxnSpLocks/>
            <a:stCxn id="55" idx="6"/>
            <a:endCxn id="60" idx="2"/>
          </p:cNvCxnSpPr>
          <p:nvPr/>
        </p:nvCxnSpPr>
        <p:spPr>
          <a:xfrm flipV="1">
            <a:off x="7167157" y="2210692"/>
            <a:ext cx="2567884" cy="3763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DEB709CC-9ECD-D5E1-D6D4-D5C977EB31CF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7134383" y="2587185"/>
            <a:ext cx="2600658" cy="260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E580A036-4EC0-66AA-4CB3-4A0AE75AB909}"/>
              </a:ext>
            </a:extLst>
          </p:cNvPr>
          <p:cNvCxnSpPr>
            <a:cxnSpLocks/>
            <a:stCxn id="77" idx="3"/>
            <a:endCxn id="62" idx="2"/>
          </p:cNvCxnSpPr>
          <p:nvPr/>
        </p:nvCxnSpPr>
        <p:spPr>
          <a:xfrm flipV="1">
            <a:off x="7167154" y="3484434"/>
            <a:ext cx="2567887" cy="1240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EBEFF413-8F3A-F39A-13ED-6553AD22F788}"/>
              </a:ext>
            </a:extLst>
          </p:cNvPr>
          <p:cNvCxnSpPr>
            <a:cxnSpLocks/>
            <a:stCxn id="77" idx="3"/>
            <a:endCxn id="63" idx="2"/>
          </p:cNvCxnSpPr>
          <p:nvPr/>
        </p:nvCxnSpPr>
        <p:spPr>
          <a:xfrm>
            <a:off x="7167154" y="3608436"/>
            <a:ext cx="2567887" cy="512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線接點 134">
            <a:extLst>
              <a:ext uri="{FF2B5EF4-FFF2-40B4-BE49-F238E27FC236}">
                <a16:creationId xmlns:a16="http://schemas.microsoft.com/office/drawing/2014/main" id="{2FE3407E-7685-E54A-0201-B6348EED4114}"/>
              </a:ext>
            </a:extLst>
          </p:cNvPr>
          <p:cNvCxnSpPr>
            <a:cxnSpLocks/>
            <a:stCxn id="78" idx="3"/>
            <a:endCxn id="64" idx="2"/>
          </p:cNvCxnSpPr>
          <p:nvPr/>
        </p:nvCxnSpPr>
        <p:spPr>
          <a:xfrm>
            <a:off x="7168527" y="4641606"/>
            <a:ext cx="2566514" cy="1165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4633EC57-B5A4-DA2C-BEDB-CEC228716DF6}"/>
              </a:ext>
            </a:extLst>
          </p:cNvPr>
          <p:cNvCxnSpPr>
            <a:cxnSpLocks/>
            <a:stCxn id="78" idx="3"/>
            <a:endCxn id="65" idx="2"/>
          </p:cNvCxnSpPr>
          <p:nvPr/>
        </p:nvCxnSpPr>
        <p:spPr>
          <a:xfrm>
            <a:off x="7168527" y="4641606"/>
            <a:ext cx="2566514" cy="7532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DA8D586E-274A-2879-A81E-FCAF51D6D12B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7167154" y="3608436"/>
            <a:ext cx="2617270" cy="11497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53441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02CC82F3-79B2-0EB6-C7D7-CBD45B8829BC}"/>
              </a:ext>
            </a:extLst>
          </p:cNvPr>
          <p:cNvSpPr/>
          <p:nvPr/>
        </p:nvSpPr>
        <p:spPr>
          <a:xfrm>
            <a:off x="1269524" y="160645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4F14BFF-C7FC-4A29-3733-FC8B941503D8}"/>
              </a:ext>
            </a:extLst>
          </p:cNvPr>
          <p:cNvSpPr/>
          <p:nvPr/>
        </p:nvSpPr>
        <p:spPr>
          <a:xfrm>
            <a:off x="1269524" y="264712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E1E1836-78D4-482D-C0DD-EBAFC62A0695}"/>
              </a:ext>
            </a:extLst>
          </p:cNvPr>
          <p:cNvSpPr/>
          <p:nvPr/>
        </p:nvSpPr>
        <p:spPr>
          <a:xfrm>
            <a:off x="1269523" y="368780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84AE504-E1B7-8871-0ED7-B827D7ECCC71}"/>
              </a:ext>
            </a:extLst>
          </p:cNvPr>
          <p:cNvSpPr/>
          <p:nvPr/>
        </p:nvSpPr>
        <p:spPr>
          <a:xfrm>
            <a:off x="1269522" y="472664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24F53BF-0522-905A-745E-03F983DB9B6A}"/>
              </a:ext>
            </a:extLst>
          </p:cNvPr>
          <p:cNvSpPr/>
          <p:nvPr/>
        </p:nvSpPr>
        <p:spPr>
          <a:xfrm>
            <a:off x="4078039" y="99708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D9B68D0E-1895-51F3-0065-C33A82900730}"/>
              </a:ext>
            </a:extLst>
          </p:cNvPr>
          <p:cNvSpPr/>
          <p:nvPr/>
        </p:nvSpPr>
        <p:spPr>
          <a:xfrm>
            <a:off x="4078041" y="163395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04B5CA8-4AE8-19EE-9650-9965A7990799}"/>
              </a:ext>
            </a:extLst>
          </p:cNvPr>
          <p:cNvSpPr/>
          <p:nvPr/>
        </p:nvSpPr>
        <p:spPr>
          <a:xfrm>
            <a:off x="4078039" y="2270826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F4346F3-91F3-5CD7-C690-B77F8D4D7D1A}"/>
              </a:ext>
            </a:extLst>
          </p:cNvPr>
          <p:cNvSpPr/>
          <p:nvPr/>
        </p:nvSpPr>
        <p:spPr>
          <a:xfrm>
            <a:off x="4078039" y="290792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577AD27-D3D1-395C-2AF9-F99B1A6D35C1}"/>
              </a:ext>
            </a:extLst>
          </p:cNvPr>
          <p:cNvSpPr/>
          <p:nvPr/>
        </p:nvSpPr>
        <p:spPr>
          <a:xfrm>
            <a:off x="4078039" y="354456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9314C7C-B0E1-E272-058E-4C69F95D8565}"/>
              </a:ext>
            </a:extLst>
          </p:cNvPr>
          <p:cNvSpPr/>
          <p:nvPr/>
        </p:nvSpPr>
        <p:spPr>
          <a:xfrm>
            <a:off x="4078039" y="418120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CB16AC8-77FD-D187-E2E8-BE4F4BC6AD98}"/>
              </a:ext>
            </a:extLst>
          </p:cNvPr>
          <p:cNvSpPr/>
          <p:nvPr/>
        </p:nvSpPr>
        <p:spPr>
          <a:xfrm>
            <a:off x="4078039" y="481831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4CD3C309-08C8-7FE7-C330-D2285A8D6D7B}"/>
              </a:ext>
            </a:extLst>
          </p:cNvPr>
          <p:cNvSpPr/>
          <p:nvPr/>
        </p:nvSpPr>
        <p:spPr>
          <a:xfrm>
            <a:off x="4078039" y="545495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F596E09-F77A-118B-D5C6-4FCF6749C7EF}"/>
                  </a:ext>
                </a:extLst>
              </p:cNvPr>
              <p:cNvSpPr txBox="1"/>
              <p:nvPr/>
            </p:nvSpPr>
            <p:spPr>
              <a:xfrm>
                <a:off x="438998" y="1524049"/>
                <a:ext cx="1071154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F596E09-F77A-118B-D5C6-4FCF6749C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98" y="1524049"/>
                <a:ext cx="1071154" cy="4106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8726859-904F-0E54-61E9-AB2708775CE1}"/>
                  </a:ext>
                </a:extLst>
              </p:cNvPr>
              <p:cNvSpPr txBox="1"/>
              <p:nvPr/>
            </p:nvSpPr>
            <p:spPr>
              <a:xfrm>
                <a:off x="507748" y="2549541"/>
                <a:ext cx="9336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8726859-904F-0E54-61E9-AB270877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48" y="2549541"/>
                <a:ext cx="933654" cy="421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B3D57051-6A0D-78E1-A2AC-5A84282D7CC7}"/>
                  </a:ext>
                </a:extLst>
              </p:cNvPr>
              <p:cNvSpPr txBox="1"/>
              <p:nvPr/>
            </p:nvSpPr>
            <p:spPr>
              <a:xfrm>
                <a:off x="438998" y="3582711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B3D57051-6A0D-78E1-A2AC-5A84282D7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98" y="3582711"/>
                <a:ext cx="1071154" cy="421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7A49BAA-6EE1-9376-3D41-BD877980D498}"/>
                  </a:ext>
                </a:extLst>
              </p:cNvPr>
              <p:cNvSpPr txBox="1"/>
              <p:nvPr/>
            </p:nvSpPr>
            <p:spPr>
              <a:xfrm>
                <a:off x="440371" y="4615881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7A49BAA-6EE1-9376-3D41-BD877980D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71" y="4615881"/>
                <a:ext cx="1071154" cy="421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6D67B03-23CC-5EC2-24CC-BD387C3018C8}"/>
                  </a:ext>
                </a:extLst>
              </p:cNvPr>
              <p:cNvSpPr txBox="1"/>
              <p:nvPr/>
            </p:nvSpPr>
            <p:spPr>
              <a:xfrm>
                <a:off x="4085901" y="916868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6D67B03-23CC-5EC2-24CC-BD387C301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01" y="916868"/>
                <a:ext cx="1071154" cy="4088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3A471EC-A18E-5860-5009-C9BA117782EB}"/>
                  </a:ext>
                </a:extLst>
              </p:cNvPr>
              <p:cNvSpPr txBox="1"/>
              <p:nvPr/>
            </p:nvSpPr>
            <p:spPr>
              <a:xfrm>
                <a:off x="4085901" y="1539989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3A471EC-A18E-5860-5009-C9BA11778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01" y="1539989"/>
                <a:ext cx="1071154" cy="4088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1EAAE60-7795-606C-F01E-D79F202B6795}"/>
                  </a:ext>
                </a:extLst>
              </p:cNvPr>
              <p:cNvSpPr txBox="1"/>
              <p:nvPr/>
            </p:nvSpPr>
            <p:spPr>
              <a:xfrm>
                <a:off x="4085901" y="2165275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1EAAE60-7795-606C-F01E-D79F202B6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01" y="2165275"/>
                <a:ext cx="1071154" cy="4088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1772761-AD68-AF0F-1733-6436C12FA673}"/>
                  </a:ext>
                </a:extLst>
              </p:cNvPr>
              <p:cNvSpPr txBox="1"/>
              <p:nvPr/>
            </p:nvSpPr>
            <p:spPr>
              <a:xfrm>
                <a:off x="4088192" y="2790561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1772761-AD68-AF0F-1733-6436C12FA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192" y="2790561"/>
                <a:ext cx="1071154" cy="4088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A92600D-D473-9AE2-2980-373D58AD20C2}"/>
                  </a:ext>
                </a:extLst>
              </p:cNvPr>
              <p:cNvSpPr txBox="1"/>
              <p:nvPr/>
            </p:nvSpPr>
            <p:spPr>
              <a:xfrm>
                <a:off x="4088192" y="3419638"/>
                <a:ext cx="1071154" cy="40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A92600D-D473-9AE2-2980-373D58AD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192" y="3419638"/>
                <a:ext cx="1071154" cy="4083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4FE5CBF-C514-A786-5888-04CCC750C5AF}"/>
                  </a:ext>
                </a:extLst>
              </p:cNvPr>
              <p:cNvSpPr txBox="1"/>
              <p:nvPr/>
            </p:nvSpPr>
            <p:spPr>
              <a:xfrm>
                <a:off x="4085901" y="4046740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4FE5CBF-C514-A786-5888-04CCC750C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01" y="4046740"/>
                <a:ext cx="1071154" cy="4088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47DB8CC-24BE-7DA8-8D97-0664250FADB4}"/>
                  </a:ext>
                </a:extLst>
              </p:cNvPr>
              <p:cNvSpPr txBox="1"/>
              <p:nvPr/>
            </p:nvSpPr>
            <p:spPr>
              <a:xfrm>
                <a:off x="4091631" y="4687719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47DB8CC-24BE-7DA8-8D97-0664250F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631" y="4687719"/>
                <a:ext cx="1071154" cy="4088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892EB6F-A8CB-C49D-DEA9-F6394C62799C}"/>
                  </a:ext>
                </a:extLst>
              </p:cNvPr>
              <p:cNvSpPr txBox="1"/>
              <p:nvPr/>
            </p:nvSpPr>
            <p:spPr>
              <a:xfrm>
                <a:off x="4085901" y="5374931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892EB6F-A8CB-C49D-DEA9-F6394C627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01" y="5374931"/>
                <a:ext cx="1071154" cy="4088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11EFF58-DDD9-D07C-153F-90FF4795F480}"/>
              </a:ext>
            </a:extLst>
          </p:cNvPr>
          <p:cNvCxnSpPr>
            <a:cxnSpLocks/>
            <a:stCxn id="16" idx="3"/>
            <a:endCxn id="8" idx="2"/>
          </p:cNvCxnSpPr>
          <p:nvPr/>
        </p:nvCxnSpPr>
        <p:spPr>
          <a:xfrm flipV="1">
            <a:off x="1510152" y="1122213"/>
            <a:ext cx="2567887" cy="607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7AEE58D7-5363-ABA1-9D32-DBBCD8F17C6E}"/>
              </a:ext>
            </a:extLst>
          </p:cNvPr>
          <p:cNvCxnSpPr>
            <a:cxnSpLocks/>
            <a:stCxn id="16" idx="3"/>
            <a:endCxn id="9" idx="2"/>
          </p:cNvCxnSpPr>
          <p:nvPr/>
        </p:nvCxnSpPr>
        <p:spPr>
          <a:xfrm>
            <a:off x="1510152" y="1729394"/>
            <a:ext cx="2567889" cy="29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31B3C49E-7EF2-728E-F5AA-8B44B279E778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 flipV="1">
            <a:off x="1510155" y="2395955"/>
            <a:ext cx="2567884" cy="3763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946756F8-6043-1E6B-17D2-4571F42363AE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1510155" y="2772257"/>
            <a:ext cx="2567884" cy="26080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DB9DFC0-9FB9-E1A4-7778-7CB876BC2BAC}"/>
              </a:ext>
            </a:extLst>
          </p:cNvPr>
          <p:cNvCxnSpPr>
            <a:cxnSpLocks/>
            <a:stCxn id="18" idx="3"/>
            <a:endCxn id="12" idx="2"/>
          </p:cNvCxnSpPr>
          <p:nvPr/>
        </p:nvCxnSpPr>
        <p:spPr>
          <a:xfrm flipV="1">
            <a:off x="1510152" y="3669697"/>
            <a:ext cx="2567887" cy="1240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289863C-76A8-33FD-1289-F42292E8C3C6}"/>
              </a:ext>
            </a:extLst>
          </p:cNvPr>
          <p:cNvCxnSpPr>
            <a:cxnSpLocks/>
            <a:stCxn id="18" idx="3"/>
            <a:endCxn id="13" idx="2"/>
          </p:cNvCxnSpPr>
          <p:nvPr/>
        </p:nvCxnSpPr>
        <p:spPr>
          <a:xfrm>
            <a:off x="1510152" y="3793699"/>
            <a:ext cx="2567887" cy="512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DD5D1B66-EED4-B1B1-0AE7-ED644EFAD533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504527" y="4843329"/>
            <a:ext cx="2573512" cy="100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795921DE-2ADA-9BA4-7946-2BBFF04CC6F3}"/>
              </a:ext>
            </a:extLst>
          </p:cNvPr>
          <p:cNvCxnSpPr>
            <a:cxnSpLocks/>
            <a:stCxn id="19" idx="3"/>
            <a:endCxn id="15" idx="2"/>
          </p:cNvCxnSpPr>
          <p:nvPr/>
        </p:nvCxnSpPr>
        <p:spPr>
          <a:xfrm>
            <a:off x="1511525" y="4826869"/>
            <a:ext cx="2566514" cy="7532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F58F199C-44B8-9288-C43B-D45FCDFF8130}"/>
              </a:ext>
            </a:extLst>
          </p:cNvPr>
          <p:cNvCxnSpPr>
            <a:cxnSpLocks/>
            <a:stCxn id="18" idx="3"/>
            <a:endCxn id="14" idx="2"/>
          </p:cNvCxnSpPr>
          <p:nvPr/>
        </p:nvCxnSpPr>
        <p:spPr>
          <a:xfrm>
            <a:off x="1510152" y="3793699"/>
            <a:ext cx="2567887" cy="114974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A254C99B-D03C-5D8A-3695-6A5CC81EFE95}"/>
              </a:ext>
            </a:extLst>
          </p:cNvPr>
          <p:cNvSpPr/>
          <p:nvPr/>
        </p:nvSpPr>
        <p:spPr>
          <a:xfrm>
            <a:off x="2514969" y="1298997"/>
            <a:ext cx="566113" cy="22125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C29B40B2-EFAA-D665-F03E-026A5DEA7A16}"/>
              </a:ext>
            </a:extLst>
          </p:cNvPr>
          <p:cNvSpPr/>
          <p:nvPr/>
        </p:nvSpPr>
        <p:spPr>
          <a:xfrm>
            <a:off x="2514968" y="1618729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64764673-AA27-1A82-A673-13BB2E4E08DC}"/>
              </a:ext>
            </a:extLst>
          </p:cNvPr>
          <p:cNvSpPr/>
          <p:nvPr/>
        </p:nvSpPr>
        <p:spPr>
          <a:xfrm>
            <a:off x="2514968" y="2473480"/>
            <a:ext cx="55405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sz="1400" dirty="0"/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6D9E8E13-CAAF-A275-D416-1289847AA523}"/>
              </a:ext>
            </a:extLst>
          </p:cNvPr>
          <p:cNvSpPr/>
          <p:nvPr/>
        </p:nvSpPr>
        <p:spPr>
          <a:xfrm>
            <a:off x="2514969" y="3606702"/>
            <a:ext cx="566112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dirty="0"/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AFDEEE46-88B1-FE67-7382-F6EC8F7CA9F1}"/>
              </a:ext>
            </a:extLst>
          </p:cNvPr>
          <p:cNvSpPr/>
          <p:nvPr/>
        </p:nvSpPr>
        <p:spPr>
          <a:xfrm>
            <a:off x="2514968" y="3920852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2FD4A8CD-683A-AF0D-6F38-DBB007632E9E}"/>
              </a:ext>
            </a:extLst>
          </p:cNvPr>
          <p:cNvSpPr/>
          <p:nvPr/>
        </p:nvSpPr>
        <p:spPr>
          <a:xfrm>
            <a:off x="2514968" y="4246955"/>
            <a:ext cx="566113" cy="2212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1400" dirty="0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6E331D56-4621-CFB2-43CB-9D89F5053003}"/>
              </a:ext>
            </a:extLst>
          </p:cNvPr>
          <p:cNvSpPr/>
          <p:nvPr/>
        </p:nvSpPr>
        <p:spPr>
          <a:xfrm>
            <a:off x="2514968" y="4791908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1600" dirty="0"/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076DD9A4-9F84-4727-5E52-94CBBB9623EE}"/>
              </a:ext>
            </a:extLst>
          </p:cNvPr>
          <p:cNvSpPr/>
          <p:nvPr/>
        </p:nvSpPr>
        <p:spPr>
          <a:xfrm>
            <a:off x="2514968" y="5117590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DD878E7A-094B-869F-09E4-1B910FCBF3C9}"/>
              </a:ext>
            </a:extLst>
          </p:cNvPr>
          <p:cNvSpPr/>
          <p:nvPr/>
        </p:nvSpPr>
        <p:spPr>
          <a:xfrm>
            <a:off x="2514968" y="2812949"/>
            <a:ext cx="566113" cy="2212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C597EF95-7E88-F0BF-9F55-F16679AB7C90}"/>
              </a:ext>
            </a:extLst>
          </p:cNvPr>
          <p:cNvSpPr/>
          <p:nvPr/>
        </p:nvSpPr>
        <p:spPr>
          <a:xfrm>
            <a:off x="7029215" y="159231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92B919F4-444C-66F7-10E7-72AECFC20160}"/>
              </a:ext>
            </a:extLst>
          </p:cNvPr>
          <p:cNvSpPr/>
          <p:nvPr/>
        </p:nvSpPr>
        <p:spPr>
          <a:xfrm>
            <a:off x="7029215" y="263298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78F6DFD4-5620-555A-5FB8-FEC0A4E6409C}"/>
              </a:ext>
            </a:extLst>
          </p:cNvPr>
          <p:cNvSpPr/>
          <p:nvPr/>
        </p:nvSpPr>
        <p:spPr>
          <a:xfrm>
            <a:off x="7029214" y="367365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214BDECF-F40E-EAED-C853-16AC02B3D1A4}"/>
              </a:ext>
            </a:extLst>
          </p:cNvPr>
          <p:cNvSpPr/>
          <p:nvPr/>
        </p:nvSpPr>
        <p:spPr>
          <a:xfrm>
            <a:off x="7029213" y="471250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3825BFF2-4C39-9E03-7F48-718E851E8D52}"/>
              </a:ext>
            </a:extLst>
          </p:cNvPr>
          <p:cNvSpPr/>
          <p:nvPr/>
        </p:nvSpPr>
        <p:spPr>
          <a:xfrm>
            <a:off x="9837730" y="98294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AE532C9F-52EC-E10A-8300-2242281D5A0A}"/>
              </a:ext>
            </a:extLst>
          </p:cNvPr>
          <p:cNvSpPr/>
          <p:nvPr/>
        </p:nvSpPr>
        <p:spPr>
          <a:xfrm>
            <a:off x="9837732" y="1619811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9BC4DAE9-E250-43D8-CB90-A4F508090EAD}"/>
              </a:ext>
            </a:extLst>
          </p:cNvPr>
          <p:cNvSpPr/>
          <p:nvPr/>
        </p:nvSpPr>
        <p:spPr>
          <a:xfrm>
            <a:off x="9837730" y="225668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9A267DD-FCE4-7B4C-5E9E-475B7EFBDAB8}"/>
              </a:ext>
            </a:extLst>
          </p:cNvPr>
          <p:cNvSpPr/>
          <p:nvPr/>
        </p:nvSpPr>
        <p:spPr>
          <a:xfrm>
            <a:off x="9837730" y="289378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D399B2A9-918F-BD23-D377-4795ECDDB630}"/>
              </a:ext>
            </a:extLst>
          </p:cNvPr>
          <p:cNvSpPr/>
          <p:nvPr/>
        </p:nvSpPr>
        <p:spPr>
          <a:xfrm>
            <a:off x="9837730" y="353042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8C97EA4A-C269-725F-CBC9-E9BCC0B0AA2B}"/>
              </a:ext>
            </a:extLst>
          </p:cNvPr>
          <p:cNvSpPr/>
          <p:nvPr/>
        </p:nvSpPr>
        <p:spPr>
          <a:xfrm>
            <a:off x="9837730" y="4167064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47077306-33B1-FDB3-C9F2-BA4796089AE1}"/>
              </a:ext>
            </a:extLst>
          </p:cNvPr>
          <p:cNvSpPr/>
          <p:nvPr/>
        </p:nvSpPr>
        <p:spPr>
          <a:xfrm>
            <a:off x="9837730" y="4804166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51983EDB-1550-1A78-1CAA-0F95E0BEBA06}"/>
              </a:ext>
            </a:extLst>
          </p:cNvPr>
          <p:cNvSpPr/>
          <p:nvPr/>
        </p:nvSpPr>
        <p:spPr>
          <a:xfrm>
            <a:off x="9837730" y="5440806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41D6ED0A-FA5E-C848-8780-F3DA51D93B49}"/>
                  </a:ext>
                </a:extLst>
              </p:cNvPr>
              <p:cNvSpPr txBox="1"/>
              <p:nvPr/>
            </p:nvSpPr>
            <p:spPr>
              <a:xfrm>
                <a:off x="6198689" y="1509905"/>
                <a:ext cx="1071154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41D6ED0A-FA5E-C848-8780-F3DA51D93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689" y="1509905"/>
                <a:ext cx="1071154" cy="4106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A05B35C-5CF7-44A2-98BD-E53DE42A926D}"/>
                  </a:ext>
                </a:extLst>
              </p:cNvPr>
              <p:cNvSpPr txBox="1"/>
              <p:nvPr/>
            </p:nvSpPr>
            <p:spPr>
              <a:xfrm>
                <a:off x="6267439" y="2535397"/>
                <a:ext cx="9336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A05B35C-5CF7-44A2-98BD-E53DE42A9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39" y="2535397"/>
                <a:ext cx="933654" cy="4219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4633301-CAC4-D898-D0B8-30B181634DCC}"/>
                  </a:ext>
                </a:extLst>
              </p:cNvPr>
              <p:cNvSpPr txBox="1"/>
              <p:nvPr/>
            </p:nvSpPr>
            <p:spPr>
              <a:xfrm>
                <a:off x="6198689" y="3568567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4633301-CAC4-D898-D0B8-30B181634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689" y="3568567"/>
                <a:ext cx="1071154" cy="4219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5FD41C82-B55A-BBEE-DF7A-B43981EABAAF}"/>
                  </a:ext>
                </a:extLst>
              </p:cNvPr>
              <p:cNvSpPr txBox="1"/>
              <p:nvPr/>
            </p:nvSpPr>
            <p:spPr>
              <a:xfrm>
                <a:off x="6200062" y="4601737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5FD41C82-B55A-BBEE-DF7A-B43981EAB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062" y="4601737"/>
                <a:ext cx="1071154" cy="4219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FE13F559-483B-12CA-DA40-9EEECF94CB95}"/>
                  </a:ext>
                </a:extLst>
              </p:cNvPr>
              <p:cNvSpPr txBox="1"/>
              <p:nvPr/>
            </p:nvSpPr>
            <p:spPr>
              <a:xfrm>
                <a:off x="9845592" y="902724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FE13F559-483B-12CA-DA40-9EEECF94C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592" y="902724"/>
                <a:ext cx="1071154" cy="40889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7B4A127-76A9-D7C2-D1EF-6761832FE7AD}"/>
                  </a:ext>
                </a:extLst>
              </p:cNvPr>
              <p:cNvSpPr txBox="1"/>
              <p:nvPr/>
            </p:nvSpPr>
            <p:spPr>
              <a:xfrm>
                <a:off x="9845592" y="1525845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7B4A127-76A9-D7C2-D1EF-6761832FE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592" y="1525845"/>
                <a:ext cx="1071154" cy="40889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74B6F70-8CE8-2F3C-606E-B3DF6300409E}"/>
                  </a:ext>
                </a:extLst>
              </p:cNvPr>
              <p:cNvSpPr txBox="1"/>
              <p:nvPr/>
            </p:nvSpPr>
            <p:spPr>
              <a:xfrm>
                <a:off x="9845592" y="2151131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74B6F70-8CE8-2F3C-606E-B3DF63004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592" y="2151131"/>
                <a:ext cx="1071154" cy="40889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ABD9F66-ED8E-045A-1476-2B5110869D64}"/>
                  </a:ext>
                </a:extLst>
              </p:cNvPr>
              <p:cNvSpPr txBox="1"/>
              <p:nvPr/>
            </p:nvSpPr>
            <p:spPr>
              <a:xfrm>
                <a:off x="9847883" y="2776417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ABD9F66-ED8E-045A-1476-2B5110869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883" y="2776417"/>
                <a:ext cx="1071154" cy="40889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BA5BC62A-99CC-8A89-ED03-E42602D280A6}"/>
                  </a:ext>
                </a:extLst>
              </p:cNvPr>
              <p:cNvSpPr txBox="1"/>
              <p:nvPr/>
            </p:nvSpPr>
            <p:spPr>
              <a:xfrm>
                <a:off x="9847883" y="3405494"/>
                <a:ext cx="1071154" cy="40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BA5BC62A-99CC-8A89-ED03-E42602D28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883" y="3405494"/>
                <a:ext cx="1071154" cy="40831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EDDDFE7A-FF6E-03DD-2989-238F12C6EAD8}"/>
                  </a:ext>
                </a:extLst>
              </p:cNvPr>
              <p:cNvSpPr txBox="1"/>
              <p:nvPr/>
            </p:nvSpPr>
            <p:spPr>
              <a:xfrm>
                <a:off x="9845592" y="4032596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EDDDFE7A-FF6E-03DD-2989-238F12C6E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592" y="4032596"/>
                <a:ext cx="1071154" cy="40889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14BB80B1-7EBE-F804-45A0-1D5BFB1B4ADE}"/>
                  </a:ext>
                </a:extLst>
              </p:cNvPr>
              <p:cNvSpPr txBox="1"/>
              <p:nvPr/>
            </p:nvSpPr>
            <p:spPr>
              <a:xfrm>
                <a:off x="9851322" y="4673575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14BB80B1-7EBE-F804-45A0-1D5BFB1B4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322" y="4673575"/>
                <a:ext cx="1071154" cy="40889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F1F2139-B842-037D-9975-B21FCF95E715}"/>
                  </a:ext>
                </a:extLst>
              </p:cNvPr>
              <p:cNvSpPr txBox="1"/>
              <p:nvPr/>
            </p:nvSpPr>
            <p:spPr>
              <a:xfrm>
                <a:off x="9845592" y="5360787"/>
                <a:ext cx="1071154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F1F2139-B842-037D-9975-B21FCF95E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592" y="5360787"/>
                <a:ext cx="1071154" cy="40889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5B981EBE-8F3C-F683-F06D-11DF5A169364}"/>
              </a:ext>
            </a:extLst>
          </p:cNvPr>
          <p:cNvCxnSpPr>
            <a:cxnSpLocks/>
            <a:stCxn id="59" idx="3"/>
            <a:endCxn id="51" idx="2"/>
          </p:cNvCxnSpPr>
          <p:nvPr/>
        </p:nvCxnSpPr>
        <p:spPr>
          <a:xfrm flipV="1">
            <a:off x="7269843" y="1108069"/>
            <a:ext cx="2567887" cy="60718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31BE3D91-0B3B-4EB5-44D5-4CE34961B1FF}"/>
              </a:ext>
            </a:extLst>
          </p:cNvPr>
          <p:cNvCxnSpPr>
            <a:cxnSpLocks/>
            <a:stCxn id="59" idx="3"/>
            <a:endCxn id="52" idx="2"/>
          </p:cNvCxnSpPr>
          <p:nvPr/>
        </p:nvCxnSpPr>
        <p:spPr>
          <a:xfrm>
            <a:off x="7269843" y="1715250"/>
            <a:ext cx="2567889" cy="29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5A47B012-DD98-9FD4-7A5A-4253F2D460FC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 flipV="1">
            <a:off x="7269846" y="2381811"/>
            <a:ext cx="2567884" cy="3763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0454DE24-38C0-CAC8-3720-7B8200F9A915}"/>
              </a:ext>
            </a:extLst>
          </p:cNvPr>
          <p:cNvCxnSpPr>
            <a:cxnSpLocks/>
            <a:stCxn id="48" idx="6"/>
            <a:endCxn id="54" idx="2"/>
          </p:cNvCxnSpPr>
          <p:nvPr/>
        </p:nvCxnSpPr>
        <p:spPr>
          <a:xfrm>
            <a:off x="7269846" y="2758113"/>
            <a:ext cx="2567884" cy="26080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33849013-F8BA-043F-70DA-1D5B1304E0EB}"/>
              </a:ext>
            </a:extLst>
          </p:cNvPr>
          <p:cNvCxnSpPr>
            <a:cxnSpLocks/>
            <a:stCxn id="61" idx="3"/>
            <a:endCxn id="55" idx="2"/>
          </p:cNvCxnSpPr>
          <p:nvPr/>
        </p:nvCxnSpPr>
        <p:spPr>
          <a:xfrm flipV="1">
            <a:off x="7269843" y="3655553"/>
            <a:ext cx="2567887" cy="1240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BD3A26FF-8FD0-13A3-5B9B-A2E33D107BC5}"/>
              </a:ext>
            </a:extLst>
          </p:cNvPr>
          <p:cNvCxnSpPr>
            <a:cxnSpLocks/>
            <a:stCxn id="61" idx="3"/>
            <a:endCxn id="56" idx="2"/>
          </p:cNvCxnSpPr>
          <p:nvPr/>
        </p:nvCxnSpPr>
        <p:spPr>
          <a:xfrm>
            <a:off x="7269843" y="3779555"/>
            <a:ext cx="2567887" cy="512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23F5CBB3-1E44-EC5A-C46E-1DF2B81FB263}"/>
              </a:ext>
            </a:extLst>
          </p:cNvPr>
          <p:cNvCxnSpPr>
            <a:cxnSpLocks/>
            <a:endCxn id="57" idx="2"/>
          </p:cNvCxnSpPr>
          <p:nvPr/>
        </p:nvCxnSpPr>
        <p:spPr>
          <a:xfrm>
            <a:off x="7264218" y="4829185"/>
            <a:ext cx="2573512" cy="100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F3F23517-1F7F-F348-8868-F46846933C03}"/>
              </a:ext>
            </a:extLst>
          </p:cNvPr>
          <p:cNvCxnSpPr>
            <a:cxnSpLocks/>
            <a:stCxn id="50" idx="6"/>
            <a:endCxn id="58" idx="2"/>
          </p:cNvCxnSpPr>
          <p:nvPr/>
        </p:nvCxnSpPr>
        <p:spPr>
          <a:xfrm>
            <a:off x="7269844" y="4837629"/>
            <a:ext cx="2567886" cy="728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6AA087D8-113F-13DD-1546-B4E442001028}"/>
              </a:ext>
            </a:extLst>
          </p:cNvPr>
          <p:cNvCxnSpPr>
            <a:cxnSpLocks/>
            <a:stCxn id="61" idx="3"/>
            <a:endCxn id="57" idx="2"/>
          </p:cNvCxnSpPr>
          <p:nvPr/>
        </p:nvCxnSpPr>
        <p:spPr>
          <a:xfrm>
            <a:off x="7269843" y="3779555"/>
            <a:ext cx="2567887" cy="114974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圖片 81">
            <a:extLst>
              <a:ext uri="{FF2B5EF4-FFF2-40B4-BE49-F238E27FC236}">
                <a16:creationId xmlns:a16="http://schemas.microsoft.com/office/drawing/2014/main" id="{D566D83D-E569-1694-7087-19BFB85BB56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00874" y="997084"/>
            <a:ext cx="161948" cy="152421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D80EBAFC-B5FD-9609-A50B-DC87E68E9AA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00874" y="2913696"/>
            <a:ext cx="161948" cy="152421"/>
          </a:xfrm>
          <a:prstGeom prst="rect">
            <a:avLst/>
          </a:prstGeom>
        </p:spPr>
      </p:pic>
      <p:sp>
        <p:nvSpPr>
          <p:cNvPr id="85" name="文字方塊 84">
            <a:extLst>
              <a:ext uri="{FF2B5EF4-FFF2-40B4-BE49-F238E27FC236}">
                <a16:creationId xmlns:a16="http://schemas.microsoft.com/office/drawing/2014/main" id="{744F3471-79DA-9069-45C2-FF3284A5FFB6}"/>
              </a:ext>
            </a:extLst>
          </p:cNvPr>
          <p:cNvSpPr txBox="1"/>
          <p:nvPr/>
        </p:nvSpPr>
        <p:spPr>
          <a:xfrm>
            <a:off x="6267439" y="1815053"/>
            <a:ext cx="16549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</a:rPr>
              <a:t>No </a:t>
            </a:r>
            <a:r>
              <a:rPr lang="vi-VN" sz="1100" dirty="0">
                <a:solidFill>
                  <a:srgbClr val="C00000"/>
                </a:solidFill>
              </a:rPr>
              <a:t>Capacity</a:t>
            </a:r>
            <a:r>
              <a:rPr lang="en-US" sz="1100" dirty="0">
                <a:solidFill>
                  <a:srgbClr val="C00000"/>
                </a:solidFill>
              </a:rPr>
              <a:t> </a:t>
            </a:r>
            <a:endParaRPr lang="vi-VN" sz="1100" dirty="0">
              <a:solidFill>
                <a:srgbClr val="C00000"/>
              </a:solidFill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A99688A9-272D-1AD5-0EE2-6404B4B0F8D6}"/>
              </a:ext>
            </a:extLst>
          </p:cNvPr>
          <p:cNvSpPr/>
          <p:nvPr/>
        </p:nvSpPr>
        <p:spPr>
          <a:xfrm>
            <a:off x="8311477" y="1619665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9D0CACDD-4DB8-688A-BA35-FB6E6009F823}"/>
              </a:ext>
            </a:extLst>
          </p:cNvPr>
          <p:cNvSpPr/>
          <p:nvPr/>
        </p:nvSpPr>
        <p:spPr>
          <a:xfrm>
            <a:off x="8309186" y="2456214"/>
            <a:ext cx="55405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sz="1400" dirty="0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E3C0F4BC-4FA3-2F9E-B99C-CA6583656016}"/>
              </a:ext>
            </a:extLst>
          </p:cNvPr>
          <p:cNvSpPr txBox="1"/>
          <p:nvPr/>
        </p:nvSpPr>
        <p:spPr>
          <a:xfrm>
            <a:off x="10078361" y="4990045"/>
            <a:ext cx="16549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</a:rPr>
              <a:t>No User </a:t>
            </a:r>
            <a:endParaRPr lang="vi-VN" sz="1100" dirty="0">
              <a:solidFill>
                <a:srgbClr val="C00000"/>
              </a:solidFill>
            </a:endParaRPr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54CC9EA2-B669-88FB-E3DA-5F3C8C5FA7C7}"/>
              </a:ext>
            </a:extLst>
          </p:cNvPr>
          <p:cNvSpPr/>
          <p:nvPr/>
        </p:nvSpPr>
        <p:spPr>
          <a:xfrm>
            <a:off x="8351150" y="3606702"/>
            <a:ext cx="566112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vi-VN" dirty="0"/>
          </a:p>
        </p:txBody>
      </p:sp>
      <p:sp>
        <p:nvSpPr>
          <p:cNvPr id="91" name="矩形: 圓角 90">
            <a:extLst>
              <a:ext uri="{FF2B5EF4-FFF2-40B4-BE49-F238E27FC236}">
                <a16:creationId xmlns:a16="http://schemas.microsoft.com/office/drawing/2014/main" id="{9CA9346D-9DD9-3322-2D38-54216DEDF516}"/>
              </a:ext>
            </a:extLst>
          </p:cNvPr>
          <p:cNvSpPr/>
          <p:nvPr/>
        </p:nvSpPr>
        <p:spPr>
          <a:xfrm>
            <a:off x="8348859" y="3927495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F021DA6F-CD34-7B3B-3ED8-C06E620B3865}"/>
              </a:ext>
            </a:extLst>
          </p:cNvPr>
          <p:cNvSpPr/>
          <p:nvPr/>
        </p:nvSpPr>
        <p:spPr>
          <a:xfrm>
            <a:off x="8355567" y="5117590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B20BE8ED-D785-3BF6-2A81-B8A0042F8FD1}"/>
              </a:ext>
            </a:extLst>
          </p:cNvPr>
          <p:cNvSpPr/>
          <p:nvPr/>
        </p:nvSpPr>
        <p:spPr>
          <a:xfrm>
            <a:off x="8354589" y="4755250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" name="圖片 95">
            <a:extLst>
              <a:ext uri="{FF2B5EF4-FFF2-40B4-BE49-F238E27FC236}">
                <a16:creationId xmlns:a16="http://schemas.microsoft.com/office/drawing/2014/main" id="{FE04D3AA-85FB-4F7D-3AB6-66875D5C537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06499" y="4801811"/>
            <a:ext cx="161948" cy="1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5647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20396064-511B-989D-409C-0F4094CCE08B}"/>
              </a:ext>
            </a:extLst>
          </p:cNvPr>
          <p:cNvSpPr/>
          <p:nvPr/>
        </p:nvSpPr>
        <p:spPr>
          <a:xfrm>
            <a:off x="4145425" y="145356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52F3805B-A25D-E1B6-BE56-B273A96206CA}"/>
              </a:ext>
            </a:extLst>
          </p:cNvPr>
          <p:cNvSpPr/>
          <p:nvPr/>
        </p:nvSpPr>
        <p:spPr>
          <a:xfrm>
            <a:off x="4145425" y="2494236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C3FC454-A6D0-DA5F-3F89-F0B4ADCC30B7}"/>
              </a:ext>
            </a:extLst>
          </p:cNvPr>
          <p:cNvSpPr/>
          <p:nvPr/>
        </p:nvSpPr>
        <p:spPr>
          <a:xfrm>
            <a:off x="4145424" y="353491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F8CC5D8-201D-78DA-C946-41094B85B15B}"/>
              </a:ext>
            </a:extLst>
          </p:cNvPr>
          <p:cNvSpPr/>
          <p:nvPr/>
        </p:nvSpPr>
        <p:spPr>
          <a:xfrm>
            <a:off x="4145423" y="457375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A69B253-1247-DC94-08AB-527FDDCB496E}"/>
              </a:ext>
            </a:extLst>
          </p:cNvPr>
          <p:cNvSpPr/>
          <p:nvPr/>
        </p:nvSpPr>
        <p:spPr>
          <a:xfrm>
            <a:off x="1180157" y="938609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42455B4-7FFB-C68E-7F15-4D9E990F5A57}"/>
              </a:ext>
            </a:extLst>
          </p:cNvPr>
          <p:cNvSpPr/>
          <p:nvPr/>
        </p:nvSpPr>
        <p:spPr>
          <a:xfrm>
            <a:off x="1180159" y="1575480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5EBC267-C7C9-9F19-D081-796C541801A6}"/>
              </a:ext>
            </a:extLst>
          </p:cNvPr>
          <p:cNvSpPr/>
          <p:nvPr/>
        </p:nvSpPr>
        <p:spPr>
          <a:xfrm>
            <a:off x="1180157" y="2212351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2682565B-B962-8AA6-34A2-ECC36E9BB15F}"/>
              </a:ext>
            </a:extLst>
          </p:cNvPr>
          <p:cNvSpPr/>
          <p:nvPr/>
        </p:nvSpPr>
        <p:spPr>
          <a:xfrm>
            <a:off x="1180157" y="2849453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E19D108-9C97-074A-D899-9615A40A20A3}"/>
              </a:ext>
            </a:extLst>
          </p:cNvPr>
          <p:cNvSpPr/>
          <p:nvPr/>
        </p:nvSpPr>
        <p:spPr>
          <a:xfrm>
            <a:off x="1180157" y="3486093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022D2F3-9EA4-4FB0-A206-316CD7A937CE}"/>
              </a:ext>
            </a:extLst>
          </p:cNvPr>
          <p:cNvSpPr/>
          <p:nvPr/>
        </p:nvSpPr>
        <p:spPr>
          <a:xfrm>
            <a:off x="1180157" y="4122733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ACAC8C2-239A-2D50-38B6-4D27B7A41728}"/>
              </a:ext>
            </a:extLst>
          </p:cNvPr>
          <p:cNvSpPr/>
          <p:nvPr/>
        </p:nvSpPr>
        <p:spPr>
          <a:xfrm>
            <a:off x="1180157" y="475983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9C93F4C-E379-34E4-2CB9-5F40A7DF8943}"/>
              </a:ext>
            </a:extLst>
          </p:cNvPr>
          <p:cNvSpPr/>
          <p:nvPr/>
        </p:nvSpPr>
        <p:spPr>
          <a:xfrm>
            <a:off x="1180157" y="539647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4F8A828-7EF7-C479-3CBF-F7A80B44F023}"/>
                  </a:ext>
                </a:extLst>
              </p:cNvPr>
              <p:cNvSpPr txBox="1"/>
              <p:nvPr/>
            </p:nvSpPr>
            <p:spPr>
              <a:xfrm>
                <a:off x="4125943" y="1343508"/>
                <a:ext cx="1071154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4F8A828-7EF7-C479-3CBF-F7A80B44F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943" y="1343508"/>
                <a:ext cx="1071154" cy="4106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3D57F3C-FC36-5541-FD3C-949900E13731}"/>
                  </a:ext>
                </a:extLst>
              </p:cNvPr>
              <p:cNvSpPr txBox="1"/>
              <p:nvPr/>
            </p:nvSpPr>
            <p:spPr>
              <a:xfrm>
                <a:off x="4194693" y="2412364"/>
                <a:ext cx="9336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3D57F3C-FC36-5541-FD3C-949900E13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693" y="2412364"/>
                <a:ext cx="933654" cy="421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64CE6C-4CF9-A8CB-0BD9-F0BDFDC54D1D}"/>
                  </a:ext>
                </a:extLst>
              </p:cNvPr>
              <p:cNvSpPr txBox="1"/>
              <p:nvPr/>
            </p:nvSpPr>
            <p:spPr>
              <a:xfrm>
                <a:off x="4145423" y="3420338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64CE6C-4CF9-A8CB-0BD9-F0BDFDC54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23" y="3420338"/>
                <a:ext cx="1071154" cy="421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8A19653-62E7-010F-3E90-472A33E85349}"/>
                  </a:ext>
                </a:extLst>
              </p:cNvPr>
              <p:cNvSpPr txBox="1"/>
              <p:nvPr/>
            </p:nvSpPr>
            <p:spPr>
              <a:xfrm>
                <a:off x="4145423" y="4473852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8A19653-62E7-010F-3E90-472A33E85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23" y="4473852"/>
                <a:ext cx="1071154" cy="421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A68487F-F2F9-3A13-1931-75D5FB338208}"/>
                  </a:ext>
                </a:extLst>
              </p:cNvPr>
              <p:cNvSpPr txBox="1"/>
              <p:nvPr/>
            </p:nvSpPr>
            <p:spPr>
              <a:xfrm>
                <a:off x="364645" y="870603"/>
                <a:ext cx="1071154" cy="385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A68487F-F2F9-3A13-1931-75D5FB338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45" y="870603"/>
                <a:ext cx="1071154" cy="3856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1770A57-D799-8766-7404-35D2E40E0FB3}"/>
                  </a:ext>
                </a:extLst>
              </p:cNvPr>
              <p:cNvSpPr txBox="1"/>
              <p:nvPr/>
            </p:nvSpPr>
            <p:spPr>
              <a:xfrm>
                <a:off x="364645" y="1493724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1770A57-D799-8766-7404-35D2E40E0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45" y="1493724"/>
                <a:ext cx="1071154" cy="3858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6D02796-C00A-0BBF-044F-C412AD442EDE}"/>
                  </a:ext>
                </a:extLst>
              </p:cNvPr>
              <p:cNvSpPr txBox="1"/>
              <p:nvPr/>
            </p:nvSpPr>
            <p:spPr>
              <a:xfrm>
                <a:off x="364645" y="2119010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6D02796-C00A-0BBF-044F-C412AD442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45" y="2119010"/>
                <a:ext cx="1071154" cy="3858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2D72BD4-D3A5-83C3-8802-F9E10C77AA89}"/>
                  </a:ext>
                </a:extLst>
              </p:cNvPr>
              <p:cNvSpPr txBox="1"/>
              <p:nvPr/>
            </p:nvSpPr>
            <p:spPr>
              <a:xfrm>
                <a:off x="366936" y="2744296"/>
                <a:ext cx="1053852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2D72BD4-D3A5-83C3-8802-F9E10C77A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36" y="2744296"/>
                <a:ext cx="1053852" cy="3858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E80F02C-8F80-8B90-86C7-B7A7FBD31F65}"/>
                  </a:ext>
                </a:extLst>
              </p:cNvPr>
              <p:cNvSpPr txBox="1"/>
              <p:nvPr/>
            </p:nvSpPr>
            <p:spPr>
              <a:xfrm>
                <a:off x="366936" y="3373373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E80F02C-8F80-8B90-86C7-B7A7FBD31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36" y="3373373"/>
                <a:ext cx="1071154" cy="3858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31F9FA-22FA-BC85-BB6F-CD85034FB923}"/>
                  </a:ext>
                </a:extLst>
              </p:cNvPr>
              <p:cNvSpPr txBox="1"/>
              <p:nvPr/>
            </p:nvSpPr>
            <p:spPr>
              <a:xfrm>
                <a:off x="349635" y="4028737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31F9FA-22FA-BC85-BB6F-CD85034F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35" y="4028737"/>
                <a:ext cx="1071154" cy="3858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909664F-8381-2A18-537D-5F6D02B7B1EC}"/>
                  </a:ext>
                </a:extLst>
              </p:cNvPr>
              <p:cNvSpPr txBox="1"/>
              <p:nvPr/>
            </p:nvSpPr>
            <p:spPr>
              <a:xfrm>
                <a:off x="364645" y="4697313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909664F-8381-2A18-537D-5F6D02B7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45" y="4697313"/>
                <a:ext cx="1071154" cy="3858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F573DBD-4E19-F872-A4C1-CD4A47B9432F}"/>
                  </a:ext>
                </a:extLst>
              </p:cNvPr>
              <p:cNvSpPr txBox="1"/>
              <p:nvPr/>
            </p:nvSpPr>
            <p:spPr>
              <a:xfrm>
                <a:off x="364645" y="5328666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F573DBD-4E19-F872-A4C1-CD4A47B94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45" y="5328666"/>
                <a:ext cx="1071154" cy="3858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A73620E4-28EB-BB87-5356-55A9273A56DA}"/>
              </a:ext>
            </a:extLst>
          </p:cNvPr>
          <p:cNvCxnSpPr>
            <a:cxnSpLocks/>
            <a:stCxn id="4" idx="2"/>
            <a:endCxn id="8" idx="6"/>
          </p:cNvCxnSpPr>
          <p:nvPr/>
        </p:nvCxnSpPr>
        <p:spPr>
          <a:xfrm flipH="1" flipV="1">
            <a:off x="1420788" y="1063738"/>
            <a:ext cx="2724637" cy="51495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16D50E0-5E60-5DC6-E189-00A873CB2EFE}"/>
              </a:ext>
            </a:extLst>
          </p:cNvPr>
          <p:cNvCxnSpPr>
            <a:cxnSpLocks/>
            <a:stCxn id="4" idx="2"/>
            <a:endCxn id="9" idx="2"/>
          </p:cNvCxnSpPr>
          <p:nvPr/>
        </p:nvCxnSpPr>
        <p:spPr>
          <a:xfrm flipH="1">
            <a:off x="1180159" y="1578691"/>
            <a:ext cx="2965266" cy="121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6824213-0FD1-0D2B-F3B6-44EF3572E0EE}"/>
              </a:ext>
            </a:extLst>
          </p:cNvPr>
          <p:cNvCxnSpPr>
            <a:cxnSpLocks/>
            <a:stCxn id="5" idx="2"/>
            <a:endCxn id="10" idx="2"/>
          </p:cNvCxnSpPr>
          <p:nvPr/>
        </p:nvCxnSpPr>
        <p:spPr>
          <a:xfrm flipH="1" flipV="1">
            <a:off x="1180157" y="2337480"/>
            <a:ext cx="2965268" cy="2818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1D6C22D-2951-899D-C7ED-83FC7550E89D}"/>
              </a:ext>
            </a:extLst>
          </p:cNvPr>
          <p:cNvCxnSpPr>
            <a:cxnSpLocks/>
            <a:stCxn id="5" idx="2"/>
            <a:endCxn id="11" idx="6"/>
          </p:cNvCxnSpPr>
          <p:nvPr/>
        </p:nvCxnSpPr>
        <p:spPr>
          <a:xfrm flipH="1">
            <a:off x="1420788" y="2619365"/>
            <a:ext cx="2724637" cy="35521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8C3A3C86-573D-581B-300A-A56F2E4B2A40}"/>
              </a:ext>
            </a:extLst>
          </p:cNvPr>
          <p:cNvCxnSpPr>
            <a:cxnSpLocks/>
            <a:stCxn id="6" idx="2"/>
            <a:endCxn id="12" idx="2"/>
          </p:cNvCxnSpPr>
          <p:nvPr/>
        </p:nvCxnSpPr>
        <p:spPr>
          <a:xfrm flipH="1" flipV="1">
            <a:off x="1180157" y="3611222"/>
            <a:ext cx="2965267" cy="48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3700C0D-48AA-78FB-4CF2-EF73CA1139C0}"/>
              </a:ext>
            </a:extLst>
          </p:cNvPr>
          <p:cNvCxnSpPr>
            <a:cxnSpLocks/>
            <a:stCxn id="6" idx="2"/>
            <a:endCxn id="13" idx="6"/>
          </p:cNvCxnSpPr>
          <p:nvPr/>
        </p:nvCxnSpPr>
        <p:spPr>
          <a:xfrm flipH="1">
            <a:off x="1420788" y="3660039"/>
            <a:ext cx="2724636" cy="5878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A3BC750D-3956-D83D-8293-2C3AA7861345}"/>
              </a:ext>
            </a:extLst>
          </p:cNvPr>
          <p:cNvCxnSpPr>
            <a:cxnSpLocks/>
            <a:stCxn id="7" idx="2"/>
            <a:endCxn id="14" idx="6"/>
          </p:cNvCxnSpPr>
          <p:nvPr/>
        </p:nvCxnSpPr>
        <p:spPr>
          <a:xfrm flipH="1">
            <a:off x="1420788" y="4698881"/>
            <a:ext cx="2724635" cy="1860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AA827486-B4C2-D127-C030-E8380F0E6179}"/>
              </a:ext>
            </a:extLst>
          </p:cNvPr>
          <p:cNvCxnSpPr>
            <a:cxnSpLocks/>
            <a:stCxn id="7" idx="2"/>
            <a:endCxn id="15" idx="2"/>
          </p:cNvCxnSpPr>
          <p:nvPr/>
        </p:nvCxnSpPr>
        <p:spPr>
          <a:xfrm flipH="1">
            <a:off x="1180157" y="4698881"/>
            <a:ext cx="2965266" cy="8227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EAB0796B-DA99-2FB4-45CE-FC92DD8C87EE}"/>
              </a:ext>
            </a:extLst>
          </p:cNvPr>
          <p:cNvCxnSpPr>
            <a:cxnSpLocks/>
            <a:stCxn id="6" idx="2"/>
            <a:endCxn id="14" idx="6"/>
          </p:cNvCxnSpPr>
          <p:nvPr/>
        </p:nvCxnSpPr>
        <p:spPr>
          <a:xfrm flipH="1">
            <a:off x="1420788" y="3660039"/>
            <a:ext cx="2724636" cy="12249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矩形: 圓角 122">
            <a:extLst>
              <a:ext uri="{FF2B5EF4-FFF2-40B4-BE49-F238E27FC236}">
                <a16:creationId xmlns:a16="http://schemas.microsoft.com/office/drawing/2014/main" id="{3421FC5A-764E-E4D7-0FA2-1631773E9C65}"/>
              </a:ext>
            </a:extLst>
          </p:cNvPr>
          <p:cNvSpPr/>
          <p:nvPr/>
        </p:nvSpPr>
        <p:spPr>
          <a:xfrm>
            <a:off x="2439889" y="2340872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071EA54E-1C16-0138-8B25-3FB5B5F0A885}"/>
              </a:ext>
            </a:extLst>
          </p:cNvPr>
          <p:cNvSpPr/>
          <p:nvPr/>
        </p:nvSpPr>
        <p:spPr>
          <a:xfrm>
            <a:off x="2439889" y="3836558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矩形: 圓角 124">
            <a:extLst>
              <a:ext uri="{FF2B5EF4-FFF2-40B4-BE49-F238E27FC236}">
                <a16:creationId xmlns:a16="http://schemas.microsoft.com/office/drawing/2014/main" id="{CCEC9143-6FDB-1AED-82AE-ABFE9640F770}"/>
              </a:ext>
            </a:extLst>
          </p:cNvPr>
          <p:cNvSpPr/>
          <p:nvPr/>
        </p:nvSpPr>
        <p:spPr>
          <a:xfrm>
            <a:off x="2439890" y="3486093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vi-VN" sz="1600" dirty="0"/>
          </a:p>
        </p:txBody>
      </p:sp>
      <p:sp>
        <p:nvSpPr>
          <p:cNvPr id="126" name="矩形: 圓角 125">
            <a:extLst>
              <a:ext uri="{FF2B5EF4-FFF2-40B4-BE49-F238E27FC236}">
                <a16:creationId xmlns:a16="http://schemas.microsoft.com/office/drawing/2014/main" id="{EDE1D224-1067-29CD-D352-F144035A955F}"/>
              </a:ext>
            </a:extLst>
          </p:cNvPr>
          <p:cNvSpPr/>
          <p:nvPr/>
        </p:nvSpPr>
        <p:spPr>
          <a:xfrm>
            <a:off x="2379732" y="1554233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0645547A-1975-2DF3-BECE-41FFB97FC6AF}"/>
              </a:ext>
            </a:extLst>
          </p:cNvPr>
          <p:cNvSpPr/>
          <p:nvPr/>
        </p:nvSpPr>
        <p:spPr>
          <a:xfrm>
            <a:off x="2439889" y="5010092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2DD53DE7-F23E-0E2E-72E1-5A3104B2CF9F}"/>
              </a:ext>
            </a:extLst>
          </p:cNvPr>
          <p:cNvSpPr/>
          <p:nvPr/>
        </p:nvSpPr>
        <p:spPr>
          <a:xfrm>
            <a:off x="2439888" y="4187369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1400" dirty="0">
              <a:solidFill>
                <a:schemeClr val="tx1"/>
              </a:solidFill>
            </a:endParaRPr>
          </a:p>
        </p:txBody>
      </p:sp>
      <p:sp>
        <p:nvSpPr>
          <p:cNvPr id="129" name="矩形: 圓角 128">
            <a:extLst>
              <a:ext uri="{FF2B5EF4-FFF2-40B4-BE49-F238E27FC236}">
                <a16:creationId xmlns:a16="http://schemas.microsoft.com/office/drawing/2014/main" id="{4B663A64-7EFC-803A-3212-FA4819C9E51B}"/>
              </a:ext>
            </a:extLst>
          </p:cNvPr>
          <p:cNvSpPr/>
          <p:nvPr/>
        </p:nvSpPr>
        <p:spPr>
          <a:xfrm>
            <a:off x="2439887" y="4664565"/>
            <a:ext cx="566113" cy="2212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1600" dirty="0"/>
          </a:p>
        </p:txBody>
      </p:sp>
      <p:sp>
        <p:nvSpPr>
          <p:cNvPr id="130" name="矩形: 圓角 129">
            <a:extLst>
              <a:ext uri="{FF2B5EF4-FFF2-40B4-BE49-F238E27FC236}">
                <a16:creationId xmlns:a16="http://schemas.microsoft.com/office/drawing/2014/main" id="{8B4DE091-1B56-92E2-4149-2335CD049C04}"/>
              </a:ext>
            </a:extLst>
          </p:cNvPr>
          <p:cNvSpPr/>
          <p:nvPr/>
        </p:nvSpPr>
        <p:spPr>
          <a:xfrm>
            <a:off x="2439887" y="2703235"/>
            <a:ext cx="566113" cy="2212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1600" dirty="0"/>
          </a:p>
        </p:txBody>
      </p:sp>
      <p:sp>
        <p:nvSpPr>
          <p:cNvPr id="131" name="矩形: 圓角 130">
            <a:extLst>
              <a:ext uri="{FF2B5EF4-FFF2-40B4-BE49-F238E27FC236}">
                <a16:creationId xmlns:a16="http://schemas.microsoft.com/office/drawing/2014/main" id="{117C3133-0BCC-99B5-2B97-5A4861BD27D5}"/>
              </a:ext>
            </a:extLst>
          </p:cNvPr>
          <p:cNvSpPr/>
          <p:nvPr/>
        </p:nvSpPr>
        <p:spPr>
          <a:xfrm>
            <a:off x="2379731" y="1170384"/>
            <a:ext cx="566113" cy="22125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vi-VN" sz="1600" dirty="0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C2F307C5-FBC2-83E5-5B2E-DB4444C85441}"/>
              </a:ext>
            </a:extLst>
          </p:cNvPr>
          <p:cNvSpPr/>
          <p:nvPr/>
        </p:nvSpPr>
        <p:spPr>
          <a:xfrm>
            <a:off x="9891790" y="147341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CA868618-3F8E-EEDA-B78B-27902C04D43E}"/>
              </a:ext>
            </a:extLst>
          </p:cNvPr>
          <p:cNvSpPr/>
          <p:nvPr/>
        </p:nvSpPr>
        <p:spPr>
          <a:xfrm>
            <a:off x="9891790" y="2514092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1" name="橢圓 140">
            <a:extLst>
              <a:ext uri="{FF2B5EF4-FFF2-40B4-BE49-F238E27FC236}">
                <a16:creationId xmlns:a16="http://schemas.microsoft.com/office/drawing/2014/main" id="{A8D9E7DA-CEAC-8120-E25F-8FA303882B95}"/>
              </a:ext>
            </a:extLst>
          </p:cNvPr>
          <p:cNvSpPr/>
          <p:nvPr/>
        </p:nvSpPr>
        <p:spPr>
          <a:xfrm>
            <a:off x="9891789" y="3554766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236F37C9-BB72-5D3F-5724-B161197152B8}"/>
              </a:ext>
            </a:extLst>
          </p:cNvPr>
          <p:cNvSpPr/>
          <p:nvPr/>
        </p:nvSpPr>
        <p:spPr>
          <a:xfrm>
            <a:off x="9891788" y="4593608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3" name="橢圓 142">
            <a:extLst>
              <a:ext uri="{FF2B5EF4-FFF2-40B4-BE49-F238E27FC236}">
                <a16:creationId xmlns:a16="http://schemas.microsoft.com/office/drawing/2014/main" id="{74501360-49CE-E670-703C-1981051F13D2}"/>
              </a:ext>
            </a:extLst>
          </p:cNvPr>
          <p:cNvSpPr/>
          <p:nvPr/>
        </p:nvSpPr>
        <p:spPr>
          <a:xfrm>
            <a:off x="6926522" y="958465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4" name="橢圓 143">
            <a:extLst>
              <a:ext uri="{FF2B5EF4-FFF2-40B4-BE49-F238E27FC236}">
                <a16:creationId xmlns:a16="http://schemas.microsoft.com/office/drawing/2014/main" id="{DB99EF25-8E23-2EC9-74A2-1E85E37DCD94}"/>
              </a:ext>
            </a:extLst>
          </p:cNvPr>
          <p:cNvSpPr/>
          <p:nvPr/>
        </p:nvSpPr>
        <p:spPr>
          <a:xfrm>
            <a:off x="6926524" y="1595336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5" name="橢圓 144">
            <a:extLst>
              <a:ext uri="{FF2B5EF4-FFF2-40B4-BE49-F238E27FC236}">
                <a16:creationId xmlns:a16="http://schemas.microsoft.com/office/drawing/2014/main" id="{8003A5FA-3FD8-2BFE-4B05-5DBC296C3E91}"/>
              </a:ext>
            </a:extLst>
          </p:cNvPr>
          <p:cNvSpPr/>
          <p:nvPr/>
        </p:nvSpPr>
        <p:spPr>
          <a:xfrm>
            <a:off x="6926522" y="2232207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8D955CE3-DB60-9A62-BA61-99E074C25EA8}"/>
              </a:ext>
            </a:extLst>
          </p:cNvPr>
          <p:cNvSpPr/>
          <p:nvPr/>
        </p:nvSpPr>
        <p:spPr>
          <a:xfrm>
            <a:off x="6926522" y="2869309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7" name="橢圓 146">
            <a:extLst>
              <a:ext uri="{FF2B5EF4-FFF2-40B4-BE49-F238E27FC236}">
                <a16:creationId xmlns:a16="http://schemas.microsoft.com/office/drawing/2014/main" id="{40380346-9B50-169E-E919-759572F8EE7F}"/>
              </a:ext>
            </a:extLst>
          </p:cNvPr>
          <p:cNvSpPr/>
          <p:nvPr/>
        </p:nvSpPr>
        <p:spPr>
          <a:xfrm>
            <a:off x="6926522" y="3505949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8" name="橢圓 147">
            <a:extLst>
              <a:ext uri="{FF2B5EF4-FFF2-40B4-BE49-F238E27FC236}">
                <a16:creationId xmlns:a16="http://schemas.microsoft.com/office/drawing/2014/main" id="{65AF4494-F219-6D32-B655-4E2DA76F5469}"/>
              </a:ext>
            </a:extLst>
          </p:cNvPr>
          <p:cNvSpPr/>
          <p:nvPr/>
        </p:nvSpPr>
        <p:spPr>
          <a:xfrm>
            <a:off x="6926522" y="4142589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9" name="橢圓 148">
            <a:extLst>
              <a:ext uri="{FF2B5EF4-FFF2-40B4-BE49-F238E27FC236}">
                <a16:creationId xmlns:a16="http://schemas.microsoft.com/office/drawing/2014/main" id="{8B22D1FF-8371-7B64-595C-11CBBE5BCC06}"/>
              </a:ext>
            </a:extLst>
          </p:cNvPr>
          <p:cNvSpPr/>
          <p:nvPr/>
        </p:nvSpPr>
        <p:spPr>
          <a:xfrm>
            <a:off x="6926522" y="4779691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0" name="橢圓 149">
            <a:extLst>
              <a:ext uri="{FF2B5EF4-FFF2-40B4-BE49-F238E27FC236}">
                <a16:creationId xmlns:a16="http://schemas.microsoft.com/office/drawing/2014/main" id="{A7D23F7C-0F23-21EB-8D55-2DEC6B9FA7B2}"/>
              </a:ext>
            </a:extLst>
          </p:cNvPr>
          <p:cNvSpPr/>
          <p:nvPr/>
        </p:nvSpPr>
        <p:spPr>
          <a:xfrm>
            <a:off x="6926522" y="5416331"/>
            <a:ext cx="240631" cy="25025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C2C17725-C612-EB21-A923-A75AAC2F5D88}"/>
                  </a:ext>
                </a:extLst>
              </p:cNvPr>
              <p:cNvSpPr txBox="1"/>
              <p:nvPr/>
            </p:nvSpPr>
            <p:spPr>
              <a:xfrm>
                <a:off x="9872308" y="1363364"/>
                <a:ext cx="1071154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C2C17725-C612-EB21-A923-A75AAC2F5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308" y="1363364"/>
                <a:ext cx="1071154" cy="4106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FF1AC416-2202-9AAC-E489-D6369892E58A}"/>
                  </a:ext>
                </a:extLst>
              </p:cNvPr>
              <p:cNvSpPr txBox="1"/>
              <p:nvPr/>
            </p:nvSpPr>
            <p:spPr>
              <a:xfrm>
                <a:off x="9941058" y="2432220"/>
                <a:ext cx="9336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FF1AC416-2202-9AAC-E489-D6369892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058" y="2432220"/>
                <a:ext cx="933654" cy="4219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3B5C2264-F9A4-E264-4478-80EC59CB40C6}"/>
                  </a:ext>
                </a:extLst>
              </p:cNvPr>
              <p:cNvSpPr txBox="1"/>
              <p:nvPr/>
            </p:nvSpPr>
            <p:spPr>
              <a:xfrm>
                <a:off x="9891788" y="3440194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3B5C2264-F9A4-E264-4478-80EC59CB4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788" y="3440194"/>
                <a:ext cx="1071154" cy="4219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字方塊 153">
                <a:extLst>
                  <a:ext uri="{FF2B5EF4-FFF2-40B4-BE49-F238E27FC236}">
                    <a16:creationId xmlns:a16="http://schemas.microsoft.com/office/drawing/2014/main" id="{64BA42CD-BEA3-A0A9-EF66-CD398FCE5DFF}"/>
                  </a:ext>
                </a:extLst>
              </p:cNvPr>
              <p:cNvSpPr txBox="1"/>
              <p:nvPr/>
            </p:nvSpPr>
            <p:spPr>
              <a:xfrm>
                <a:off x="9891788" y="4493708"/>
                <a:ext cx="1071154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4" name="文字方塊 153">
                <a:extLst>
                  <a:ext uri="{FF2B5EF4-FFF2-40B4-BE49-F238E27FC236}">
                    <a16:creationId xmlns:a16="http://schemas.microsoft.com/office/drawing/2014/main" id="{64BA42CD-BEA3-A0A9-EF66-CD398FCE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788" y="4493708"/>
                <a:ext cx="1071154" cy="4219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2C46D160-4CA5-E6BD-EE9B-92E019AE265B}"/>
                  </a:ext>
                </a:extLst>
              </p:cNvPr>
              <p:cNvSpPr txBox="1"/>
              <p:nvPr/>
            </p:nvSpPr>
            <p:spPr>
              <a:xfrm>
                <a:off x="6111010" y="890459"/>
                <a:ext cx="1071154" cy="385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2C46D160-4CA5-E6BD-EE9B-92E019AE2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10" y="890459"/>
                <a:ext cx="1071154" cy="38561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3298355A-3A7E-E84B-18AB-744B70ED79DA}"/>
                  </a:ext>
                </a:extLst>
              </p:cNvPr>
              <p:cNvSpPr txBox="1"/>
              <p:nvPr/>
            </p:nvSpPr>
            <p:spPr>
              <a:xfrm>
                <a:off x="6111010" y="1513580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3298355A-3A7E-E84B-18AB-744B70ED7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10" y="1513580"/>
                <a:ext cx="1071154" cy="3858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4E46C267-302A-20D0-185D-4CB692CD518F}"/>
                  </a:ext>
                </a:extLst>
              </p:cNvPr>
              <p:cNvSpPr txBox="1"/>
              <p:nvPr/>
            </p:nvSpPr>
            <p:spPr>
              <a:xfrm>
                <a:off x="6111010" y="2138866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4E46C267-302A-20D0-185D-4CB692CD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10" y="2138866"/>
                <a:ext cx="1071154" cy="3858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7A612716-3832-1E62-B74A-9091F507862E}"/>
                  </a:ext>
                </a:extLst>
              </p:cNvPr>
              <p:cNvSpPr txBox="1"/>
              <p:nvPr/>
            </p:nvSpPr>
            <p:spPr>
              <a:xfrm>
                <a:off x="6113301" y="2764152"/>
                <a:ext cx="1053852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7A612716-3832-1E62-B74A-9091F5078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301" y="2764152"/>
                <a:ext cx="1053852" cy="3858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FDA74889-027E-FEAD-2082-75B62C52D633}"/>
                  </a:ext>
                </a:extLst>
              </p:cNvPr>
              <p:cNvSpPr txBox="1"/>
              <p:nvPr/>
            </p:nvSpPr>
            <p:spPr>
              <a:xfrm>
                <a:off x="6113301" y="3393229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FDA74889-027E-FEAD-2082-75B62C52D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301" y="3393229"/>
                <a:ext cx="1071154" cy="3858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F3E0EFA6-E8B2-EA55-4B5D-A2253FD3CA59}"/>
                  </a:ext>
                </a:extLst>
              </p:cNvPr>
              <p:cNvSpPr txBox="1"/>
              <p:nvPr/>
            </p:nvSpPr>
            <p:spPr>
              <a:xfrm>
                <a:off x="6096000" y="4048593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F3E0EFA6-E8B2-EA55-4B5D-A2253FD3C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48593"/>
                <a:ext cx="1071154" cy="3858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B456496A-D5DB-B96E-5749-DB9D793716FC}"/>
                  </a:ext>
                </a:extLst>
              </p:cNvPr>
              <p:cNvSpPr txBox="1"/>
              <p:nvPr/>
            </p:nvSpPr>
            <p:spPr>
              <a:xfrm>
                <a:off x="6111010" y="4717169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B456496A-D5DB-B96E-5749-DB9D79371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10" y="4717169"/>
                <a:ext cx="1071154" cy="3858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字方塊 161">
                <a:extLst>
                  <a:ext uri="{FF2B5EF4-FFF2-40B4-BE49-F238E27FC236}">
                    <a16:creationId xmlns:a16="http://schemas.microsoft.com/office/drawing/2014/main" id="{28E5135D-71D5-3631-B7CE-BD0E2B012A40}"/>
                  </a:ext>
                </a:extLst>
              </p:cNvPr>
              <p:cNvSpPr txBox="1"/>
              <p:nvPr/>
            </p:nvSpPr>
            <p:spPr>
              <a:xfrm>
                <a:off x="6111010" y="5348522"/>
                <a:ext cx="1071154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2" name="文字方塊 161">
                <a:extLst>
                  <a:ext uri="{FF2B5EF4-FFF2-40B4-BE49-F238E27FC236}">
                    <a16:creationId xmlns:a16="http://schemas.microsoft.com/office/drawing/2014/main" id="{28E5135D-71D5-3631-B7CE-BD0E2B01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10" y="5348522"/>
                <a:ext cx="1071154" cy="3858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EBD0173E-3CF1-66EF-A170-64FFE3D4DA08}"/>
              </a:ext>
            </a:extLst>
          </p:cNvPr>
          <p:cNvCxnSpPr>
            <a:cxnSpLocks/>
            <a:stCxn id="139" idx="2"/>
            <a:endCxn id="143" idx="6"/>
          </p:cNvCxnSpPr>
          <p:nvPr/>
        </p:nvCxnSpPr>
        <p:spPr>
          <a:xfrm flipH="1" flipV="1">
            <a:off x="7167153" y="1083594"/>
            <a:ext cx="2724637" cy="51495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線接點 163">
            <a:extLst>
              <a:ext uri="{FF2B5EF4-FFF2-40B4-BE49-F238E27FC236}">
                <a16:creationId xmlns:a16="http://schemas.microsoft.com/office/drawing/2014/main" id="{B3724296-5CB4-64FC-914D-35FC7D6D28BB}"/>
              </a:ext>
            </a:extLst>
          </p:cNvPr>
          <p:cNvCxnSpPr>
            <a:cxnSpLocks/>
            <a:stCxn id="139" idx="2"/>
            <a:endCxn id="144" idx="2"/>
          </p:cNvCxnSpPr>
          <p:nvPr/>
        </p:nvCxnSpPr>
        <p:spPr>
          <a:xfrm flipH="1">
            <a:off x="6926524" y="1598547"/>
            <a:ext cx="2965266" cy="121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FD23B997-E82A-20C1-3889-20AF9D8006C4}"/>
              </a:ext>
            </a:extLst>
          </p:cNvPr>
          <p:cNvCxnSpPr>
            <a:cxnSpLocks/>
            <a:stCxn id="140" idx="2"/>
            <a:endCxn id="145" idx="2"/>
          </p:cNvCxnSpPr>
          <p:nvPr/>
        </p:nvCxnSpPr>
        <p:spPr>
          <a:xfrm flipH="1" flipV="1">
            <a:off x="6926522" y="2357336"/>
            <a:ext cx="2965268" cy="2818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190DB457-5AA8-81CA-600D-2382E19307FD}"/>
              </a:ext>
            </a:extLst>
          </p:cNvPr>
          <p:cNvCxnSpPr>
            <a:cxnSpLocks/>
            <a:stCxn id="140" idx="2"/>
            <a:endCxn id="146" idx="6"/>
          </p:cNvCxnSpPr>
          <p:nvPr/>
        </p:nvCxnSpPr>
        <p:spPr>
          <a:xfrm flipH="1">
            <a:off x="7167153" y="2639221"/>
            <a:ext cx="2724637" cy="35521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直線接點 166">
            <a:extLst>
              <a:ext uri="{FF2B5EF4-FFF2-40B4-BE49-F238E27FC236}">
                <a16:creationId xmlns:a16="http://schemas.microsoft.com/office/drawing/2014/main" id="{FF0EF062-5831-F855-01CC-6F7C46D309F5}"/>
              </a:ext>
            </a:extLst>
          </p:cNvPr>
          <p:cNvCxnSpPr>
            <a:cxnSpLocks/>
            <a:stCxn id="141" idx="2"/>
            <a:endCxn id="147" idx="2"/>
          </p:cNvCxnSpPr>
          <p:nvPr/>
        </p:nvCxnSpPr>
        <p:spPr>
          <a:xfrm flipH="1" flipV="1">
            <a:off x="6926522" y="3631078"/>
            <a:ext cx="2965267" cy="48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901E7485-5EB7-28A9-0559-BCF714C9A9E6}"/>
              </a:ext>
            </a:extLst>
          </p:cNvPr>
          <p:cNvCxnSpPr>
            <a:cxnSpLocks/>
            <a:stCxn id="141" idx="2"/>
            <a:endCxn id="148" idx="6"/>
          </p:cNvCxnSpPr>
          <p:nvPr/>
        </p:nvCxnSpPr>
        <p:spPr>
          <a:xfrm flipH="1">
            <a:off x="7167153" y="3679895"/>
            <a:ext cx="2724636" cy="5878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295CA3A1-A186-0F75-CE04-6384EE13E5C0}"/>
              </a:ext>
            </a:extLst>
          </p:cNvPr>
          <p:cNvCxnSpPr>
            <a:cxnSpLocks/>
            <a:stCxn id="142" idx="2"/>
            <a:endCxn id="149" idx="6"/>
          </p:cNvCxnSpPr>
          <p:nvPr/>
        </p:nvCxnSpPr>
        <p:spPr>
          <a:xfrm flipH="1">
            <a:off x="7167153" y="4718737"/>
            <a:ext cx="2724635" cy="1860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線接點 169">
            <a:extLst>
              <a:ext uri="{FF2B5EF4-FFF2-40B4-BE49-F238E27FC236}">
                <a16:creationId xmlns:a16="http://schemas.microsoft.com/office/drawing/2014/main" id="{57475F40-104F-73FE-BDA1-2BF892D8A651}"/>
              </a:ext>
            </a:extLst>
          </p:cNvPr>
          <p:cNvCxnSpPr>
            <a:cxnSpLocks/>
            <a:stCxn id="142" idx="2"/>
            <a:endCxn id="150" idx="2"/>
          </p:cNvCxnSpPr>
          <p:nvPr/>
        </p:nvCxnSpPr>
        <p:spPr>
          <a:xfrm flipH="1">
            <a:off x="6926522" y="4718737"/>
            <a:ext cx="2965266" cy="8227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E5B4A264-E2FD-933E-9468-E549702FC843}"/>
              </a:ext>
            </a:extLst>
          </p:cNvPr>
          <p:cNvCxnSpPr>
            <a:cxnSpLocks/>
            <a:stCxn id="141" idx="2"/>
            <a:endCxn id="149" idx="6"/>
          </p:cNvCxnSpPr>
          <p:nvPr/>
        </p:nvCxnSpPr>
        <p:spPr>
          <a:xfrm flipH="1">
            <a:off x="7167153" y="3679895"/>
            <a:ext cx="2724636" cy="12249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矩形: 圓角 171">
            <a:extLst>
              <a:ext uri="{FF2B5EF4-FFF2-40B4-BE49-F238E27FC236}">
                <a16:creationId xmlns:a16="http://schemas.microsoft.com/office/drawing/2014/main" id="{1E362A53-293A-3133-712E-0993C8BF970C}"/>
              </a:ext>
            </a:extLst>
          </p:cNvPr>
          <p:cNvSpPr/>
          <p:nvPr/>
        </p:nvSpPr>
        <p:spPr>
          <a:xfrm>
            <a:off x="8186254" y="2360728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8049D998-5107-708E-3358-DB6AFC1487C0}"/>
              </a:ext>
            </a:extLst>
          </p:cNvPr>
          <p:cNvSpPr/>
          <p:nvPr/>
        </p:nvSpPr>
        <p:spPr>
          <a:xfrm>
            <a:off x="8186254" y="3856414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F9BE1E2A-E508-2AD3-FB25-DEA13F4AFA32}"/>
              </a:ext>
            </a:extLst>
          </p:cNvPr>
          <p:cNvSpPr/>
          <p:nvPr/>
        </p:nvSpPr>
        <p:spPr>
          <a:xfrm>
            <a:off x="8186255" y="3505949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vi-VN" sz="1600" dirty="0"/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0897E35E-D7C0-B8F2-3109-12BF1A6CD50F}"/>
              </a:ext>
            </a:extLst>
          </p:cNvPr>
          <p:cNvSpPr/>
          <p:nvPr/>
        </p:nvSpPr>
        <p:spPr>
          <a:xfrm>
            <a:off x="8126097" y="1574089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0</a:t>
            </a:r>
            <a:endParaRPr lang="vi-VN" sz="1400" dirty="0">
              <a:solidFill>
                <a:schemeClr val="tx1"/>
              </a:solidFill>
            </a:endParaRPr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72822B5D-F12D-D93F-68C0-A57216A3D274}"/>
              </a:ext>
            </a:extLst>
          </p:cNvPr>
          <p:cNvSpPr/>
          <p:nvPr/>
        </p:nvSpPr>
        <p:spPr>
          <a:xfrm>
            <a:off x="8186254" y="5029948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1B851C71-D01A-D6F8-8063-F62E16EF98CE}"/>
              </a:ext>
            </a:extLst>
          </p:cNvPr>
          <p:cNvSpPr/>
          <p:nvPr/>
        </p:nvSpPr>
        <p:spPr>
          <a:xfrm>
            <a:off x="8186253" y="4207225"/>
            <a:ext cx="566113" cy="2212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vi-VN" sz="1400" dirty="0">
              <a:solidFill>
                <a:schemeClr val="tx1"/>
              </a:solidFill>
            </a:endParaRPr>
          </a:p>
        </p:txBody>
      </p:sp>
      <p:pic>
        <p:nvPicPr>
          <p:cNvPr id="182" name="圖片 181">
            <a:extLst>
              <a:ext uri="{FF2B5EF4-FFF2-40B4-BE49-F238E27FC236}">
                <a16:creationId xmlns:a16="http://schemas.microsoft.com/office/drawing/2014/main" id="{4E75EFBC-91C1-C168-20F8-9D22B63E86A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26330" y="1466241"/>
            <a:ext cx="161948" cy="152421"/>
          </a:xfrm>
          <a:prstGeom prst="rect">
            <a:avLst/>
          </a:prstGeom>
        </p:spPr>
      </p:pic>
      <p:pic>
        <p:nvPicPr>
          <p:cNvPr id="183" name="圖片 182">
            <a:extLst>
              <a:ext uri="{FF2B5EF4-FFF2-40B4-BE49-F238E27FC236}">
                <a16:creationId xmlns:a16="http://schemas.microsoft.com/office/drawing/2014/main" id="{C37E32B6-8721-2A0D-75AD-BFA2B594E65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90238" y="4593608"/>
            <a:ext cx="161948" cy="1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4490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4D83E34-6A2F-73C7-E64A-401E65909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07370"/>
              </p:ext>
            </p:extLst>
          </p:nvPr>
        </p:nvGraphicFramePr>
        <p:xfrm>
          <a:off x="0" y="1348234"/>
          <a:ext cx="12195018" cy="5347356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312752">
                  <a:extLst>
                    <a:ext uri="{9D8B030D-6E8A-4147-A177-3AD203B41FA5}">
                      <a16:colId xmlns:a16="http://schemas.microsoft.com/office/drawing/2014/main" val="33254521"/>
                    </a:ext>
                  </a:extLst>
                </a:gridCol>
                <a:gridCol w="1734424">
                  <a:extLst>
                    <a:ext uri="{9D8B030D-6E8A-4147-A177-3AD203B41FA5}">
                      <a16:colId xmlns:a16="http://schemas.microsoft.com/office/drawing/2014/main" val="4266695465"/>
                    </a:ext>
                  </a:extLst>
                </a:gridCol>
                <a:gridCol w="2122353">
                  <a:extLst>
                    <a:ext uri="{9D8B030D-6E8A-4147-A177-3AD203B41FA5}">
                      <a16:colId xmlns:a16="http://schemas.microsoft.com/office/drawing/2014/main" val="1139362937"/>
                    </a:ext>
                  </a:extLst>
                </a:gridCol>
                <a:gridCol w="1723830">
                  <a:extLst>
                    <a:ext uri="{9D8B030D-6E8A-4147-A177-3AD203B41FA5}">
                      <a16:colId xmlns:a16="http://schemas.microsoft.com/office/drawing/2014/main" val="642372802"/>
                    </a:ext>
                  </a:extLst>
                </a:gridCol>
                <a:gridCol w="2594673">
                  <a:extLst>
                    <a:ext uri="{9D8B030D-6E8A-4147-A177-3AD203B41FA5}">
                      <a16:colId xmlns:a16="http://schemas.microsoft.com/office/drawing/2014/main" val="2318219777"/>
                    </a:ext>
                  </a:extLst>
                </a:gridCol>
                <a:gridCol w="2706986">
                  <a:extLst>
                    <a:ext uri="{9D8B030D-6E8A-4147-A177-3AD203B41FA5}">
                      <a16:colId xmlns:a16="http://schemas.microsoft.com/office/drawing/2014/main" val="788288997"/>
                    </a:ext>
                  </a:extLst>
                </a:gridCol>
              </a:tblGrid>
              <a:tr h="1851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Critical satellite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Closed beams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Critical safe beams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Helper satellites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Helper release beam candidates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Helper recovery beam candidates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246022"/>
                  </a:ext>
                </a:extLst>
              </a:tr>
              <a:tr h="751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S1, S3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, S6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S1, S3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, S6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1~6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S1, S3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, S6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973617"/>
                  </a:ext>
                </a:extLst>
              </a:tr>
              <a:tr h="751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400" cap="none" spc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vi-VN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S1, S3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S4, S6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S7, S9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vi-VN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S1, S3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, S6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1~16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S7, S9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1~8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15241"/>
                  </a:ext>
                </a:extLst>
              </a:tr>
              <a:tr h="751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400" cap="none" spc="0">
                          <a:solidFill>
                            <a:schemeClr val="tx1"/>
                          </a:solidFill>
                        </a:rPr>
                        <a:t>S8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S4, S6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S7, S9</a:t>
                      </a: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S4, S6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11~16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S7, S9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S4, S6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S7, S9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40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TW" altLang="en-US" sz="2400" cap="none" spc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vi-VN" sz="2400" cap="none" spc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8350" marR="183358" marT="36672" marB="275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90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87167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橢圓 38">
            <a:extLst>
              <a:ext uri="{FF2B5EF4-FFF2-40B4-BE49-F238E27FC236}">
                <a16:creationId xmlns:a16="http://schemas.microsoft.com/office/drawing/2014/main" id="{935333AE-9EC2-17E6-AE5B-B1766331338C}"/>
              </a:ext>
            </a:extLst>
          </p:cNvPr>
          <p:cNvSpPr/>
          <p:nvPr/>
        </p:nvSpPr>
        <p:spPr>
          <a:xfrm>
            <a:off x="1177281" y="105051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2F046C3-7B66-B512-1318-F9D0123FF8B2}"/>
                  </a:ext>
                </a:extLst>
              </p:cNvPr>
              <p:cNvSpPr txBox="1"/>
              <p:nvPr/>
            </p:nvSpPr>
            <p:spPr>
              <a:xfrm>
                <a:off x="504299" y="891014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2F046C3-7B66-B512-1318-F9D0123FF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99" y="891014"/>
                <a:ext cx="567186" cy="410690"/>
              </a:xfrm>
              <a:prstGeom prst="rect">
                <a:avLst/>
              </a:prstGeom>
              <a:blipFill>
                <a:blip r:embed="rId2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727EFB2-DF2B-4773-08CA-76C42015AD2C}"/>
                  </a:ext>
                </a:extLst>
              </p:cNvPr>
              <p:cNvSpPr txBox="1"/>
              <p:nvPr/>
            </p:nvSpPr>
            <p:spPr>
              <a:xfrm>
                <a:off x="3795493" y="604353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727EFB2-DF2B-4773-08CA-76C42015A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493" y="604353"/>
                <a:ext cx="593827" cy="4088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橢圓 42">
            <a:extLst>
              <a:ext uri="{FF2B5EF4-FFF2-40B4-BE49-F238E27FC236}">
                <a16:creationId xmlns:a16="http://schemas.microsoft.com/office/drawing/2014/main" id="{ABE65A1E-E8B2-CBB9-837B-80B725803C05}"/>
              </a:ext>
            </a:extLst>
          </p:cNvPr>
          <p:cNvSpPr/>
          <p:nvPr/>
        </p:nvSpPr>
        <p:spPr>
          <a:xfrm>
            <a:off x="1148480" y="196040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E06AD5F4-988A-3DE1-185F-301046375B95}"/>
                  </a:ext>
                </a:extLst>
              </p:cNvPr>
              <p:cNvSpPr txBox="1"/>
              <p:nvPr/>
            </p:nvSpPr>
            <p:spPr>
              <a:xfrm>
                <a:off x="475497" y="1794955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E06AD5F4-988A-3DE1-185F-301046375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97" y="1794955"/>
                <a:ext cx="567186" cy="410690"/>
              </a:xfrm>
              <a:prstGeom prst="rect">
                <a:avLst/>
              </a:prstGeom>
              <a:blipFill>
                <a:blip r:embed="rId4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橢圓 67">
            <a:extLst>
              <a:ext uri="{FF2B5EF4-FFF2-40B4-BE49-F238E27FC236}">
                <a16:creationId xmlns:a16="http://schemas.microsoft.com/office/drawing/2014/main" id="{ED88ED83-4B67-154F-7669-F80472C7A870}"/>
              </a:ext>
            </a:extLst>
          </p:cNvPr>
          <p:cNvSpPr/>
          <p:nvPr/>
        </p:nvSpPr>
        <p:spPr>
          <a:xfrm>
            <a:off x="3709100" y="76385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FF4D7851-42C7-2D5D-1FD7-DD65D24F6165}"/>
              </a:ext>
            </a:extLst>
          </p:cNvPr>
          <p:cNvSpPr/>
          <p:nvPr/>
        </p:nvSpPr>
        <p:spPr>
          <a:xfrm>
            <a:off x="3709101" y="118049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C8601DE-6EFE-9726-68B1-DFE5A09CC198}"/>
                  </a:ext>
                </a:extLst>
              </p:cNvPr>
              <p:cNvSpPr txBox="1"/>
              <p:nvPr/>
            </p:nvSpPr>
            <p:spPr>
              <a:xfrm>
                <a:off x="3795493" y="1013247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C8601DE-6EFE-9726-68B1-DFE5A09CC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493" y="1013247"/>
                <a:ext cx="593827" cy="4088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AB20A0DE-E60B-7126-82C3-5563EC8223DC}"/>
                  </a:ext>
                </a:extLst>
              </p:cNvPr>
              <p:cNvSpPr txBox="1"/>
              <p:nvPr/>
            </p:nvSpPr>
            <p:spPr>
              <a:xfrm>
                <a:off x="3795492" y="1539980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AB20A0DE-E60B-7126-82C3-5563EC822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492" y="1539980"/>
                <a:ext cx="593827" cy="4088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橢圓 75">
            <a:extLst>
              <a:ext uri="{FF2B5EF4-FFF2-40B4-BE49-F238E27FC236}">
                <a16:creationId xmlns:a16="http://schemas.microsoft.com/office/drawing/2014/main" id="{A8EC942F-E809-DC28-A1A6-7D1A0710EF79}"/>
              </a:ext>
            </a:extLst>
          </p:cNvPr>
          <p:cNvSpPr/>
          <p:nvPr/>
        </p:nvSpPr>
        <p:spPr>
          <a:xfrm>
            <a:off x="3709099" y="169948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0D85BE7B-B383-BA34-CCDB-73FC14E5FAC0}"/>
              </a:ext>
            </a:extLst>
          </p:cNvPr>
          <p:cNvSpPr/>
          <p:nvPr/>
        </p:nvSpPr>
        <p:spPr>
          <a:xfrm>
            <a:off x="3709100" y="211612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E4CE8E22-39B3-362A-161C-BD891490C7F7}"/>
                  </a:ext>
                </a:extLst>
              </p:cNvPr>
              <p:cNvSpPr txBox="1"/>
              <p:nvPr/>
            </p:nvSpPr>
            <p:spPr>
              <a:xfrm>
                <a:off x="3795495" y="1912571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E4CE8E22-39B3-362A-161C-BD891490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495" y="1912571"/>
                <a:ext cx="593827" cy="4088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99391BB6-75EA-A923-EC4E-8A9C6B8CDB5A}"/>
              </a:ext>
            </a:extLst>
          </p:cNvPr>
          <p:cNvCxnSpPr>
            <a:stCxn id="39" idx="6"/>
            <a:endCxn id="68" idx="2"/>
          </p:cNvCxnSpPr>
          <p:nvPr/>
        </p:nvCxnSpPr>
        <p:spPr>
          <a:xfrm flipV="1">
            <a:off x="1263674" y="809698"/>
            <a:ext cx="2445426" cy="2866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CFF93DA7-C528-7698-8612-B5EF8FF0CD33}"/>
              </a:ext>
            </a:extLst>
          </p:cNvPr>
          <p:cNvCxnSpPr>
            <a:cxnSpLocks/>
            <a:stCxn id="39" idx="6"/>
            <a:endCxn id="69" idx="2"/>
          </p:cNvCxnSpPr>
          <p:nvPr/>
        </p:nvCxnSpPr>
        <p:spPr>
          <a:xfrm>
            <a:off x="1263674" y="1096359"/>
            <a:ext cx="2445427" cy="1299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BEFBC83C-675F-D504-8658-3E405E69789E}"/>
              </a:ext>
            </a:extLst>
          </p:cNvPr>
          <p:cNvCxnSpPr>
            <a:cxnSpLocks/>
            <a:stCxn id="43" idx="6"/>
            <a:endCxn id="76" idx="2"/>
          </p:cNvCxnSpPr>
          <p:nvPr/>
        </p:nvCxnSpPr>
        <p:spPr>
          <a:xfrm flipV="1">
            <a:off x="1234873" y="1745325"/>
            <a:ext cx="2474226" cy="260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C675756B-2B80-8957-3C6F-28B82ADEBFD8}"/>
              </a:ext>
            </a:extLst>
          </p:cNvPr>
          <p:cNvCxnSpPr>
            <a:cxnSpLocks/>
            <a:stCxn id="43" idx="6"/>
            <a:endCxn id="77" idx="2"/>
          </p:cNvCxnSpPr>
          <p:nvPr/>
        </p:nvCxnSpPr>
        <p:spPr>
          <a:xfrm>
            <a:off x="1234873" y="2006248"/>
            <a:ext cx="2474227" cy="1557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橢圓 98">
            <a:extLst>
              <a:ext uri="{FF2B5EF4-FFF2-40B4-BE49-F238E27FC236}">
                <a16:creationId xmlns:a16="http://schemas.microsoft.com/office/drawing/2014/main" id="{CC1DC74F-82F4-98DC-3D9E-589E50D32709}"/>
              </a:ext>
            </a:extLst>
          </p:cNvPr>
          <p:cNvSpPr/>
          <p:nvPr/>
        </p:nvSpPr>
        <p:spPr>
          <a:xfrm>
            <a:off x="1177144" y="330465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18A33F6F-20E3-3160-4D69-8D2FDB50ECBC}"/>
                  </a:ext>
                </a:extLst>
              </p:cNvPr>
              <p:cNvSpPr txBox="1"/>
              <p:nvPr/>
            </p:nvSpPr>
            <p:spPr>
              <a:xfrm>
                <a:off x="504161" y="3139204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18A33F6F-20E3-3160-4D69-8D2FDB50E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61" y="3139204"/>
                <a:ext cx="567186" cy="410690"/>
              </a:xfrm>
              <a:prstGeom prst="rect">
                <a:avLst/>
              </a:prstGeom>
              <a:blipFill>
                <a:blip r:embed="rId8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89BB1A55-E66E-E3A8-AD5B-7E0833F0DA46}"/>
                  </a:ext>
                </a:extLst>
              </p:cNvPr>
              <p:cNvSpPr txBox="1"/>
              <p:nvPr/>
            </p:nvSpPr>
            <p:spPr>
              <a:xfrm>
                <a:off x="3780961" y="2561268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89BB1A55-E66E-E3A8-AD5B-7E0833F0D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2561268"/>
                <a:ext cx="593827" cy="4088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橢圓 101">
            <a:extLst>
              <a:ext uri="{FF2B5EF4-FFF2-40B4-BE49-F238E27FC236}">
                <a16:creationId xmlns:a16="http://schemas.microsoft.com/office/drawing/2014/main" id="{9423815A-31BB-BFEB-3BBA-81FCDA0875BA}"/>
              </a:ext>
            </a:extLst>
          </p:cNvPr>
          <p:cNvSpPr/>
          <p:nvPr/>
        </p:nvSpPr>
        <p:spPr>
          <a:xfrm>
            <a:off x="3694568" y="272077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6F23234C-590D-3E5A-641F-2C1B3D540071}"/>
              </a:ext>
            </a:extLst>
          </p:cNvPr>
          <p:cNvSpPr/>
          <p:nvPr/>
        </p:nvSpPr>
        <p:spPr>
          <a:xfrm>
            <a:off x="3694569" y="313740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6A58B7E3-7C3B-2F34-0AB1-A28B280F2AA9}"/>
                  </a:ext>
                </a:extLst>
              </p:cNvPr>
              <p:cNvSpPr txBox="1"/>
              <p:nvPr/>
            </p:nvSpPr>
            <p:spPr>
              <a:xfrm>
                <a:off x="3780961" y="2970162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6A58B7E3-7C3B-2F34-0AB1-A28B280F2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2970162"/>
                <a:ext cx="593827" cy="408894"/>
              </a:xfrm>
              <a:prstGeom prst="rect">
                <a:avLst/>
              </a:prstGeom>
              <a:blipFill>
                <a:blip r:embed="rId10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2BC1AD9E-BA57-B615-B40A-5178E8F8AD93}"/>
              </a:ext>
            </a:extLst>
          </p:cNvPr>
          <p:cNvCxnSpPr>
            <a:cxnSpLocks/>
            <a:stCxn id="99" idx="6"/>
            <a:endCxn id="102" idx="2"/>
          </p:cNvCxnSpPr>
          <p:nvPr/>
        </p:nvCxnSpPr>
        <p:spPr>
          <a:xfrm flipV="1">
            <a:off x="1263537" y="2766613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DE43030C-7A12-8451-4DA5-CC63879F00A0}"/>
              </a:ext>
            </a:extLst>
          </p:cNvPr>
          <p:cNvCxnSpPr>
            <a:cxnSpLocks/>
            <a:stCxn id="99" idx="6"/>
            <a:endCxn id="103" idx="2"/>
          </p:cNvCxnSpPr>
          <p:nvPr/>
        </p:nvCxnSpPr>
        <p:spPr>
          <a:xfrm flipV="1">
            <a:off x="1263537" y="3183251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D4CA2843-5ABA-A587-8A8F-0EEE5052C8E5}"/>
                  </a:ext>
                </a:extLst>
              </p:cNvPr>
              <p:cNvSpPr txBox="1"/>
              <p:nvPr/>
            </p:nvSpPr>
            <p:spPr>
              <a:xfrm>
                <a:off x="3780961" y="3350497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D4CA2843-5ABA-A587-8A8F-0EEE5052C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3350497"/>
                <a:ext cx="593827" cy="4142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橢圓 107">
            <a:extLst>
              <a:ext uri="{FF2B5EF4-FFF2-40B4-BE49-F238E27FC236}">
                <a16:creationId xmlns:a16="http://schemas.microsoft.com/office/drawing/2014/main" id="{E820DE32-1313-D964-83DB-80416E2D32C9}"/>
              </a:ext>
            </a:extLst>
          </p:cNvPr>
          <p:cNvSpPr/>
          <p:nvPr/>
        </p:nvSpPr>
        <p:spPr>
          <a:xfrm>
            <a:off x="3694568" y="350999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82E14806-3D3A-96D7-983B-A12B6A039A48}"/>
              </a:ext>
            </a:extLst>
          </p:cNvPr>
          <p:cNvSpPr/>
          <p:nvPr/>
        </p:nvSpPr>
        <p:spPr>
          <a:xfrm>
            <a:off x="3694569" y="392663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7B3C59F8-C926-4A38-E6C5-B657B99143EC}"/>
                  </a:ext>
                </a:extLst>
              </p:cNvPr>
              <p:cNvSpPr txBox="1"/>
              <p:nvPr/>
            </p:nvSpPr>
            <p:spPr>
              <a:xfrm>
                <a:off x="3780961" y="3759391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7B3C59F8-C926-4A38-E6C5-B657B9914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3759391"/>
                <a:ext cx="593827" cy="41428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1F5400FC-6D13-705A-E602-97E0D8A5BD55}"/>
              </a:ext>
            </a:extLst>
          </p:cNvPr>
          <p:cNvCxnSpPr>
            <a:cxnSpLocks/>
            <a:stCxn id="99" idx="6"/>
            <a:endCxn id="108" idx="2"/>
          </p:cNvCxnSpPr>
          <p:nvPr/>
        </p:nvCxnSpPr>
        <p:spPr>
          <a:xfrm>
            <a:off x="1263537" y="3350497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2336D236-F88E-08F3-7E43-D77DEC3822D8}"/>
              </a:ext>
            </a:extLst>
          </p:cNvPr>
          <p:cNvCxnSpPr>
            <a:cxnSpLocks/>
            <a:stCxn id="99" idx="6"/>
            <a:endCxn id="109" idx="2"/>
          </p:cNvCxnSpPr>
          <p:nvPr/>
        </p:nvCxnSpPr>
        <p:spPr>
          <a:xfrm>
            <a:off x="1263537" y="3350497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橢圓 119">
            <a:extLst>
              <a:ext uri="{FF2B5EF4-FFF2-40B4-BE49-F238E27FC236}">
                <a16:creationId xmlns:a16="http://schemas.microsoft.com/office/drawing/2014/main" id="{42DCC68F-5217-8F96-4207-388B6771E6CF}"/>
              </a:ext>
            </a:extLst>
          </p:cNvPr>
          <p:cNvSpPr/>
          <p:nvPr/>
        </p:nvSpPr>
        <p:spPr>
          <a:xfrm>
            <a:off x="1177144" y="493517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1BDDEBFD-4A0D-61F1-C916-C0E10993B599}"/>
                  </a:ext>
                </a:extLst>
              </p:cNvPr>
              <p:cNvSpPr txBox="1"/>
              <p:nvPr/>
            </p:nvSpPr>
            <p:spPr>
              <a:xfrm>
                <a:off x="504161" y="4769722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1BDDEBFD-4A0D-61F1-C916-C0E10993B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61" y="4769722"/>
                <a:ext cx="567186" cy="410690"/>
              </a:xfrm>
              <a:prstGeom prst="rect">
                <a:avLst/>
              </a:prstGeom>
              <a:blipFill>
                <a:blip r:embed="rId13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EE9F4F67-41C1-F65A-0A10-8877A2585343}"/>
                  </a:ext>
                </a:extLst>
              </p:cNvPr>
              <p:cNvSpPr txBox="1"/>
              <p:nvPr/>
            </p:nvSpPr>
            <p:spPr>
              <a:xfrm>
                <a:off x="3780961" y="4191786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EE9F4F67-41C1-F65A-0A10-8877A258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4191786"/>
                <a:ext cx="593827" cy="4088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橢圓 122">
            <a:extLst>
              <a:ext uri="{FF2B5EF4-FFF2-40B4-BE49-F238E27FC236}">
                <a16:creationId xmlns:a16="http://schemas.microsoft.com/office/drawing/2014/main" id="{F0720CDD-7D25-0467-1316-EC26BD29A241}"/>
              </a:ext>
            </a:extLst>
          </p:cNvPr>
          <p:cNvSpPr/>
          <p:nvPr/>
        </p:nvSpPr>
        <p:spPr>
          <a:xfrm>
            <a:off x="3694568" y="435128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E6B0EEBB-57D6-95AF-8EA0-12425F6635F0}"/>
              </a:ext>
            </a:extLst>
          </p:cNvPr>
          <p:cNvSpPr/>
          <p:nvPr/>
        </p:nvSpPr>
        <p:spPr>
          <a:xfrm>
            <a:off x="3694569" y="476792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B52D7C88-6CA2-8CE3-1FAD-FB49053D01BA}"/>
                  </a:ext>
                </a:extLst>
              </p:cNvPr>
              <p:cNvSpPr txBox="1"/>
              <p:nvPr/>
            </p:nvSpPr>
            <p:spPr>
              <a:xfrm>
                <a:off x="3780961" y="4600680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B52D7C88-6CA2-8CE3-1FAD-FB49053D0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4600680"/>
                <a:ext cx="593827" cy="408894"/>
              </a:xfrm>
              <a:prstGeom prst="rect">
                <a:avLst/>
              </a:prstGeom>
              <a:blipFill>
                <a:blip r:embed="rId15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77DB0F67-C5AB-EA0D-CDE2-EACD6C3A3686}"/>
              </a:ext>
            </a:extLst>
          </p:cNvPr>
          <p:cNvCxnSpPr>
            <a:cxnSpLocks/>
            <a:stCxn id="120" idx="6"/>
            <a:endCxn id="123" idx="2"/>
          </p:cNvCxnSpPr>
          <p:nvPr/>
        </p:nvCxnSpPr>
        <p:spPr>
          <a:xfrm flipV="1">
            <a:off x="1263537" y="4397131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2C34BD0E-E4A9-37A0-1975-DBF7E1483BDB}"/>
              </a:ext>
            </a:extLst>
          </p:cNvPr>
          <p:cNvCxnSpPr>
            <a:cxnSpLocks/>
            <a:stCxn id="120" idx="6"/>
            <a:endCxn id="124" idx="2"/>
          </p:cNvCxnSpPr>
          <p:nvPr/>
        </p:nvCxnSpPr>
        <p:spPr>
          <a:xfrm flipV="1">
            <a:off x="1263537" y="4813769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331151F9-E101-79A8-A373-581C772CCBB8}"/>
                  </a:ext>
                </a:extLst>
              </p:cNvPr>
              <p:cNvSpPr txBox="1"/>
              <p:nvPr/>
            </p:nvSpPr>
            <p:spPr>
              <a:xfrm>
                <a:off x="3780961" y="4981015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331151F9-E101-79A8-A373-581C772CC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4981015"/>
                <a:ext cx="593827" cy="4142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橢圓 128">
            <a:extLst>
              <a:ext uri="{FF2B5EF4-FFF2-40B4-BE49-F238E27FC236}">
                <a16:creationId xmlns:a16="http://schemas.microsoft.com/office/drawing/2014/main" id="{4825B11E-C995-A611-7809-C32994623FFD}"/>
              </a:ext>
            </a:extLst>
          </p:cNvPr>
          <p:cNvSpPr/>
          <p:nvPr/>
        </p:nvSpPr>
        <p:spPr>
          <a:xfrm>
            <a:off x="3694568" y="514051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0" name="橢圓 129">
            <a:extLst>
              <a:ext uri="{FF2B5EF4-FFF2-40B4-BE49-F238E27FC236}">
                <a16:creationId xmlns:a16="http://schemas.microsoft.com/office/drawing/2014/main" id="{56918BEF-C2BE-9BCA-E0B5-F2F0B73E8597}"/>
              </a:ext>
            </a:extLst>
          </p:cNvPr>
          <p:cNvSpPr/>
          <p:nvPr/>
        </p:nvSpPr>
        <p:spPr>
          <a:xfrm>
            <a:off x="3694569" y="555715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DD6D6C8C-7578-5B54-20FA-B272F78D8ED5}"/>
                  </a:ext>
                </a:extLst>
              </p:cNvPr>
              <p:cNvSpPr txBox="1"/>
              <p:nvPr/>
            </p:nvSpPr>
            <p:spPr>
              <a:xfrm>
                <a:off x="3780961" y="5389909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DD6D6C8C-7578-5B54-20FA-B272F78D8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961" y="5389909"/>
                <a:ext cx="593827" cy="4142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164B6D8E-8A6B-FC7D-B524-8071745AB520}"/>
              </a:ext>
            </a:extLst>
          </p:cNvPr>
          <p:cNvCxnSpPr>
            <a:cxnSpLocks/>
            <a:stCxn id="120" idx="6"/>
            <a:endCxn id="129" idx="2"/>
          </p:cNvCxnSpPr>
          <p:nvPr/>
        </p:nvCxnSpPr>
        <p:spPr>
          <a:xfrm>
            <a:off x="1263537" y="4981015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CD8D99A2-9D53-9CC9-E11C-2941D97FD668}"/>
              </a:ext>
            </a:extLst>
          </p:cNvPr>
          <p:cNvCxnSpPr>
            <a:cxnSpLocks/>
            <a:stCxn id="120" idx="6"/>
            <a:endCxn id="130" idx="2"/>
          </p:cNvCxnSpPr>
          <p:nvPr/>
        </p:nvCxnSpPr>
        <p:spPr>
          <a:xfrm>
            <a:off x="1263537" y="4981015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E5F53919-BAF0-777C-B6EE-864274A468B4}"/>
                  </a:ext>
                </a:extLst>
              </p:cNvPr>
              <p:cNvSpPr txBox="1"/>
              <p:nvPr/>
            </p:nvSpPr>
            <p:spPr>
              <a:xfrm>
                <a:off x="2471988" y="2329209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E5F53919-BAF0-777C-B6EE-864274A46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988" y="2329209"/>
                <a:ext cx="136256" cy="276999"/>
              </a:xfrm>
              <a:prstGeom prst="rect">
                <a:avLst/>
              </a:prstGeom>
              <a:blipFill>
                <a:blip r:embed="rId18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D14D067B-AF12-D9A0-BE3C-3F47383C81C1}"/>
                  </a:ext>
                </a:extLst>
              </p:cNvPr>
              <p:cNvSpPr txBox="1"/>
              <p:nvPr/>
            </p:nvSpPr>
            <p:spPr>
              <a:xfrm>
                <a:off x="2471988" y="2504468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D14D067B-AF12-D9A0-BE3C-3F47383C8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988" y="2504468"/>
                <a:ext cx="136256" cy="276999"/>
              </a:xfrm>
              <a:prstGeom prst="rect">
                <a:avLst/>
              </a:prstGeom>
              <a:blipFill>
                <a:blip r:embed="rId19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橢圓 139">
            <a:extLst>
              <a:ext uri="{FF2B5EF4-FFF2-40B4-BE49-F238E27FC236}">
                <a16:creationId xmlns:a16="http://schemas.microsoft.com/office/drawing/2014/main" id="{3D44A080-5819-847E-3175-6D4B9146C785}"/>
              </a:ext>
            </a:extLst>
          </p:cNvPr>
          <p:cNvSpPr/>
          <p:nvPr/>
        </p:nvSpPr>
        <p:spPr>
          <a:xfrm>
            <a:off x="5091103" y="449155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B1022F06-A67A-9714-7AC4-DCEA06A9BC0C}"/>
                  </a:ext>
                </a:extLst>
              </p:cNvPr>
              <p:cNvSpPr txBox="1"/>
              <p:nvPr/>
            </p:nvSpPr>
            <p:spPr>
              <a:xfrm>
                <a:off x="4418121" y="4332049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B1022F06-A67A-9714-7AC4-DCEA06A9B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121" y="4332049"/>
                <a:ext cx="567186" cy="415178"/>
              </a:xfrm>
              <a:prstGeom prst="rect">
                <a:avLst/>
              </a:prstGeom>
              <a:blipFill>
                <a:blip r:embed="rId20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165DB1B2-FD03-5A7B-9107-F4DB63D849DA}"/>
                  </a:ext>
                </a:extLst>
              </p:cNvPr>
              <p:cNvSpPr txBox="1"/>
              <p:nvPr/>
            </p:nvSpPr>
            <p:spPr>
              <a:xfrm>
                <a:off x="7709315" y="4045388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165DB1B2-FD03-5A7B-9107-F4DB63D84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4045388"/>
                <a:ext cx="593827" cy="414281"/>
              </a:xfrm>
              <a:prstGeom prst="rect">
                <a:avLst/>
              </a:prstGeom>
              <a:blipFill>
                <a:blip r:embed="rId21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橢圓 142">
            <a:extLst>
              <a:ext uri="{FF2B5EF4-FFF2-40B4-BE49-F238E27FC236}">
                <a16:creationId xmlns:a16="http://schemas.microsoft.com/office/drawing/2014/main" id="{56AAB682-69DC-7300-3A74-B1C967233E6B}"/>
              </a:ext>
            </a:extLst>
          </p:cNvPr>
          <p:cNvSpPr/>
          <p:nvPr/>
        </p:nvSpPr>
        <p:spPr>
          <a:xfrm>
            <a:off x="5062302" y="540144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8B1B05A6-1A53-5FC6-4C03-DB5AA7AAE767}"/>
                  </a:ext>
                </a:extLst>
              </p:cNvPr>
              <p:cNvSpPr txBox="1"/>
              <p:nvPr/>
            </p:nvSpPr>
            <p:spPr>
              <a:xfrm>
                <a:off x="4389319" y="5235990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8B1B05A6-1A53-5FC6-4C03-DB5AA7AAE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319" y="5235990"/>
                <a:ext cx="567186" cy="410690"/>
              </a:xfrm>
              <a:prstGeom prst="rect">
                <a:avLst/>
              </a:prstGeom>
              <a:blipFill>
                <a:blip r:embed="rId22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橢圓 144">
            <a:extLst>
              <a:ext uri="{FF2B5EF4-FFF2-40B4-BE49-F238E27FC236}">
                <a16:creationId xmlns:a16="http://schemas.microsoft.com/office/drawing/2014/main" id="{3CCF6A77-F6E4-246A-5E33-49CAAE33B4D8}"/>
              </a:ext>
            </a:extLst>
          </p:cNvPr>
          <p:cNvSpPr/>
          <p:nvPr/>
        </p:nvSpPr>
        <p:spPr>
          <a:xfrm>
            <a:off x="7622922" y="420489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D107F5D2-883E-35C2-2242-A760327417E4}"/>
              </a:ext>
            </a:extLst>
          </p:cNvPr>
          <p:cNvSpPr/>
          <p:nvPr/>
        </p:nvSpPr>
        <p:spPr>
          <a:xfrm>
            <a:off x="7622923" y="462152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7FCA77B9-C1E8-77BA-5055-9A1B953C5B28}"/>
                  </a:ext>
                </a:extLst>
              </p:cNvPr>
              <p:cNvSpPr txBox="1"/>
              <p:nvPr/>
            </p:nvSpPr>
            <p:spPr>
              <a:xfrm>
                <a:off x="7709315" y="4454282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7FCA77B9-C1E8-77BA-5055-9A1B953C5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4454282"/>
                <a:ext cx="593827" cy="414281"/>
              </a:xfrm>
              <a:prstGeom prst="rect">
                <a:avLst/>
              </a:prstGeom>
              <a:blipFill>
                <a:blip r:embed="rId23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5CF25C5D-1634-B366-FF49-B3F345A752F9}"/>
                  </a:ext>
                </a:extLst>
              </p:cNvPr>
              <p:cNvSpPr txBox="1"/>
              <p:nvPr/>
            </p:nvSpPr>
            <p:spPr>
              <a:xfrm>
                <a:off x="7709314" y="4981015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5CF25C5D-1634-B366-FF49-B3F345A75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4" y="4981015"/>
                <a:ext cx="593827" cy="408894"/>
              </a:xfrm>
              <a:prstGeom prst="rect">
                <a:avLst/>
              </a:prstGeom>
              <a:blipFill>
                <a:blip r:embed="rId24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橢圓 148">
            <a:extLst>
              <a:ext uri="{FF2B5EF4-FFF2-40B4-BE49-F238E27FC236}">
                <a16:creationId xmlns:a16="http://schemas.microsoft.com/office/drawing/2014/main" id="{E6592395-0F7D-955E-01F1-A1134BF65033}"/>
              </a:ext>
            </a:extLst>
          </p:cNvPr>
          <p:cNvSpPr/>
          <p:nvPr/>
        </p:nvSpPr>
        <p:spPr>
          <a:xfrm>
            <a:off x="7622921" y="514051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0" name="橢圓 149">
            <a:extLst>
              <a:ext uri="{FF2B5EF4-FFF2-40B4-BE49-F238E27FC236}">
                <a16:creationId xmlns:a16="http://schemas.microsoft.com/office/drawing/2014/main" id="{BA44A67F-6A7F-560F-1244-E9F1F1009E78}"/>
              </a:ext>
            </a:extLst>
          </p:cNvPr>
          <p:cNvSpPr/>
          <p:nvPr/>
        </p:nvSpPr>
        <p:spPr>
          <a:xfrm>
            <a:off x="7622922" y="555715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71E1F9EE-7D9A-9CE5-2C47-AEE69468B575}"/>
                  </a:ext>
                </a:extLst>
              </p:cNvPr>
              <p:cNvSpPr txBox="1"/>
              <p:nvPr/>
            </p:nvSpPr>
            <p:spPr>
              <a:xfrm>
                <a:off x="7709317" y="5353606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71E1F9EE-7D9A-9CE5-2C47-AEE69468B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7" y="5353606"/>
                <a:ext cx="593827" cy="408894"/>
              </a:xfrm>
              <a:prstGeom prst="rect">
                <a:avLst/>
              </a:prstGeom>
              <a:blipFill>
                <a:blip r:embed="rId25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ABF8F108-26B5-1814-DAA8-9B449C2AFB03}"/>
              </a:ext>
            </a:extLst>
          </p:cNvPr>
          <p:cNvCxnSpPr>
            <a:stCxn id="140" idx="6"/>
            <a:endCxn id="145" idx="2"/>
          </p:cNvCxnSpPr>
          <p:nvPr/>
        </p:nvCxnSpPr>
        <p:spPr>
          <a:xfrm flipV="1">
            <a:off x="5177496" y="4250733"/>
            <a:ext cx="2445426" cy="2866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12CFDE01-FA66-2FF4-D478-21D7E46FA697}"/>
              </a:ext>
            </a:extLst>
          </p:cNvPr>
          <p:cNvCxnSpPr>
            <a:cxnSpLocks/>
            <a:stCxn id="140" idx="6"/>
            <a:endCxn id="146" idx="2"/>
          </p:cNvCxnSpPr>
          <p:nvPr/>
        </p:nvCxnSpPr>
        <p:spPr>
          <a:xfrm>
            <a:off x="5177496" y="4537394"/>
            <a:ext cx="2445427" cy="1299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直線接點 153">
            <a:extLst>
              <a:ext uri="{FF2B5EF4-FFF2-40B4-BE49-F238E27FC236}">
                <a16:creationId xmlns:a16="http://schemas.microsoft.com/office/drawing/2014/main" id="{08E17E50-1C60-FEA1-6398-D68923CE60A7}"/>
              </a:ext>
            </a:extLst>
          </p:cNvPr>
          <p:cNvCxnSpPr>
            <a:cxnSpLocks/>
            <a:stCxn id="143" idx="6"/>
            <a:endCxn id="149" idx="2"/>
          </p:cNvCxnSpPr>
          <p:nvPr/>
        </p:nvCxnSpPr>
        <p:spPr>
          <a:xfrm flipV="1">
            <a:off x="5148695" y="5186360"/>
            <a:ext cx="2474226" cy="260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直線接點 154">
            <a:extLst>
              <a:ext uri="{FF2B5EF4-FFF2-40B4-BE49-F238E27FC236}">
                <a16:creationId xmlns:a16="http://schemas.microsoft.com/office/drawing/2014/main" id="{4E83E004-6EC3-2654-9CBA-21B76E2D1DA5}"/>
              </a:ext>
            </a:extLst>
          </p:cNvPr>
          <p:cNvCxnSpPr>
            <a:cxnSpLocks/>
            <a:stCxn id="143" idx="6"/>
            <a:endCxn id="150" idx="2"/>
          </p:cNvCxnSpPr>
          <p:nvPr/>
        </p:nvCxnSpPr>
        <p:spPr>
          <a:xfrm>
            <a:off x="5148695" y="5447283"/>
            <a:ext cx="2474227" cy="1557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橢圓 155">
            <a:extLst>
              <a:ext uri="{FF2B5EF4-FFF2-40B4-BE49-F238E27FC236}">
                <a16:creationId xmlns:a16="http://schemas.microsoft.com/office/drawing/2014/main" id="{476B1869-5130-CE1D-00FB-D15ADAB37D51}"/>
              </a:ext>
            </a:extLst>
          </p:cNvPr>
          <p:cNvSpPr/>
          <p:nvPr/>
        </p:nvSpPr>
        <p:spPr>
          <a:xfrm>
            <a:off x="5105498" y="127738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B39E191E-01D9-D155-3311-D072C63E862A}"/>
                  </a:ext>
                </a:extLst>
              </p:cNvPr>
              <p:cNvSpPr txBox="1"/>
              <p:nvPr/>
            </p:nvSpPr>
            <p:spPr>
              <a:xfrm>
                <a:off x="4432515" y="1111936"/>
                <a:ext cx="567186" cy="41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B39E191E-01D9-D155-3311-D072C63E8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515" y="1111936"/>
                <a:ext cx="567186" cy="411266"/>
              </a:xfrm>
              <a:prstGeom prst="rect">
                <a:avLst/>
              </a:prstGeom>
              <a:blipFill>
                <a:blip r:embed="rId2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747A2753-9935-0F6F-CE4D-7037AB62DC78}"/>
                  </a:ext>
                </a:extLst>
              </p:cNvPr>
              <p:cNvSpPr txBox="1"/>
              <p:nvPr/>
            </p:nvSpPr>
            <p:spPr>
              <a:xfrm>
                <a:off x="7709315" y="534000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747A2753-9935-0F6F-CE4D-7037AB62D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534000"/>
                <a:ext cx="593827" cy="40889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橢圓 158">
            <a:extLst>
              <a:ext uri="{FF2B5EF4-FFF2-40B4-BE49-F238E27FC236}">
                <a16:creationId xmlns:a16="http://schemas.microsoft.com/office/drawing/2014/main" id="{B1BEA857-D906-24B7-8568-83516E2CF666}"/>
              </a:ext>
            </a:extLst>
          </p:cNvPr>
          <p:cNvSpPr/>
          <p:nvPr/>
        </p:nvSpPr>
        <p:spPr>
          <a:xfrm>
            <a:off x="7622922" y="69350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DFE30C20-B6D3-6327-E219-CC6E973DFDF6}"/>
              </a:ext>
            </a:extLst>
          </p:cNvPr>
          <p:cNvSpPr/>
          <p:nvPr/>
        </p:nvSpPr>
        <p:spPr>
          <a:xfrm>
            <a:off x="7622923" y="111014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D0F93FAF-6E65-A55D-6E2D-3E21E9CC27D9}"/>
                  </a:ext>
                </a:extLst>
              </p:cNvPr>
              <p:cNvSpPr txBox="1"/>
              <p:nvPr/>
            </p:nvSpPr>
            <p:spPr>
              <a:xfrm>
                <a:off x="7709315" y="942894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D0F93FAF-6E65-A55D-6E2D-3E21E9CC2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942894"/>
                <a:ext cx="593827" cy="40889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70278C17-C878-7347-D910-0194EEDCDA03}"/>
              </a:ext>
            </a:extLst>
          </p:cNvPr>
          <p:cNvCxnSpPr>
            <a:cxnSpLocks/>
            <a:stCxn id="156" idx="6"/>
            <a:endCxn id="159" idx="2"/>
          </p:cNvCxnSpPr>
          <p:nvPr/>
        </p:nvCxnSpPr>
        <p:spPr>
          <a:xfrm flipV="1">
            <a:off x="5191891" y="739345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3E47FF7A-D860-C564-0F9B-03169F1AD034}"/>
              </a:ext>
            </a:extLst>
          </p:cNvPr>
          <p:cNvCxnSpPr>
            <a:cxnSpLocks/>
            <a:stCxn id="156" idx="6"/>
            <a:endCxn id="160" idx="2"/>
          </p:cNvCxnSpPr>
          <p:nvPr/>
        </p:nvCxnSpPr>
        <p:spPr>
          <a:xfrm flipV="1">
            <a:off x="5191891" y="1155983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字方塊 163">
                <a:extLst>
                  <a:ext uri="{FF2B5EF4-FFF2-40B4-BE49-F238E27FC236}">
                    <a16:creationId xmlns:a16="http://schemas.microsoft.com/office/drawing/2014/main" id="{46FD5A89-CFB4-DB22-5662-7C55D5D6FD06}"/>
                  </a:ext>
                </a:extLst>
              </p:cNvPr>
              <p:cNvSpPr txBox="1"/>
              <p:nvPr/>
            </p:nvSpPr>
            <p:spPr>
              <a:xfrm>
                <a:off x="7709315" y="1323229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4" name="文字方塊 163">
                <a:extLst>
                  <a:ext uri="{FF2B5EF4-FFF2-40B4-BE49-F238E27FC236}">
                    <a16:creationId xmlns:a16="http://schemas.microsoft.com/office/drawing/2014/main" id="{46FD5A89-CFB4-DB22-5662-7C55D5D6F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1323229"/>
                <a:ext cx="593827" cy="414281"/>
              </a:xfrm>
              <a:prstGeom prst="rect">
                <a:avLst/>
              </a:prstGeom>
              <a:blipFill>
                <a:blip r:embed="rId29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橢圓 164">
            <a:extLst>
              <a:ext uri="{FF2B5EF4-FFF2-40B4-BE49-F238E27FC236}">
                <a16:creationId xmlns:a16="http://schemas.microsoft.com/office/drawing/2014/main" id="{2A72F514-5864-DA19-C7D6-9D56D093B0AC}"/>
              </a:ext>
            </a:extLst>
          </p:cNvPr>
          <p:cNvSpPr/>
          <p:nvPr/>
        </p:nvSpPr>
        <p:spPr>
          <a:xfrm>
            <a:off x="7622922" y="148273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6" name="橢圓 165">
            <a:extLst>
              <a:ext uri="{FF2B5EF4-FFF2-40B4-BE49-F238E27FC236}">
                <a16:creationId xmlns:a16="http://schemas.microsoft.com/office/drawing/2014/main" id="{358D4201-9C1B-0AD9-B6FC-F117D621554A}"/>
              </a:ext>
            </a:extLst>
          </p:cNvPr>
          <p:cNvSpPr/>
          <p:nvPr/>
        </p:nvSpPr>
        <p:spPr>
          <a:xfrm>
            <a:off x="7622923" y="189936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D8DBDE7-A618-6E82-412F-134A77209B4C}"/>
                  </a:ext>
                </a:extLst>
              </p:cNvPr>
              <p:cNvSpPr txBox="1"/>
              <p:nvPr/>
            </p:nvSpPr>
            <p:spPr>
              <a:xfrm>
                <a:off x="7709315" y="1732123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D8DBDE7-A618-6E82-412F-134A77209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1732123"/>
                <a:ext cx="593827" cy="414281"/>
              </a:xfrm>
              <a:prstGeom prst="rect">
                <a:avLst/>
              </a:prstGeom>
              <a:blipFill>
                <a:blip r:embed="rId30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F54964CE-5B16-4E4E-7A83-77B308C85093}"/>
              </a:ext>
            </a:extLst>
          </p:cNvPr>
          <p:cNvCxnSpPr>
            <a:cxnSpLocks/>
            <a:stCxn id="156" idx="6"/>
            <a:endCxn id="165" idx="2"/>
          </p:cNvCxnSpPr>
          <p:nvPr/>
        </p:nvCxnSpPr>
        <p:spPr>
          <a:xfrm>
            <a:off x="5191891" y="1323229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4273FF57-A967-4B83-D06F-E05EA06C9EB0}"/>
              </a:ext>
            </a:extLst>
          </p:cNvPr>
          <p:cNvCxnSpPr>
            <a:cxnSpLocks/>
            <a:stCxn id="156" idx="6"/>
            <a:endCxn id="166" idx="2"/>
          </p:cNvCxnSpPr>
          <p:nvPr/>
        </p:nvCxnSpPr>
        <p:spPr>
          <a:xfrm>
            <a:off x="5191891" y="1323229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橢圓 169">
            <a:extLst>
              <a:ext uri="{FF2B5EF4-FFF2-40B4-BE49-F238E27FC236}">
                <a16:creationId xmlns:a16="http://schemas.microsoft.com/office/drawing/2014/main" id="{0784BFE7-CF3E-EDAC-DE73-5AA922736CEB}"/>
              </a:ext>
            </a:extLst>
          </p:cNvPr>
          <p:cNvSpPr/>
          <p:nvPr/>
        </p:nvSpPr>
        <p:spPr>
          <a:xfrm>
            <a:off x="5105498" y="290790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439B4ADF-0D53-4318-66D0-EC4BBC8456F4}"/>
                  </a:ext>
                </a:extLst>
              </p:cNvPr>
              <p:cNvSpPr txBox="1"/>
              <p:nvPr/>
            </p:nvSpPr>
            <p:spPr>
              <a:xfrm>
                <a:off x="4432515" y="2742454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439B4ADF-0D53-4318-66D0-EC4BBC84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515" y="2742454"/>
                <a:ext cx="567186" cy="410690"/>
              </a:xfrm>
              <a:prstGeom prst="rect">
                <a:avLst/>
              </a:prstGeom>
              <a:blipFill>
                <a:blip r:embed="rId31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D8944A6C-5ABA-185A-A421-ACBD5E525AF3}"/>
                  </a:ext>
                </a:extLst>
              </p:cNvPr>
              <p:cNvSpPr txBox="1"/>
              <p:nvPr/>
            </p:nvSpPr>
            <p:spPr>
              <a:xfrm>
                <a:off x="7709315" y="2164518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D8944A6C-5ABA-185A-A421-ACBD5E525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2164518"/>
                <a:ext cx="593827" cy="40889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橢圓 172">
            <a:extLst>
              <a:ext uri="{FF2B5EF4-FFF2-40B4-BE49-F238E27FC236}">
                <a16:creationId xmlns:a16="http://schemas.microsoft.com/office/drawing/2014/main" id="{E1313FC0-454E-72EB-CF77-5B8899920252}"/>
              </a:ext>
            </a:extLst>
          </p:cNvPr>
          <p:cNvSpPr/>
          <p:nvPr/>
        </p:nvSpPr>
        <p:spPr>
          <a:xfrm>
            <a:off x="7622922" y="232402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BEE08AAE-BF8D-9F1F-AAB2-4C93227C3984}"/>
              </a:ext>
            </a:extLst>
          </p:cNvPr>
          <p:cNvSpPr/>
          <p:nvPr/>
        </p:nvSpPr>
        <p:spPr>
          <a:xfrm>
            <a:off x="7622923" y="274065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CBCF2DC9-0933-D218-DF5F-A7CC7BEDF020}"/>
                  </a:ext>
                </a:extLst>
              </p:cNvPr>
              <p:cNvSpPr txBox="1"/>
              <p:nvPr/>
            </p:nvSpPr>
            <p:spPr>
              <a:xfrm>
                <a:off x="7709315" y="2573412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CBCF2DC9-0933-D218-DF5F-A7CC7BEDF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2573412"/>
                <a:ext cx="593827" cy="40889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7E79F06E-1ABE-0D0E-88B7-31AFB5DD213E}"/>
              </a:ext>
            </a:extLst>
          </p:cNvPr>
          <p:cNvCxnSpPr>
            <a:cxnSpLocks/>
            <a:stCxn id="170" idx="6"/>
            <a:endCxn id="173" idx="2"/>
          </p:cNvCxnSpPr>
          <p:nvPr/>
        </p:nvCxnSpPr>
        <p:spPr>
          <a:xfrm flipV="1">
            <a:off x="5191891" y="2369863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直線接點 176">
            <a:extLst>
              <a:ext uri="{FF2B5EF4-FFF2-40B4-BE49-F238E27FC236}">
                <a16:creationId xmlns:a16="http://schemas.microsoft.com/office/drawing/2014/main" id="{09EBB524-1681-E6AA-D8DB-59906C651EC0}"/>
              </a:ext>
            </a:extLst>
          </p:cNvPr>
          <p:cNvCxnSpPr>
            <a:cxnSpLocks/>
            <a:stCxn id="170" idx="6"/>
            <a:endCxn id="174" idx="2"/>
          </p:cNvCxnSpPr>
          <p:nvPr/>
        </p:nvCxnSpPr>
        <p:spPr>
          <a:xfrm flipV="1">
            <a:off x="5191891" y="2786501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7DF5A16A-59E4-C896-3AE0-D781678DCD8E}"/>
                  </a:ext>
                </a:extLst>
              </p:cNvPr>
              <p:cNvSpPr txBox="1"/>
              <p:nvPr/>
            </p:nvSpPr>
            <p:spPr>
              <a:xfrm>
                <a:off x="7709315" y="2953747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7DF5A16A-59E4-C896-3AE0-D781678DC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2953747"/>
                <a:ext cx="593827" cy="414281"/>
              </a:xfrm>
              <a:prstGeom prst="rect">
                <a:avLst/>
              </a:prstGeom>
              <a:blipFill>
                <a:blip r:embed="rId34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橢圓 178">
            <a:extLst>
              <a:ext uri="{FF2B5EF4-FFF2-40B4-BE49-F238E27FC236}">
                <a16:creationId xmlns:a16="http://schemas.microsoft.com/office/drawing/2014/main" id="{7C9BD464-8A43-B06C-774D-0C6525A5AA8E}"/>
              </a:ext>
            </a:extLst>
          </p:cNvPr>
          <p:cNvSpPr/>
          <p:nvPr/>
        </p:nvSpPr>
        <p:spPr>
          <a:xfrm>
            <a:off x="7622922" y="311324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BEBE3198-9299-9D7C-7066-B26927B6AAD0}"/>
              </a:ext>
            </a:extLst>
          </p:cNvPr>
          <p:cNvSpPr/>
          <p:nvPr/>
        </p:nvSpPr>
        <p:spPr>
          <a:xfrm>
            <a:off x="7622923" y="352988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5686F7D1-DAF7-7A64-42A5-3D546B0B7B91}"/>
                  </a:ext>
                </a:extLst>
              </p:cNvPr>
              <p:cNvSpPr txBox="1"/>
              <p:nvPr/>
            </p:nvSpPr>
            <p:spPr>
              <a:xfrm>
                <a:off x="7709315" y="3362641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5686F7D1-DAF7-7A64-42A5-3D546B0B7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15" y="3362641"/>
                <a:ext cx="593827" cy="414281"/>
              </a:xfrm>
              <a:prstGeom prst="rect">
                <a:avLst/>
              </a:prstGeom>
              <a:blipFill>
                <a:blip r:embed="rId35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直線接點 181">
            <a:extLst>
              <a:ext uri="{FF2B5EF4-FFF2-40B4-BE49-F238E27FC236}">
                <a16:creationId xmlns:a16="http://schemas.microsoft.com/office/drawing/2014/main" id="{A1328717-16AC-93D4-5029-5507CAFD7782}"/>
              </a:ext>
            </a:extLst>
          </p:cNvPr>
          <p:cNvCxnSpPr>
            <a:cxnSpLocks/>
            <a:stCxn id="170" idx="6"/>
            <a:endCxn id="179" idx="2"/>
          </p:cNvCxnSpPr>
          <p:nvPr/>
        </p:nvCxnSpPr>
        <p:spPr>
          <a:xfrm>
            <a:off x="5191891" y="2953747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E61F8CC2-506B-EFE7-12E0-8FC315FED376}"/>
              </a:ext>
            </a:extLst>
          </p:cNvPr>
          <p:cNvCxnSpPr>
            <a:cxnSpLocks/>
            <a:stCxn id="170" idx="6"/>
            <a:endCxn id="180" idx="2"/>
          </p:cNvCxnSpPr>
          <p:nvPr/>
        </p:nvCxnSpPr>
        <p:spPr>
          <a:xfrm>
            <a:off x="5191891" y="2953747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4510FF4E-1551-D336-E8D6-A9001F52AE52}"/>
                  </a:ext>
                </a:extLst>
              </p:cNvPr>
              <p:cNvSpPr txBox="1"/>
              <p:nvPr/>
            </p:nvSpPr>
            <p:spPr>
              <a:xfrm>
                <a:off x="6364498" y="3514944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4510FF4E-1551-D336-E8D6-A9001F52A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498" y="3514944"/>
                <a:ext cx="136256" cy="276999"/>
              </a:xfrm>
              <a:prstGeom prst="rect">
                <a:avLst/>
              </a:prstGeom>
              <a:blipFill>
                <a:blip r:embed="rId36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1133CE41-754C-6590-30A8-1C6F9089658B}"/>
                  </a:ext>
                </a:extLst>
              </p:cNvPr>
              <p:cNvSpPr txBox="1"/>
              <p:nvPr/>
            </p:nvSpPr>
            <p:spPr>
              <a:xfrm>
                <a:off x="6364498" y="3690203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1133CE41-754C-6590-30A8-1C6F90896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498" y="3690203"/>
                <a:ext cx="136256" cy="276999"/>
              </a:xfrm>
              <a:prstGeom prst="rect">
                <a:avLst/>
              </a:prstGeom>
              <a:blipFill>
                <a:blip r:embed="rId37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78600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BA13D4C-CCF4-2E12-B216-BA687E9B1846}"/>
                  </a:ext>
                </a:extLst>
              </p:cNvPr>
              <p:cNvSpPr txBox="1"/>
              <p:nvPr/>
            </p:nvSpPr>
            <p:spPr>
              <a:xfrm>
                <a:off x="1004275" y="138000"/>
                <a:ext cx="569813" cy="421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BA13D4C-CCF4-2E12-B216-BA687E9B1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275" y="138000"/>
                <a:ext cx="569813" cy="421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BA1C40F-5ED3-30C1-66C6-1D20692A15BE}"/>
                  </a:ext>
                </a:extLst>
              </p:cNvPr>
              <p:cNvSpPr txBox="1"/>
              <p:nvPr/>
            </p:nvSpPr>
            <p:spPr>
              <a:xfrm>
                <a:off x="1820302" y="138000"/>
                <a:ext cx="569813" cy="385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BA1C40F-5ED3-30C1-66C6-1D20692A1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302" y="138000"/>
                <a:ext cx="569813" cy="3856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0A8214E9-69C3-0354-B859-7BDDEEC6F924}"/>
                  </a:ext>
                </a:extLst>
              </p:cNvPr>
              <p:cNvSpPr txBox="1"/>
              <p:nvPr/>
            </p:nvSpPr>
            <p:spPr>
              <a:xfrm rot="5400000">
                <a:off x="211869" y="7136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0A8214E9-69C3-0354-B859-7BDDEEC6F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11869" y="71360"/>
                <a:ext cx="136256" cy="276999"/>
              </a:xfrm>
              <a:prstGeom prst="rect">
                <a:avLst/>
              </a:prstGeom>
              <a:blipFill>
                <a:blip r:embed="rId4"/>
                <a:stretch>
                  <a:fillRect l="-6522" t="-34783" b="-3043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CE4BCA3-9F8B-CF75-E2B0-D477F23B7F69}"/>
                  </a:ext>
                </a:extLst>
              </p:cNvPr>
              <p:cNvSpPr txBox="1"/>
              <p:nvPr/>
            </p:nvSpPr>
            <p:spPr>
              <a:xfrm rot="5400000">
                <a:off x="211869" y="246619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CE4BCA3-9F8B-CF75-E2B0-D477F23B7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11869" y="246619"/>
                <a:ext cx="136256" cy="276999"/>
              </a:xfrm>
              <a:prstGeom prst="rect">
                <a:avLst/>
              </a:prstGeom>
              <a:blipFill>
                <a:blip r:embed="rId5"/>
                <a:stretch>
                  <a:fillRect l="-6522" t="-36364" b="-3636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橢圓 48">
            <a:extLst>
              <a:ext uri="{FF2B5EF4-FFF2-40B4-BE49-F238E27FC236}">
                <a16:creationId xmlns:a16="http://schemas.microsoft.com/office/drawing/2014/main" id="{D8AF2C2F-9AE1-3A96-8C1B-646D09FF0EEC}"/>
              </a:ext>
            </a:extLst>
          </p:cNvPr>
          <p:cNvSpPr/>
          <p:nvPr/>
        </p:nvSpPr>
        <p:spPr>
          <a:xfrm>
            <a:off x="1196011" y="125875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127018F7-2A31-5B11-786B-0B574C2016A4}"/>
                  </a:ext>
                </a:extLst>
              </p:cNvPr>
              <p:cNvSpPr txBox="1"/>
              <p:nvPr/>
            </p:nvSpPr>
            <p:spPr>
              <a:xfrm>
                <a:off x="523028" y="1093303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127018F7-2A31-5B11-786B-0B574C201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28" y="1093303"/>
                <a:ext cx="567186" cy="415178"/>
              </a:xfrm>
              <a:prstGeom prst="rect">
                <a:avLst/>
              </a:prstGeom>
              <a:blipFill>
                <a:blip r:embed="rId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72E2F696-B4ED-78DB-AE65-BF63FC9378F1}"/>
                  </a:ext>
                </a:extLst>
              </p:cNvPr>
              <p:cNvSpPr txBox="1"/>
              <p:nvPr/>
            </p:nvSpPr>
            <p:spPr>
              <a:xfrm>
                <a:off x="3799827" y="516829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72E2F696-B4ED-78DB-AE65-BF63FC937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7" y="516829"/>
                <a:ext cx="593827" cy="387863"/>
              </a:xfrm>
              <a:prstGeom prst="rect">
                <a:avLst/>
              </a:prstGeom>
              <a:blipFill>
                <a:blip r:embed="rId7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橢圓 51">
            <a:extLst>
              <a:ext uri="{FF2B5EF4-FFF2-40B4-BE49-F238E27FC236}">
                <a16:creationId xmlns:a16="http://schemas.microsoft.com/office/drawing/2014/main" id="{8D28D6AA-3A51-A5EC-879C-BB47D50408A1}"/>
              </a:ext>
            </a:extLst>
          </p:cNvPr>
          <p:cNvSpPr/>
          <p:nvPr/>
        </p:nvSpPr>
        <p:spPr>
          <a:xfrm>
            <a:off x="3713435" y="67486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A09FFD8C-FE31-3625-33F3-2C87211AEC3F}"/>
              </a:ext>
            </a:extLst>
          </p:cNvPr>
          <p:cNvSpPr/>
          <p:nvPr/>
        </p:nvSpPr>
        <p:spPr>
          <a:xfrm>
            <a:off x="3713436" y="109150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0581A13-CB36-58C4-296A-A5F984C265BE}"/>
                  </a:ext>
                </a:extLst>
              </p:cNvPr>
              <p:cNvSpPr txBox="1"/>
              <p:nvPr/>
            </p:nvSpPr>
            <p:spPr>
              <a:xfrm>
                <a:off x="3799827" y="925543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0581A13-CB36-58C4-296A-A5F984C26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7" y="925543"/>
                <a:ext cx="593827" cy="385875"/>
              </a:xfrm>
              <a:prstGeom prst="rect">
                <a:avLst/>
              </a:prstGeom>
              <a:blipFill>
                <a:blip r:embed="rId8"/>
                <a:stretch>
                  <a:fillRect r="-20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EEE7D8D8-61AC-5591-DF36-2CF590E0D9BB}"/>
              </a:ext>
            </a:extLst>
          </p:cNvPr>
          <p:cNvCxnSpPr>
            <a:cxnSpLocks/>
            <a:stCxn id="49" idx="6"/>
            <a:endCxn id="52" idx="2"/>
          </p:cNvCxnSpPr>
          <p:nvPr/>
        </p:nvCxnSpPr>
        <p:spPr>
          <a:xfrm flipV="1">
            <a:off x="1282404" y="720712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214CC58B-3FDA-1C25-73E4-228EA5A3D537}"/>
              </a:ext>
            </a:extLst>
          </p:cNvPr>
          <p:cNvCxnSpPr>
            <a:cxnSpLocks/>
            <a:stCxn id="49" idx="6"/>
            <a:endCxn id="53" idx="2"/>
          </p:cNvCxnSpPr>
          <p:nvPr/>
        </p:nvCxnSpPr>
        <p:spPr>
          <a:xfrm flipV="1">
            <a:off x="1282404" y="1137350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346406C-ED36-0E44-647C-1209737B96E8}"/>
                  </a:ext>
                </a:extLst>
              </p:cNvPr>
              <p:cNvSpPr txBox="1"/>
              <p:nvPr/>
            </p:nvSpPr>
            <p:spPr>
              <a:xfrm>
                <a:off x="3799827" y="1328197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346406C-ED36-0E44-647C-1209737B9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7" y="1328197"/>
                <a:ext cx="593827" cy="385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橢圓 57">
            <a:extLst>
              <a:ext uri="{FF2B5EF4-FFF2-40B4-BE49-F238E27FC236}">
                <a16:creationId xmlns:a16="http://schemas.microsoft.com/office/drawing/2014/main" id="{5F745D98-0295-1481-F867-89041997B716}"/>
              </a:ext>
            </a:extLst>
          </p:cNvPr>
          <p:cNvSpPr/>
          <p:nvPr/>
        </p:nvSpPr>
        <p:spPr>
          <a:xfrm>
            <a:off x="3713435" y="146409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89271790-931C-8BFF-4756-5AD0731B083E}"/>
              </a:ext>
            </a:extLst>
          </p:cNvPr>
          <p:cNvSpPr/>
          <p:nvPr/>
        </p:nvSpPr>
        <p:spPr>
          <a:xfrm>
            <a:off x="3713436" y="188073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E91790B-A722-C853-5A61-460B80AD2BF0}"/>
                  </a:ext>
                </a:extLst>
              </p:cNvPr>
              <p:cNvSpPr txBox="1"/>
              <p:nvPr/>
            </p:nvSpPr>
            <p:spPr>
              <a:xfrm>
                <a:off x="3799827" y="1733641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7E91790B-A722-C853-5A61-460B80AD2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7" y="1733641"/>
                <a:ext cx="593827" cy="3858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212F1731-8040-E337-D4D9-CEE3A0EA3FCE}"/>
              </a:ext>
            </a:extLst>
          </p:cNvPr>
          <p:cNvCxnSpPr>
            <a:cxnSpLocks/>
            <a:stCxn id="49" idx="6"/>
            <a:endCxn id="58" idx="2"/>
          </p:cNvCxnSpPr>
          <p:nvPr/>
        </p:nvCxnSpPr>
        <p:spPr>
          <a:xfrm>
            <a:off x="1282404" y="1304596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EDFBE615-FCBE-68E6-EED2-FE89A00BBFE8}"/>
              </a:ext>
            </a:extLst>
          </p:cNvPr>
          <p:cNvCxnSpPr>
            <a:cxnSpLocks/>
            <a:stCxn id="49" idx="6"/>
            <a:endCxn id="59" idx="2"/>
          </p:cNvCxnSpPr>
          <p:nvPr/>
        </p:nvCxnSpPr>
        <p:spPr>
          <a:xfrm>
            <a:off x="1282404" y="1304596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7C778FD-232D-8DCB-A3CB-F0B4B4C89B7B}"/>
              </a:ext>
            </a:extLst>
          </p:cNvPr>
          <p:cNvSpPr/>
          <p:nvPr/>
        </p:nvSpPr>
        <p:spPr>
          <a:xfrm>
            <a:off x="1196009" y="271710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1729B634-29AC-9BE8-18F4-4B4DC9E10E70}"/>
                  </a:ext>
                </a:extLst>
              </p:cNvPr>
              <p:cNvSpPr txBox="1"/>
              <p:nvPr/>
            </p:nvSpPr>
            <p:spPr>
              <a:xfrm>
                <a:off x="523026" y="2551655"/>
                <a:ext cx="567186" cy="41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1729B634-29AC-9BE8-18F4-4B4DC9E10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26" y="2551655"/>
                <a:ext cx="567186" cy="411266"/>
              </a:xfrm>
              <a:prstGeom prst="rect">
                <a:avLst/>
              </a:prstGeom>
              <a:blipFill>
                <a:blip r:embed="rId11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橢圓 64">
            <a:extLst>
              <a:ext uri="{FF2B5EF4-FFF2-40B4-BE49-F238E27FC236}">
                <a16:creationId xmlns:a16="http://schemas.microsoft.com/office/drawing/2014/main" id="{F2EE0F51-0076-B08A-2D62-16E623A5E60C}"/>
              </a:ext>
            </a:extLst>
          </p:cNvPr>
          <p:cNvSpPr/>
          <p:nvPr/>
        </p:nvSpPr>
        <p:spPr>
          <a:xfrm>
            <a:off x="3713433" y="213322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A77C08A0-DE96-702E-7707-FA84C5956686}"/>
              </a:ext>
            </a:extLst>
          </p:cNvPr>
          <p:cNvSpPr/>
          <p:nvPr/>
        </p:nvSpPr>
        <p:spPr>
          <a:xfrm>
            <a:off x="3713434" y="254985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5A3C5CE-2631-FC60-A14E-466E5F0B471F}"/>
                  </a:ext>
                </a:extLst>
              </p:cNvPr>
              <p:cNvSpPr txBox="1"/>
              <p:nvPr/>
            </p:nvSpPr>
            <p:spPr>
              <a:xfrm>
                <a:off x="3799825" y="238389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5A3C5CE-2631-FC60-A14E-466E5F0B4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5" y="2383895"/>
                <a:ext cx="593827" cy="385875"/>
              </a:xfrm>
              <a:prstGeom prst="rect">
                <a:avLst/>
              </a:prstGeom>
              <a:blipFill>
                <a:blip r:embed="rId12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B8B5C109-EBCE-3F07-B5A4-C2E30066AF6D}"/>
              </a:ext>
            </a:extLst>
          </p:cNvPr>
          <p:cNvCxnSpPr>
            <a:cxnSpLocks/>
            <a:stCxn id="63" idx="6"/>
            <a:endCxn id="65" idx="2"/>
          </p:cNvCxnSpPr>
          <p:nvPr/>
        </p:nvCxnSpPr>
        <p:spPr>
          <a:xfrm flipV="1">
            <a:off x="1282402" y="2179064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B8EAED2A-4A62-5518-BCD0-E8FD0583D338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 flipV="1">
            <a:off x="1282402" y="2595702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8BD7E011-2E65-75F1-25C5-63B00A268AAE}"/>
                  </a:ext>
                </a:extLst>
              </p:cNvPr>
              <p:cNvSpPr txBox="1"/>
              <p:nvPr/>
            </p:nvSpPr>
            <p:spPr>
              <a:xfrm>
                <a:off x="3799825" y="2786549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8BD7E011-2E65-75F1-25C5-63B00A268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5" y="2786549"/>
                <a:ext cx="593827" cy="3852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橢圓 70">
            <a:extLst>
              <a:ext uri="{FF2B5EF4-FFF2-40B4-BE49-F238E27FC236}">
                <a16:creationId xmlns:a16="http://schemas.microsoft.com/office/drawing/2014/main" id="{D959AF5E-E8B8-B846-F8F9-F91ECB1E78E9}"/>
              </a:ext>
            </a:extLst>
          </p:cNvPr>
          <p:cNvSpPr/>
          <p:nvPr/>
        </p:nvSpPr>
        <p:spPr>
          <a:xfrm>
            <a:off x="3713433" y="292245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F43ABD75-0FD7-8313-F81E-ABA7D0CE0173}"/>
              </a:ext>
            </a:extLst>
          </p:cNvPr>
          <p:cNvSpPr/>
          <p:nvPr/>
        </p:nvSpPr>
        <p:spPr>
          <a:xfrm>
            <a:off x="3713434" y="333908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B8B7B041-E79A-59DC-5790-3556EA202E9B}"/>
                  </a:ext>
                </a:extLst>
              </p:cNvPr>
              <p:cNvSpPr txBox="1"/>
              <p:nvPr/>
            </p:nvSpPr>
            <p:spPr>
              <a:xfrm>
                <a:off x="3799825" y="3191993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B8B7B041-E79A-59DC-5790-3556EA202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5" y="3191993"/>
                <a:ext cx="593827" cy="3858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0D48752F-A429-76B0-517A-5F5D48F77AC9}"/>
              </a:ext>
            </a:extLst>
          </p:cNvPr>
          <p:cNvCxnSpPr>
            <a:cxnSpLocks/>
            <a:stCxn id="63" idx="6"/>
            <a:endCxn id="71" idx="2"/>
          </p:cNvCxnSpPr>
          <p:nvPr/>
        </p:nvCxnSpPr>
        <p:spPr>
          <a:xfrm>
            <a:off x="1282402" y="2762948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18D1062B-2C5D-CA49-ABB4-EC10E9E5B768}"/>
              </a:ext>
            </a:extLst>
          </p:cNvPr>
          <p:cNvCxnSpPr>
            <a:cxnSpLocks/>
            <a:stCxn id="63" idx="6"/>
            <a:endCxn id="72" idx="2"/>
          </p:cNvCxnSpPr>
          <p:nvPr/>
        </p:nvCxnSpPr>
        <p:spPr>
          <a:xfrm>
            <a:off x="1282402" y="2762948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橢圓 75">
            <a:extLst>
              <a:ext uri="{FF2B5EF4-FFF2-40B4-BE49-F238E27FC236}">
                <a16:creationId xmlns:a16="http://schemas.microsoft.com/office/drawing/2014/main" id="{553DF464-366A-7DD8-10BB-2736A6AA9716}"/>
              </a:ext>
            </a:extLst>
          </p:cNvPr>
          <p:cNvSpPr/>
          <p:nvPr/>
        </p:nvSpPr>
        <p:spPr>
          <a:xfrm>
            <a:off x="1196010" y="422123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19A88CA-7F46-1E5D-DB41-DC47B3862E4D}"/>
                  </a:ext>
                </a:extLst>
              </p:cNvPr>
              <p:cNvSpPr txBox="1"/>
              <p:nvPr/>
            </p:nvSpPr>
            <p:spPr>
              <a:xfrm>
                <a:off x="523027" y="4055788"/>
                <a:ext cx="567186" cy="41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19A88CA-7F46-1E5D-DB41-DC47B3862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27" y="4055788"/>
                <a:ext cx="567186" cy="4112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橢圓 77">
            <a:extLst>
              <a:ext uri="{FF2B5EF4-FFF2-40B4-BE49-F238E27FC236}">
                <a16:creationId xmlns:a16="http://schemas.microsoft.com/office/drawing/2014/main" id="{82E772D1-FCFD-AD18-240F-43A3829E4035}"/>
              </a:ext>
            </a:extLst>
          </p:cNvPr>
          <p:cNvSpPr/>
          <p:nvPr/>
        </p:nvSpPr>
        <p:spPr>
          <a:xfrm>
            <a:off x="3713434" y="363735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447B1735-6278-C260-80D0-7EAB601CC6F7}"/>
              </a:ext>
            </a:extLst>
          </p:cNvPr>
          <p:cNvSpPr/>
          <p:nvPr/>
        </p:nvSpPr>
        <p:spPr>
          <a:xfrm>
            <a:off x="3713435" y="405399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1D447F7D-CBF7-62E3-8FF4-46B8A1A0C3C3}"/>
                  </a:ext>
                </a:extLst>
              </p:cNvPr>
              <p:cNvSpPr txBox="1"/>
              <p:nvPr/>
            </p:nvSpPr>
            <p:spPr>
              <a:xfrm>
                <a:off x="3799826" y="3888028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1D447F7D-CBF7-62E3-8FF4-46B8A1A0C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6" y="3888028"/>
                <a:ext cx="593827" cy="3858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2CC6B342-A73B-25D2-49A9-9F7DAD544BE1}"/>
              </a:ext>
            </a:extLst>
          </p:cNvPr>
          <p:cNvCxnSpPr>
            <a:cxnSpLocks/>
            <a:stCxn id="76" idx="6"/>
            <a:endCxn id="78" idx="2"/>
          </p:cNvCxnSpPr>
          <p:nvPr/>
        </p:nvCxnSpPr>
        <p:spPr>
          <a:xfrm flipV="1">
            <a:off x="1282403" y="3683197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32015FA1-99EF-9FF9-AE91-1A4C6F7CAACA}"/>
              </a:ext>
            </a:extLst>
          </p:cNvPr>
          <p:cNvCxnSpPr>
            <a:cxnSpLocks/>
            <a:stCxn id="76" idx="6"/>
            <a:endCxn id="79" idx="2"/>
          </p:cNvCxnSpPr>
          <p:nvPr/>
        </p:nvCxnSpPr>
        <p:spPr>
          <a:xfrm flipV="1">
            <a:off x="1282403" y="4099835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04A29A7F-8BD6-9032-1A83-D444897EE18E}"/>
                  </a:ext>
                </a:extLst>
              </p:cNvPr>
              <p:cNvSpPr txBox="1"/>
              <p:nvPr/>
            </p:nvSpPr>
            <p:spPr>
              <a:xfrm>
                <a:off x="3799826" y="4290682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04A29A7F-8BD6-9032-1A83-D444897EE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6" y="4290682"/>
                <a:ext cx="593827" cy="3852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橢圓 83">
            <a:extLst>
              <a:ext uri="{FF2B5EF4-FFF2-40B4-BE49-F238E27FC236}">
                <a16:creationId xmlns:a16="http://schemas.microsoft.com/office/drawing/2014/main" id="{966A29E1-206D-936A-567D-F1865B5E03FF}"/>
              </a:ext>
            </a:extLst>
          </p:cNvPr>
          <p:cNvSpPr/>
          <p:nvPr/>
        </p:nvSpPr>
        <p:spPr>
          <a:xfrm>
            <a:off x="3713434" y="442658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02B16D87-1AA3-EBCC-EC8A-59759B656608}"/>
              </a:ext>
            </a:extLst>
          </p:cNvPr>
          <p:cNvSpPr/>
          <p:nvPr/>
        </p:nvSpPr>
        <p:spPr>
          <a:xfrm>
            <a:off x="3713435" y="484322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B07888FB-6522-ED3D-8E56-EBAFB26A1209}"/>
                  </a:ext>
                </a:extLst>
              </p:cNvPr>
              <p:cNvSpPr txBox="1"/>
              <p:nvPr/>
            </p:nvSpPr>
            <p:spPr>
              <a:xfrm>
                <a:off x="3799826" y="4696126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B07888FB-6522-ED3D-8E56-EBAFB26A1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6" y="4696126"/>
                <a:ext cx="593827" cy="3858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42DEA98C-0E5F-6B3A-5642-9205435D7D35}"/>
              </a:ext>
            </a:extLst>
          </p:cNvPr>
          <p:cNvCxnSpPr>
            <a:cxnSpLocks/>
            <a:stCxn id="76" idx="6"/>
            <a:endCxn id="84" idx="2"/>
          </p:cNvCxnSpPr>
          <p:nvPr/>
        </p:nvCxnSpPr>
        <p:spPr>
          <a:xfrm>
            <a:off x="1282403" y="4267081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709905DD-DCF0-8E07-6275-0523532E318B}"/>
              </a:ext>
            </a:extLst>
          </p:cNvPr>
          <p:cNvCxnSpPr>
            <a:cxnSpLocks/>
            <a:stCxn id="76" idx="6"/>
            <a:endCxn id="85" idx="2"/>
          </p:cNvCxnSpPr>
          <p:nvPr/>
        </p:nvCxnSpPr>
        <p:spPr>
          <a:xfrm>
            <a:off x="1282403" y="4267081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橢圓 89">
            <a:extLst>
              <a:ext uri="{FF2B5EF4-FFF2-40B4-BE49-F238E27FC236}">
                <a16:creationId xmlns:a16="http://schemas.microsoft.com/office/drawing/2014/main" id="{57ECABDC-D610-F633-0BF8-978C753DBDCE}"/>
              </a:ext>
            </a:extLst>
          </p:cNvPr>
          <p:cNvSpPr/>
          <p:nvPr/>
        </p:nvSpPr>
        <p:spPr>
          <a:xfrm>
            <a:off x="1196007" y="571918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977D4066-7C5B-AF35-DC50-97B5BBEE89F4}"/>
                  </a:ext>
                </a:extLst>
              </p:cNvPr>
              <p:cNvSpPr txBox="1"/>
              <p:nvPr/>
            </p:nvSpPr>
            <p:spPr>
              <a:xfrm>
                <a:off x="523024" y="5553738"/>
                <a:ext cx="567186" cy="41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977D4066-7C5B-AF35-DC50-97B5BBEE8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24" y="5553738"/>
                <a:ext cx="567186" cy="41126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橢圓 91">
            <a:extLst>
              <a:ext uri="{FF2B5EF4-FFF2-40B4-BE49-F238E27FC236}">
                <a16:creationId xmlns:a16="http://schemas.microsoft.com/office/drawing/2014/main" id="{57699EEA-0DBD-7BD2-B66E-5FE4A16DBEAA}"/>
              </a:ext>
            </a:extLst>
          </p:cNvPr>
          <p:cNvSpPr/>
          <p:nvPr/>
        </p:nvSpPr>
        <p:spPr>
          <a:xfrm>
            <a:off x="3713431" y="513530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3" name="橢圓 92">
            <a:extLst>
              <a:ext uri="{FF2B5EF4-FFF2-40B4-BE49-F238E27FC236}">
                <a16:creationId xmlns:a16="http://schemas.microsoft.com/office/drawing/2014/main" id="{94070149-9A67-C28E-6AC4-83076F31432C}"/>
              </a:ext>
            </a:extLst>
          </p:cNvPr>
          <p:cNvSpPr/>
          <p:nvPr/>
        </p:nvSpPr>
        <p:spPr>
          <a:xfrm>
            <a:off x="3713432" y="555194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B846BEE6-BBBD-9664-6C58-FD85E6FD14F6}"/>
                  </a:ext>
                </a:extLst>
              </p:cNvPr>
              <p:cNvSpPr txBox="1"/>
              <p:nvPr/>
            </p:nvSpPr>
            <p:spPr>
              <a:xfrm>
                <a:off x="3799823" y="5385978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B846BEE6-BBBD-9664-6C58-FD85E6FD1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3" y="5385978"/>
                <a:ext cx="593827" cy="3858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CA8EE6E6-A0D7-197C-D715-DC1D96A4E59B}"/>
              </a:ext>
            </a:extLst>
          </p:cNvPr>
          <p:cNvCxnSpPr>
            <a:cxnSpLocks/>
            <a:stCxn id="90" idx="6"/>
            <a:endCxn id="92" idx="2"/>
          </p:cNvCxnSpPr>
          <p:nvPr/>
        </p:nvCxnSpPr>
        <p:spPr>
          <a:xfrm flipV="1">
            <a:off x="1282400" y="5181147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9DC8FAF0-1068-6E05-215E-D5F145548F67}"/>
              </a:ext>
            </a:extLst>
          </p:cNvPr>
          <p:cNvCxnSpPr>
            <a:cxnSpLocks/>
            <a:stCxn id="90" idx="6"/>
            <a:endCxn id="93" idx="2"/>
          </p:cNvCxnSpPr>
          <p:nvPr/>
        </p:nvCxnSpPr>
        <p:spPr>
          <a:xfrm flipV="1">
            <a:off x="1282400" y="5597785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9D0ABF0C-E326-D993-9549-B119E9574B6D}"/>
                  </a:ext>
                </a:extLst>
              </p:cNvPr>
              <p:cNvSpPr txBox="1"/>
              <p:nvPr/>
            </p:nvSpPr>
            <p:spPr>
              <a:xfrm>
                <a:off x="3799823" y="5788632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9D0ABF0C-E326-D993-9549-B119E9574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3" y="5788632"/>
                <a:ext cx="593827" cy="385298"/>
              </a:xfrm>
              <a:prstGeom prst="rect">
                <a:avLst/>
              </a:prstGeom>
              <a:blipFill>
                <a:blip r:embed="rId21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橢圓 97">
            <a:extLst>
              <a:ext uri="{FF2B5EF4-FFF2-40B4-BE49-F238E27FC236}">
                <a16:creationId xmlns:a16="http://schemas.microsoft.com/office/drawing/2014/main" id="{E91307B8-622F-0657-5ED3-741BEC3F3CAD}"/>
              </a:ext>
            </a:extLst>
          </p:cNvPr>
          <p:cNvSpPr/>
          <p:nvPr/>
        </p:nvSpPr>
        <p:spPr>
          <a:xfrm>
            <a:off x="3713431" y="592453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D53D94B6-53BF-4DFC-9AAE-618AD03150A8}"/>
              </a:ext>
            </a:extLst>
          </p:cNvPr>
          <p:cNvSpPr/>
          <p:nvPr/>
        </p:nvSpPr>
        <p:spPr>
          <a:xfrm>
            <a:off x="3713432" y="634117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FABB514A-DC6C-6449-8F5A-F660ACA58623}"/>
                  </a:ext>
                </a:extLst>
              </p:cNvPr>
              <p:cNvSpPr txBox="1"/>
              <p:nvPr/>
            </p:nvSpPr>
            <p:spPr>
              <a:xfrm>
                <a:off x="3799823" y="6194076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FABB514A-DC6C-6449-8F5A-F660ACA58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3" y="6194076"/>
                <a:ext cx="593827" cy="385875"/>
              </a:xfrm>
              <a:prstGeom prst="rect">
                <a:avLst/>
              </a:prstGeom>
              <a:blipFill>
                <a:blip r:embed="rId22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529815FD-2EDC-68D9-B01E-554FA675BBD9}"/>
              </a:ext>
            </a:extLst>
          </p:cNvPr>
          <p:cNvCxnSpPr>
            <a:cxnSpLocks/>
            <a:stCxn id="90" idx="6"/>
            <a:endCxn id="98" idx="2"/>
          </p:cNvCxnSpPr>
          <p:nvPr/>
        </p:nvCxnSpPr>
        <p:spPr>
          <a:xfrm>
            <a:off x="1282400" y="5765031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B2B348A3-EDEA-474C-B305-CC13E0A6B8FC}"/>
              </a:ext>
            </a:extLst>
          </p:cNvPr>
          <p:cNvCxnSpPr>
            <a:cxnSpLocks/>
            <a:stCxn id="90" idx="6"/>
            <a:endCxn id="99" idx="2"/>
          </p:cNvCxnSpPr>
          <p:nvPr/>
        </p:nvCxnSpPr>
        <p:spPr>
          <a:xfrm>
            <a:off x="1282400" y="5765031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4553D4FA-4E92-44C6-2771-376E902014C1}"/>
                  </a:ext>
                </a:extLst>
              </p:cNvPr>
              <p:cNvSpPr txBox="1"/>
              <p:nvPr/>
            </p:nvSpPr>
            <p:spPr>
              <a:xfrm>
                <a:off x="3799822" y="1982565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4553D4FA-4E92-44C6-2771-376E90201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2" y="1982565"/>
                <a:ext cx="593827" cy="38786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BCC1F70A-7B80-FE98-3666-6C0D6C682EC8}"/>
                  </a:ext>
                </a:extLst>
              </p:cNvPr>
              <p:cNvSpPr txBox="1"/>
              <p:nvPr/>
            </p:nvSpPr>
            <p:spPr>
              <a:xfrm>
                <a:off x="3799822" y="3486462"/>
                <a:ext cx="593827" cy="386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BCC1F70A-7B80-FE98-3666-6C0D6C682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2" y="3486462"/>
                <a:ext cx="593827" cy="38632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FECFF16-DEEC-3ED6-6C02-06ADAE65BABC}"/>
                  </a:ext>
                </a:extLst>
              </p:cNvPr>
              <p:cNvSpPr txBox="1"/>
              <p:nvPr/>
            </p:nvSpPr>
            <p:spPr>
              <a:xfrm>
                <a:off x="3799821" y="4987305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FECFF16-DEEC-3ED6-6C02-06ADAE65B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21" y="4987305"/>
                <a:ext cx="593827" cy="38786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橢圓 159">
            <a:extLst>
              <a:ext uri="{FF2B5EF4-FFF2-40B4-BE49-F238E27FC236}">
                <a16:creationId xmlns:a16="http://schemas.microsoft.com/office/drawing/2014/main" id="{CC5A57F2-CCC0-3BC7-7F17-20443D0D0B91}"/>
              </a:ext>
            </a:extLst>
          </p:cNvPr>
          <p:cNvSpPr/>
          <p:nvPr/>
        </p:nvSpPr>
        <p:spPr>
          <a:xfrm>
            <a:off x="6692118" y="81631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8B1BAB9B-77BE-7B30-4095-78F7A2C31621}"/>
                  </a:ext>
                </a:extLst>
              </p:cNvPr>
              <p:cNvSpPr txBox="1"/>
              <p:nvPr/>
            </p:nvSpPr>
            <p:spPr>
              <a:xfrm>
                <a:off x="6019135" y="650862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8B1BAB9B-77BE-7B30-4095-78F7A2C31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135" y="650862"/>
                <a:ext cx="567186" cy="41517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橢圓 161">
            <a:extLst>
              <a:ext uri="{FF2B5EF4-FFF2-40B4-BE49-F238E27FC236}">
                <a16:creationId xmlns:a16="http://schemas.microsoft.com/office/drawing/2014/main" id="{21C4BEF9-34B3-93F3-A8DC-81C810D1A3B5}"/>
              </a:ext>
            </a:extLst>
          </p:cNvPr>
          <p:cNvSpPr/>
          <p:nvPr/>
        </p:nvSpPr>
        <p:spPr>
          <a:xfrm>
            <a:off x="9209542" y="23242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E2956FA7-3990-D02F-DE8B-709881E771E2}"/>
              </a:ext>
            </a:extLst>
          </p:cNvPr>
          <p:cNvSpPr/>
          <p:nvPr/>
        </p:nvSpPr>
        <p:spPr>
          <a:xfrm>
            <a:off x="9209543" y="64906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字方塊 163">
                <a:extLst>
                  <a:ext uri="{FF2B5EF4-FFF2-40B4-BE49-F238E27FC236}">
                    <a16:creationId xmlns:a16="http://schemas.microsoft.com/office/drawing/2014/main" id="{889ED4BF-EBC2-F477-3176-650FED21991A}"/>
                  </a:ext>
                </a:extLst>
              </p:cNvPr>
              <p:cNvSpPr txBox="1"/>
              <p:nvPr/>
            </p:nvSpPr>
            <p:spPr>
              <a:xfrm>
                <a:off x="9295934" y="483102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4" name="文字方塊 163">
                <a:extLst>
                  <a:ext uri="{FF2B5EF4-FFF2-40B4-BE49-F238E27FC236}">
                    <a16:creationId xmlns:a16="http://schemas.microsoft.com/office/drawing/2014/main" id="{889ED4BF-EBC2-F477-3176-650FED219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934" y="483102"/>
                <a:ext cx="593827" cy="3858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6BF0B59A-2427-36DA-EE69-14532869688A}"/>
              </a:ext>
            </a:extLst>
          </p:cNvPr>
          <p:cNvCxnSpPr>
            <a:cxnSpLocks/>
            <a:stCxn id="160" idx="6"/>
            <a:endCxn id="162" idx="2"/>
          </p:cNvCxnSpPr>
          <p:nvPr/>
        </p:nvCxnSpPr>
        <p:spPr>
          <a:xfrm flipV="1">
            <a:off x="6778511" y="278271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BC44BE2C-2213-BE44-7DE4-09BD113FE7A0}"/>
              </a:ext>
            </a:extLst>
          </p:cNvPr>
          <p:cNvCxnSpPr>
            <a:cxnSpLocks/>
            <a:stCxn id="160" idx="6"/>
            <a:endCxn id="163" idx="2"/>
          </p:cNvCxnSpPr>
          <p:nvPr/>
        </p:nvCxnSpPr>
        <p:spPr>
          <a:xfrm flipV="1">
            <a:off x="6778511" y="694909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7A6BAC46-444D-8871-BFE1-62330A96CA19}"/>
                  </a:ext>
                </a:extLst>
              </p:cNvPr>
              <p:cNvSpPr txBox="1"/>
              <p:nvPr/>
            </p:nvSpPr>
            <p:spPr>
              <a:xfrm>
                <a:off x="9295934" y="885756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7A6BAC46-444D-8871-BFE1-62330A96C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934" y="885756"/>
                <a:ext cx="593827" cy="38529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橢圓 167">
            <a:extLst>
              <a:ext uri="{FF2B5EF4-FFF2-40B4-BE49-F238E27FC236}">
                <a16:creationId xmlns:a16="http://schemas.microsoft.com/office/drawing/2014/main" id="{E91347DD-C3D3-07CF-40E3-9A7AB76FCE18}"/>
              </a:ext>
            </a:extLst>
          </p:cNvPr>
          <p:cNvSpPr/>
          <p:nvPr/>
        </p:nvSpPr>
        <p:spPr>
          <a:xfrm>
            <a:off x="9209542" y="102165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9" name="橢圓 168">
            <a:extLst>
              <a:ext uri="{FF2B5EF4-FFF2-40B4-BE49-F238E27FC236}">
                <a16:creationId xmlns:a16="http://schemas.microsoft.com/office/drawing/2014/main" id="{BD3A7A4E-7ED2-67C0-FC78-9715C70547EA}"/>
              </a:ext>
            </a:extLst>
          </p:cNvPr>
          <p:cNvSpPr/>
          <p:nvPr/>
        </p:nvSpPr>
        <p:spPr>
          <a:xfrm>
            <a:off x="9209543" y="143829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E305D2D6-E223-D1AE-0394-5FBE09678AA9}"/>
                  </a:ext>
                </a:extLst>
              </p:cNvPr>
              <p:cNvSpPr txBox="1"/>
              <p:nvPr/>
            </p:nvSpPr>
            <p:spPr>
              <a:xfrm>
                <a:off x="9295934" y="1291200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E305D2D6-E223-D1AE-0394-5FBE09678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934" y="1291200"/>
                <a:ext cx="593827" cy="38587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83587E31-C0DA-6B2B-FAF5-3012DA01EE6D}"/>
              </a:ext>
            </a:extLst>
          </p:cNvPr>
          <p:cNvCxnSpPr>
            <a:cxnSpLocks/>
            <a:stCxn id="160" idx="6"/>
            <a:endCxn id="168" idx="2"/>
          </p:cNvCxnSpPr>
          <p:nvPr/>
        </p:nvCxnSpPr>
        <p:spPr>
          <a:xfrm>
            <a:off x="6778511" y="862155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線接點 171">
            <a:extLst>
              <a:ext uri="{FF2B5EF4-FFF2-40B4-BE49-F238E27FC236}">
                <a16:creationId xmlns:a16="http://schemas.microsoft.com/office/drawing/2014/main" id="{1F5FB0A2-9F5B-3672-A0C2-C268B54E555D}"/>
              </a:ext>
            </a:extLst>
          </p:cNvPr>
          <p:cNvCxnSpPr>
            <a:cxnSpLocks/>
            <a:stCxn id="160" idx="6"/>
            <a:endCxn id="169" idx="2"/>
          </p:cNvCxnSpPr>
          <p:nvPr/>
        </p:nvCxnSpPr>
        <p:spPr>
          <a:xfrm>
            <a:off x="6778511" y="862155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AF5F1A9B-CD57-84F5-302C-C7776DFAF07B}"/>
                  </a:ext>
                </a:extLst>
              </p:cNvPr>
              <p:cNvSpPr txBox="1"/>
              <p:nvPr/>
            </p:nvSpPr>
            <p:spPr>
              <a:xfrm>
                <a:off x="9298651" y="82881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AF5F1A9B-CD57-84F5-302C-C7776DFAF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651" y="82881"/>
                <a:ext cx="593827" cy="38786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橢圓 174">
            <a:extLst>
              <a:ext uri="{FF2B5EF4-FFF2-40B4-BE49-F238E27FC236}">
                <a16:creationId xmlns:a16="http://schemas.microsoft.com/office/drawing/2014/main" id="{3536549F-3298-0C4A-0C34-0C0D96544E26}"/>
              </a:ext>
            </a:extLst>
          </p:cNvPr>
          <p:cNvSpPr/>
          <p:nvPr/>
        </p:nvSpPr>
        <p:spPr>
          <a:xfrm>
            <a:off x="7869069" y="581087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91748498-D0A4-8358-B586-0E88E2641237}"/>
                  </a:ext>
                </a:extLst>
              </p:cNvPr>
              <p:cNvSpPr txBox="1"/>
              <p:nvPr/>
            </p:nvSpPr>
            <p:spPr>
              <a:xfrm>
                <a:off x="7196086" y="5645424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91748498-D0A4-8358-B586-0E88E2641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086" y="5645424"/>
                <a:ext cx="567186" cy="415178"/>
              </a:xfrm>
              <a:prstGeom prst="rect">
                <a:avLst/>
              </a:prstGeom>
              <a:blipFill>
                <a:blip r:embed="rId31"/>
                <a:stretch>
                  <a:fillRect r="-531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橢圓 176">
            <a:extLst>
              <a:ext uri="{FF2B5EF4-FFF2-40B4-BE49-F238E27FC236}">
                <a16:creationId xmlns:a16="http://schemas.microsoft.com/office/drawing/2014/main" id="{03B56395-0BBF-45B6-FA9A-9D01FF5CD74F}"/>
              </a:ext>
            </a:extLst>
          </p:cNvPr>
          <p:cNvSpPr/>
          <p:nvPr/>
        </p:nvSpPr>
        <p:spPr>
          <a:xfrm>
            <a:off x="10386493" y="522699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5A211C0F-CB6D-77B2-24DA-00F2CC6B45EC}"/>
              </a:ext>
            </a:extLst>
          </p:cNvPr>
          <p:cNvSpPr/>
          <p:nvPr/>
        </p:nvSpPr>
        <p:spPr>
          <a:xfrm>
            <a:off x="10386494" y="564362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AE02946C-6BE0-9D81-E1DF-3CF4AE2B3391}"/>
                  </a:ext>
                </a:extLst>
              </p:cNvPr>
              <p:cNvSpPr txBox="1"/>
              <p:nvPr/>
            </p:nvSpPr>
            <p:spPr>
              <a:xfrm>
                <a:off x="10472885" y="5477664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AE02946C-6BE0-9D81-E1DF-3CF4AE2B3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885" y="5477664"/>
                <a:ext cx="593827" cy="385875"/>
              </a:xfrm>
              <a:prstGeom prst="rect">
                <a:avLst/>
              </a:prstGeom>
              <a:blipFill>
                <a:blip r:embed="rId32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6D399D28-E534-2732-8C11-9784453405E1}"/>
              </a:ext>
            </a:extLst>
          </p:cNvPr>
          <p:cNvCxnSpPr>
            <a:cxnSpLocks/>
            <a:stCxn id="175" idx="6"/>
            <a:endCxn id="177" idx="2"/>
          </p:cNvCxnSpPr>
          <p:nvPr/>
        </p:nvCxnSpPr>
        <p:spPr>
          <a:xfrm flipV="1">
            <a:off x="7955462" y="5272833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023AC10F-E01E-2AA1-B947-E6DFA80FAF7D}"/>
              </a:ext>
            </a:extLst>
          </p:cNvPr>
          <p:cNvCxnSpPr>
            <a:cxnSpLocks/>
            <a:stCxn id="175" idx="6"/>
            <a:endCxn id="178" idx="2"/>
          </p:cNvCxnSpPr>
          <p:nvPr/>
        </p:nvCxnSpPr>
        <p:spPr>
          <a:xfrm flipV="1">
            <a:off x="7955462" y="5689471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3306A952-16CF-B0B2-2359-C4E8F7566ACD}"/>
                  </a:ext>
                </a:extLst>
              </p:cNvPr>
              <p:cNvSpPr txBox="1"/>
              <p:nvPr/>
            </p:nvSpPr>
            <p:spPr>
              <a:xfrm>
                <a:off x="10472885" y="5880318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3306A952-16CF-B0B2-2359-C4E8F7566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885" y="5880318"/>
                <a:ext cx="593827" cy="38529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橢圓 182">
            <a:extLst>
              <a:ext uri="{FF2B5EF4-FFF2-40B4-BE49-F238E27FC236}">
                <a16:creationId xmlns:a16="http://schemas.microsoft.com/office/drawing/2014/main" id="{277AC6B9-3EA1-0AA0-2B86-FDC40B72BB86}"/>
              </a:ext>
            </a:extLst>
          </p:cNvPr>
          <p:cNvSpPr/>
          <p:nvPr/>
        </p:nvSpPr>
        <p:spPr>
          <a:xfrm>
            <a:off x="10386493" y="601621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4CFCDB99-8E63-FFA3-135F-3A33615D5330}"/>
              </a:ext>
            </a:extLst>
          </p:cNvPr>
          <p:cNvSpPr/>
          <p:nvPr/>
        </p:nvSpPr>
        <p:spPr>
          <a:xfrm>
            <a:off x="10386494" y="643285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8D2AA8CB-28C0-4607-FAB6-45FB2FD82A7F}"/>
                  </a:ext>
                </a:extLst>
              </p:cNvPr>
              <p:cNvSpPr txBox="1"/>
              <p:nvPr/>
            </p:nvSpPr>
            <p:spPr>
              <a:xfrm>
                <a:off x="10472885" y="6285762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8D2AA8CB-28C0-4607-FAB6-45FB2FD82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885" y="6285762"/>
                <a:ext cx="593827" cy="38587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6" name="直線接點 185">
            <a:extLst>
              <a:ext uri="{FF2B5EF4-FFF2-40B4-BE49-F238E27FC236}">
                <a16:creationId xmlns:a16="http://schemas.microsoft.com/office/drawing/2014/main" id="{6730A21B-AFCC-A1E3-54A6-F1284AE03686}"/>
              </a:ext>
            </a:extLst>
          </p:cNvPr>
          <p:cNvCxnSpPr>
            <a:cxnSpLocks/>
            <a:stCxn id="175" idx="6"/>
            <a:endCxn id="183" idx="2"/>
          </p:cNvCxnSpPr>
          <p:nvPr/>
        </p:nvCxnSpPr>
        <p:spPr>
          <a:xfrm>
            <a:off x="7955462" y="5856717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直線接點 186">
            <a:extLst>
              <a:ext uri="{FF2B5EF4-FFF2-40B4-BE49-F238E27FC236}">
                <a16:creationId xmlns:a16="http://schemas.microsoft.com/office/drawing/2014/main" id="{5C7B7A9A-BBC2-80E8-20B7-430F2791E543}"/>
              </a:ext>
            </a:extLst>
          </p:cNvPr>
          <p:cNvCxnSpPr>
            <a:cxnSpLocks/>
            <a:stCxn id="175" idx="6"/>
            <a:endCxn id="184" idx="2"/>
          </p:cNvCxnSpPr>
          <p:nvPr/>
        </p:nvCxnSpPr>
        <p:spPr>
          <a:xfrm>
            <a:off x="7955462" y="5856717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字方塊 187">
                <a:extLst>
                  <a:ext uri="{FF2B5EF4-FFF2-40B4-BE49-F238E27FC236}">
                    <a16:creationId xmlns:a16="http://schemas.microsoft.com/office/drawing/2014/main" id="{4C23DD0C-13C0-7C1D-605D-5584AB8A9AE4}"/>
                  </a:ext>
                </a:extLst>
              </p:cNvPr>
              <p:cNvSpPr txBox="1"/>
              <p:nvPr/>
            </p:nvSpPr>
            <p:spPr>
              <a:xfrm>
                <a:off x="10475602" y="5077443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8" name="文字方塊 187">
                <a:extLst>
                  <a:ext uri="{FF2B5EF4-FFF2-40B4-BE49-F238E27FC236}">
                    <a16:creationId xmlns:a16="http://schemas.microsoft.com/office/drawing/2014/main" id="{4C23DD0C-13C0-7C1D-605D-5584AB8A9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5602" y="5077443"/>
                <a:ext cx="593827" cy="387863"/>
              </a:xfrm>
              <a:prstGeom prst="rect">
                <a:avLst/>
              </a:prstGeom>
              <a:blipFill>
                <a:blip r:embed="rId35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橢圓 188">
            <a:extLst>
              <a:ext uri="{FF2B5EF4-FFF2-40B4-BE49-F238E27FC236}">
                <a16:creationId xmlns:a16="http://schemas.microsoft.com/office/drawing/2014/main" id="{73D97FA7-AED3-B646-C7B3-93E94D7C69EB}"/>
              </a:ext>
            </a:extLst>
          </p:cNvPr>
          <p:cNvSpPr/>
          <p:nvPr/>
        </p:nvSpPr>
        <p:spPr>
          <a:xfrm>
            <a:off x="5995527" y="269291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文字方塊 189">
                <a:extLst>
                  <a:ext uri="{FF2B5EF4-FFF2-40B4-BE49-F238E27FC236}">
                    <a16:creationId xmlns:a16="http://schemas.microsoft.com/office/drawing/2014/main" id="{39DE7578-C92A-B73F-DF94-5D05A746ED0B}"/>
                  </a:ext>
                </a:extLst>
              </p:cNvPr>
              <p:cNvSpPr txBox="1"/>
              <p:nvPr/>
            </p:nvSpPr>
            <p:spPr>
              <a:xfrm>
                <a:off x="5385918" y="2552297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90" name="文字方塊 189">
                <a:extLst>
                  <a:ext uri="{FF2B5EF4-FFF2-40B4-BE49-F238E27FC236}">
                    <a16:creationId xmlns:a16="http://schemas.microsoft.com/office/drawing/2014/main" id="{39DE7578-C92A-B73F-DF94-5D05A746E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918" y="2552297"/>
                <a:ext cx="567186" cy="415178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橢圓 190">
            <a:extLst>
              <a:ext uri="{FF2B5EF4-FFF2-40B4-BE49-F238E27FC236}">
                <a16:creationId xmlns:a16="http://schemas.microsoft.com/office/drawing/2014/main" id="{760B12E7-FBC8-8CDC-E53C-156DA5509FA3}"/>
              </a:ext>
            </a:extLst>
          </p:cNvPr>
          <p:cNvSpPr/>
          <p:nvPr/>
        </p:nvSpPr>
        <p:spPr>
          <a:xfrm>
            <a:off x="8512951" y="210903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45018688-543E-D052-7713-1A34EE14039E}"/>
              </a:ext>
            </a:extLst>
          </p:cNvPr>
          <p:cNvSpPr/>
          <p:nvPr/>
        </p:nvSpPr>
        <p:spPr>
          <a:xfrm>
            <a:off x="8512952" y="252567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2D762B0C-63B8-B0B9-B5F6-07C682B05FAF}"/>
                  </a:ext>
                </a:extLst>
              </p:cNvPr>
              <p:cNvSpPr txBox="1"/>
              <p:nvPr/>
            </p:nvSpPr>
            <p:spPr>
              <a:xfrm>
                <a:off x="8599343" y="2359709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2D762B0C-63B8-B0B9-B5F6-07C682B05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343" y="2359709"/>
                <a:ext cx="593827" cy="38587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直線接點 193">
            <a:extLst>
              <a:ext uri="{FF2B5EF4-FFF2-40B4-BE49-F238E27FC236}">
                <a16:creationId xmlns:a16="http://schemas.microsoft.com/office/drawing/2014/main" id="{01299F15-1ECC-B7E9-6721-BBC75B2FBC1F}"/>
              </a:ext>
            </a:extLst>
          </p:cNvPr>
          <p:cNvCxnSpPr>
            <a:cxnSpLocks/>
            <a:stCxn id="189" idx="6"/>
            <a:endCxn id="191" idx="2"/>
          </p:cNvCxnSpPr>
          <p:nvPr/>
        </p:nvCxnSpPr>
        <p:spPr>
          <a:xfrm flipV="1">
            <a:off x="6081920" y="2154878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線接點 194">
            <a:extLst>
              <a:ext uri="{FF2B5EF4-FFF2-40B4-BE49-F238E27FC236}">
                <a16:creationId xmlns:a16="http://schemas.microsoft.com/office/drawing/2014/main" id="{66E89A7A-046D-F9B1-F056-0576877B90CD}"/>
              </a:ext>
            </a:extLst>
          </p:cNvPr>
          <p:cNvCxnSpPr>
            <a:cxnSpLocks/>
            <a:stCxn id="189" idx="6"/>
            <a:endCxn id="192" idx="2"/>
          </p:cNvCxnSpPr>
          <p:nvPr/>
        </p:nvCxnSpPr>
        <p:spPr>
          <a:xfrm flipV="1">
            <a:off x="6081920" y="2571516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EAEE1733-354E-45FF-FDE1-A3ED5BC67108}"/>
                  </a:ext>
                </a:extLst>
              </p:cNvPr>
              <p:cNvSpPr txBox="1"/>
              <p:nvPr/>
            </p:nvSpPr>
            <p:spPr>
              <a:xfrm>
                <a:off x="8599343" y="2762363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EAEE1733-354E-45FF-FDE1-A3ED5BC67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343" y="2762363"/>
                <a:ext cx="593827" cy="385298"/>
              </a:xfrm>
              <a:prstGeom prst="rect">
                <a:avLst/>
              </a:prstGeom>
              <a:blipFill>
                <a:blip r:embed="rId38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橢圓 196">
            <a:extLst>
              <a:ext uri="{FF2B5EF4-FFF2-40B4-BE49-F238E27FC236}">
                <a16:creationId xmlns:a16="http://schemas.microsoft.com/office/drawing/2014/main" id="{C33AC05D-2108-5ABB-6D6F-50F66CF59BC1}"/>
              </a:ext>
            </a:extLst>
          </p:cNvPr>
          <p:cNvSpPr/>
          <p:nvPr/>
        </p:nvSpPr>
        <p:spPr>
          <a:xfrm>
            <a:off x="8512951" y="289826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7DD3D3F4-3E78-07C0-F45B-27723B165BA9}"/>
              </a:ext>
            </a:extLst>
          </p:cNvPr>
          <p:cNvSpPr/>
          <p:nvPr/>
        </p:nvSpPr>
        <p:spPr>
          <a:xfrm>
            <a:off x="8512952" y="331490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30543CB5-7478-C855-1E55-F05E354BC0A8}"/>
                  </a:ext>
                </a:extLst>
              </p:cNvPr>
              <p:cNvSpPr txBox="1"/>
              <p:nvPr/>
            </p:nvSpPr>
            <p:spPr>
              <a:xfrm>
                <a:off x="8599343" y="3167807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30543CB5-7478-C855-1E55-F05E354BC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343" y="3167807"/>
                <a:ext cx="593827" cy="385875"/>
              </a:xfrm>
              <a:prstGeom prst="rect">
                <a:avLst/>
              </a:prstGeom>
              <a:blipFill>
                <a:blip r:embed="rId39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2AA7AF0F-DF08-434B-CE23-9DC69A3B17BF}"/>
              </a:ext>
            </a:extLst>
          </p:cNvPr>
          <p:cNvCxnSpPr>
            <a:cxnSpLocks/>
            <a:stCxn id="189" idx="6"/>
            <a:endCxn id="197" idx="2"/>
          </p:cNvCxnSpPr>
          <p:nvPr/>
        </p:nvCxnSpPr>
        <p:spPr>
          <a:xfrm>
            <a:off x="6081920" y="2738762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120EB9D6-E7CE-E47F-6222-50BD3FC3CA4A}"/>
              </a:ext>
            </a:extLst>
          </p:cNvPr>
          <p:cNvCxnSpPr>
            <a:cxnSpLocks/>
            <a:stCxn id="189" idx="6"/>
            <a:endCxn id="198" idx="2"/>
          </p:cNvCxnSpPr>
          <p:nvPr/>
        </p:nvCxnSpPr>
        <p:spPr>
          <a:xfrm>
            <a:off x="6081920" y="2738762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文字方塊 201">
                <a:extLst>
                  <a:ext uri="{FF2B5EF4-FFF2-40B4-BE49-F238E27FC236}">
                    <a16:creationId xmlns:a16="http://schemas.microsoft.com/office/drawing/2014/main" id="{CF316622-A96D-6B87-A915-E0E18C688E98}"/>
                  </a:ext>
                </a:extLst>
              </p:cNvPr>
              <p:cNvSpPr txBox="1"/>
              <p:nvPr/>
            </p:nvSpPr>
            <p:spPr>
              <a:xfrm>
                <a:off x="8602060" y="1959488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02" name="文字方塊 201">
                <a:extLst>
                  <a:ext uri="{FF2B5EF4-FFF2-40B4-BE49-F238E27FC236}">
                    <a16:creationId xmlns:a16="http://schemas.microsoft.com/office/drawing/2014/main" id="{CF316622-A96D-6B87-A915-E0E18C688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060" y="1959488"/>
                <a:ext cx="593827" cy="387863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橢圓 202">
            <a:extLst>
              <a:ext uri="{FF2B5EF4-FFF2-40B4-BE49-F238E27FC236}">
                <a16:creationId xmlns:a16="http://schemas.microsoft.com/office/drawing/2014/main" id="{89A596C0-B18A-0164-0DEA-4E6BD629C06F}"/>
              </a:ext>
            </a:extLst>
          </p:cNvPr>
          <p:cNvSpPr/>
          <p:nvPr/>
        </p:nvSpPr>
        <p:spPr>
          <a:xfrm>
            <a:off x="6019135" y="353202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字方塊 204">
                <a:extLst>
                  <a:ext uri="{FF2B5EF4-FFF2-40B4-BE49-F238E27FC236}">
                    <a16:creationId xmlns:a16="http://schemas.microsoft.com/office/drawing/2014/main" id="{B78A87D6-2C8C-3F90-86B6-D7106C807612}"/>
                  </a:ext>
                </a:extLst>
              </p:cNvPr>
              <p:cNvSpPr txBox="1"/>
              <p:nvPr/>
            </p:nvSpPr>
            <p:spPr>
              <a:xfrm>
                <a:off x="5388575" y="3339088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05" name="文字方塊 204">
                <a:extLst>
                  <a:ext uri="{FF2B5EF4-FFF2-40B4-BE49-F238E27FC236}">
                    <a16:creationId xmlns:a16="http://schemas.microsoft.com/office/drawing/2014/main" id="{B78A87D6-2C8C-3F90-86B6-D7106C80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575" y="3339088"/>
                <a:ext cx="567186" cy="415178"/>
              </a:xfrm>
              <a:prstGeom prst="rect">
                <a:avLst/>
              </a:prstGeom>
              <a:blipFill>
                <a:blip r:embed="rId41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6" name="直線接點 205">
            <a:extLst>
              <a:ext uri="{FF2B5EF4-FFF2-40B4-BE49-F238E27FC236}">
                <a16:creationId xmlns:a16="http://schemas.microsoft.com/office/drawing/2014/main" id="{BED24BE2-EEDF-87EE-9E38-2DA7C6253EF5}"/>
              </a:ext>
            </a:extLst>
          </p:cNvPr>
          <p:cNvCxnSpPr>
            <a:cxnSpLocks/>
            <a:stCxn id="203" idx="6"/>
            <a:endCxn id="197" idx="2"/>
          </p:cNvCxnSpPr>
          <p:nvPr/>
        </p:nvCxnSpPr>
        <p:spPr>
          <a:xfrm flipV="1">
            <a:off x="6105528" y="2944107"/>
            <a:ext cx="2407423" cy="6337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直線接點 208">
            <a:extLst>
              <a:ext uri="{FF2B5EF4-FFF2-40B4-BE49-F238E27FC236}">
                <a16:creationId xmlns:a16="http://schemas.microsoft.com/office/drawing/2014/main" id="{C2590918-DA97-5BDD-43E3-688D675B3D7D}"/>
              </a:ext>
            </a:extLst>
          </p:cNvPr>
          <p:cNvCxnSpPr>
            <a:cxnSpLocks/>
            <a:stCxn id="203" idx="6"/>
            <a:endCxn id="198" idx="2"/>
          </p:cNvCxnSpPr>
          <p:nvPr/>
        </p:nvCxnSpPr>
        <p:spPr>
          <a:xfrm flipV="1">
            <a:off x="6105528" y="3360745"/>
            <a:ext cx="2407424" cy="217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直線接點 211">
            <a:extLst>
              <a:ext uri="{FF2B5EF4-FFF2-40B4-BE49-F238E27FC236}">
                <a16:creationId xmlns:a16="http://schemas.microsoft.com/office/drawing/2014/main" id="{D7874B80-3645-D495-CABC-4193E9D6B241}"/>
              </a:ext>
            </a:extLst>
          </p:cNvPr>
          <p:cNvCxnSpPr>
            <a:cxnSpLocks/>
            <a:stCxn id="203" idx="6"/>
            <a:endCxn id="217" idx="2"/>
          </p:cNvCxnSpPr>
          <p:nvPr/>
        </p:nvCxnSpPr>
        <p:spPr>
          <a:xfrm>
            <a:off x="6105528" y="3577868"/>
            <a:ext cx="2424021" cy="225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橢圓 216">
            <a:extLst>
              <a:ext uri="{FF2B5EF4-FFF2-40B4-BE49-F238E27FC236}">
                <a16:creationId xmlns:a16="http://schemas.microsoft.com/office/drawing/2014/main" id="{13095CB2-E634-2411-8BB3-0BC1F7FDEDA3}"/>
              </a:ext>
            </a:extLst>
          </p:cNvPr>
          <p:cNvSpPr/>
          <p:nvPr/>
        </p:nvSpPr>
        <p:spPr>
          <a:xfrm>
            <a:off x="8529549" y="375795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8" name="橢圓 217">
            <a:extLst>
              <a:ext uri="{FF2B5EF4-FFF2-40B4-BE49-F238E27FC236}">
                <a16:creationId xmlns:a16="http://schemas.microsoft.com/office/drawing/2014/main" id="{687A4907-227C-8304-62FF-B03291EFE4EE}"/>
              </a:ext>
            </a:extLst>
          </p:cNvPr>
          <p:cNvSpPr/>
          <p:nvPr/>
        </p:nvSpPr>
        <p:spPr>
          <a:xfrm>
            <a:off x="8538603" y="414812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21" name="直線接點 220">
            <a:extLst>
              <a:ext uri="{FF2B5EF4-FFF2-40B4-BE49-F238E27FC236}">
                <a16:creationId xmlns:a16="http://schemas.microsoft.com/office/drawing/2014/main" id="{1E404A8C-2A68-58AC-BE63-4AF57E219D70}"/>
              </a:ext>
            </a:extLst>
          </p:cNvPr>
          <p:cNvCxnSpPr>
            <a:cxnSpLocks/>
            <a:stCxn id="203" idx="6"/>
            <a:endCxn id="218" idx="2"/>
          </p:cNvCxnSpPr>
          <p:nvPr/>
        </p:nvCxnSpPr>
        <p:spPr>
          <a:xfrm>
            <a:off x="6105528" y="3577868"/>
            <a:ext cx="2433075" cy="616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文字方塊 223">
                <a:extLst>
                  <a:ext uri="{FF2B5EF4-FFF2-40B4-BE49-F238E27FC236}">
                    <a16:creationId xmlns:a16="http://schemas.microsoft.com/office/drawing/2014/main" id="{B91D761E-6DA2-1A8F-6134-12EA39D0A7F7}"/>
                  </a:ext>
                </a:extLst>
              </p:cNvPr>
              <p:cNvSpPr txBox="1"/>
              <p:nvPr/>
            </p:nvSpPr>
            <p:spPr>
              <a:xfrm>
                <a:off x="8615715" y="3577868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24" name="文字方塊 223">
                <a:extLst>
                  <a:ext uri="{FF2B5EF4-FFF2-40B4-BE49-F238E27FC236}">
                    <a16:creationId xmlns:a16="http://schemas.microsoft.com/office/drawing/2014/main" id="{B91D761E-6DA2-1A8F-6134-12EA39D0A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715" y="3577868"/>
                <a:ext cx="593827" cy="385298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文字方塊 224">
                <a:extLst>
                  <a:ext uri="{FF2B5EF4-FFF2-40B4-BE49-F238E27FC236}">
                    <a16:creationId xmlns:a16="http://schemas.microsoft.com/office/drawing/2014/main" id="{FCD2D3F0-D790-1BDB-AE3F-046D0515EB7F}"/>
                  </a:ext>
                </a:extLst>
              </p:cNvPr>
              <p:cNvSpPr txBox="1"/>
              <p:nvPr/>
            </p:nvSpPr>
            <p:spPr>
              <a:xfrm>
                <a:off x="8615715" y="4032757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25" name="文字方塊 224">
                <a:extLst>
                  <a:ext uri="{FF2B5EF4-FFF2-40B4-BE49-F238E27FC236}">
                    <a16:creationId xmlns:a16="http://schemas.microsoft.com/office/drawing/2014/main" id="{FCD2D3F0-D790-1BDB-AE3F-046D0515E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715" y="4032757"/>
                <a:ext cx="593827" cy="38587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25614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2B033DE-F8BD-339D-F475-A7A562E07677}"/>
              </a:ext>
            </a:extLst>
          </p:cNvPr>
          <p:cNvSpPr/>
          <p:nvPr/>
        </p:nvSpPr>
        <p:spPr>
          <a:xfrm>
            <a:off x="1548474" y="135833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5C4CBA5-3F9C-3739-F4AA-F43CB8DCA07F}"/>
                  </a:ext>
                </a:extLst>
              </p:cNvPr>
              <p:cNvSpPr txBox="1"/>
              <p:nvPr/>
            </p:nvSpPr>
            <p:spPr>
              <a:xfrm>
                <a:off x="875492" y="1198832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5C4CBA5-3F9C-3739-F4AA-F43CB8DCA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92" y="1198832"/>
                <a:ext cx="567186" cy="410690"/>
              </a:xfrm>
              <a:prstGeom prst="rect">
                <a:avLst/>
              </a:prstGeom>
              <a:blipFill>
                <a:blip r:embed="rId2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2054DBD-7DC3-3DC0-7C8C-8DBB1EDC298A}"/>
                  </a:ext>
                </a:extLst>
              </p:cNvPr>
              <p:cNvSpPr txBox="1"/>
              <p:nvPr/>
            </p:nvSpPr>
            <p:spPr>
              <a:xfrm>
                <a:off x="4166686" y="912171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2054DBD-7DC3-3DC0-7C8C-8DBB1EDC2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686" y="912171"/>
                <a:ext cx="593827" cy="4088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1E8DE632-0050-500B-B4C4-BFB7A970D317}"/>
              </a:ext>
            </a:extLst>
          </p:cNvPr>
          <p:cNvSpPr/>
          <p:nvPr/>
        </p:nvSpPr>
        <p:spPr>
          <a:xfrm>
            <a:off x="4080293" y="107167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EEEBE86-123B-F4D6-4943-4AD32EEA1676}"/>
              </a:ext>
            </a:extLst>
          </p:cNvPr>
          <p:cNvSpPr/>
          <p:nvPr/>
        </p:nvSpPr>
        <p:spPr>
          <a:xfrm>
            <a:off x="4080294" y="148831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1246736-061F-DDD8-CC04-22ADCEAC83AD}"/>
                  </a:ext>
                </a:extLst>
              </p:cNvPr>
              <p:cNvSpPr txBox="1"/>
              <p:nvPr/>
            </p:nvSpPr>
            <p:spPr>
              <a:xfrm>
                <a:off x="4166686" y="1321065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1246736-061F-DDD8-CC04-22ADCEAC8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686" y="1321065"/>
                <a:ext cx="593827" cy="4088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9876340-F726-4C0B-C1FB-04F7406D9C61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1634867" y="1117516"/>
            <a:ext cx="2445426" cy="28666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E3342FB-36C1-E7D3-363F-10DF58168E01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1634867" y="1404177"/>
            <a:ext cx="2445427" cy="129977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9D73E6B5-C95B-C871-3466-42823B659B21}"/>
              </a:ext>
            </a:extLst>
          </p:cNvPr>
          <p:cNvSpPr/>
          <p:nvPr/>
        </p:nvSpPr>
        <p:spPr>
          <a:xfrm>
            <a:off x="1548475" y="251835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391DC7E-3941-60EC-77A6-1AAC43C018BD}"/>
                  </a:ext>
                </a:extLst>
              </p:cNvPr>
              <p:cNvSpPr txBox="1"/>
              <p:nvPr/>
            </p:nvSpPr>
            <p:spPr>
              <a:xfrm>
                <a:off x="875492" y="2352908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391DC7E-3941-60EC-77A6-1AAC43C01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92" y="2352908"/>
                <a:ext cx="567186" cy="410690"/>
              </a:xfrm>
              <a:prstGeom prst="rect">
                <a:avLst/>
              </a:prstGeom>
              <a:blipFill>
                <a:blip r:embed="rId5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77AC686-1CB3-4267-ECCA-8E1D8B42BDFC}"/>
                  </a:ext>
                </a:extLst>
              </p:cNvPr>
              <p:cNvSpPr txBox="1"/>
              <p:nvPr/>
            </p:nvSpPr>
            <p:spPr>
              <a:xfrm>
                <a:off x="4152292" y="1774972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77AC686-1CB3-4267-ECCA-8E1D8B42B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2" y="1774972"/>
                <a:ext cx="593827" cy="4088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CA92F5BD-A629-3F7F-14FF-CB29CFFA7F8E}"/>
              </a:ext>
            </a:extLst>
          </p:cNvPr>
          <p:cNvSpPr/>
          <p:nvPr/>
        </p:nvSpPr>
        <p:spPr>
          <a:xfrm>
            <a:off x="4065899" y="193447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1C79ADE-7B89-6871-B8E7-D11A3EFB9318}"/>
              </a:ext>
            </a:extLst>
          </p:cNvPr>
          <p:cNvSpPr/>
          <p:nvPr/>
        </p:nvSpPr>
        <p:spPr>
          <a:xfrm>
            <a:off x="4065900" y="235111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B5C809F-FC23-D305-19F1-B5A9CCFA6DEE}"/>
                  </a:ext>
                </a:extLst>
              </p:cNvPr>
              <p:cNvSpPr txBox="1"/>
              <p:nvPr/>
            </p:nvSpPr>
            <p:spPr>
              <a:xfrm>
                <a:off x="4152292" y="2183866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B5C809F-FC23-D305-19F1-B5A9CCFA6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2" y="2183866"/>
                <a:ext cx="593827" cy="408894"/>
              </a:xfrm>
              <a:prstGeom prst="rect">
                <a:avLst/>
              </a:prstGeom>
              <a:blipFill>
                <a:blip r:embed="rId7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CC868D6-F9FC-EAA8-A14D-D6D5073E351E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 flipV="1">
            <a:off x="1634868" y="1980317"/>
            <a:ext cx="2431031" cy="583884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A2BB135-9422-1196-799D-08B8CEBB5693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 flipV="1">
            <a:off x="1634868" y="2396955"/>
            <a:ext cx="2431032" cy="16724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50DF628-5245-2A61-7A5C-E59E508E8497}"/>
                  </a:ext>
                </a:extLst>
              </p:cNvPr>
              <p:cNvSpPr txBox="1"/>
              <p:nvPr/>
            </p:nvSpPr>
            <p:spPr>
              <a:xfrm>
                <a:off x="4152292" y="2564201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50DF628-5245-2A61-7A5C-E59E508E8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2" y="2564201"/>
                <a:ext cx="593827" cy="414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CB4F2649-BCC0-0057-31F9-3E63A5B4A90E}"/>
              </a:ext>
            </a:extLst>
          </p:cNvPr>
          <p:cNvSpPr/>
          <p:nvPr/>
        </p:nvSpPr>
        <p:spPr>
          <a:xfrm>
            <a:off x="4065899" y="272370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B92F5C1D-679E-B3E8-2E50-0CDEC9AEA808}"/>
              </a:ext>
            </a:extLst>
          </p:cNvPr>
          <p:cNvSpPr/>
          <p:nvPr/>
        </p:nvSpPr>
        <p:spPr>
          <a:xfrm>
            <a:off x="4065900" y="314034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7D901C52-1B0B-D88B-BB3C-2FD788B48E8C}"/>
                  </a:ext>
                </a:extLst>
              </p:cNvPr>
              <p:cNvSpPr txBox="1"/>
              <p:nvPr/>
            </p:nvSpPr>
            <p:spPr>
              <a:xfrm>
                <a:off x="4152292" y="2973095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7D901C52-1B0B-D88B-BB3C-2FD788B4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2" y="2973095"/>
                <a:ext cx="593827" cy="4142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0DFFC5D-7EB0-8121-3B9A-64577592BC34}"/>
              </a:ext>
            </a:extLst>
          </p:cNvPr>
          <p:cNvCxnSpPr>
            <a:cxnSpLocks/>
            <a:stCxn id="12" idx="6"/>
            <a:endCxn id="21" idx="2"/>
          </p:cNvCxnSpPr>
          <p:nvPr/>
        </p:nvCxnSpPr>
        <p:spPr>
          <a:xfrm>
            <a:off x="1634868" y="2564201"/>
            <a:ext cx="2431031" cy="20534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F93AAAB-65F3-D673-FD0A-FBBC8F1DF639}"/>
              </a:ext>
            </a:extLst>
          </p:cNvPr>
          <p:cNvCxnSpPr>
            <a:cxnSpLocks/>
            <a:stCxn id="12" idx="6"/>
            <a:endCxn id="22" idx="2"/>
          </p:cNvCxnSpPr>
          <p:nvPr/>
        </p:nvCxnSpPr>
        <p:spPr>
          <a:xfrm>
            <a:off x="1634868" y="2564201"/>
            <a:ext cx="2431032" cy="62198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DB4B18C4-34B2-1147-63A9-4A4677D0B4B0}"/>
              </a:ext>
            </a:extLst>
          </p:cNvPr>
          <p:cNvSpPr/>
          <p:nvPr/>
        </p:nvSpPr>
        <p:spPr>
          <a:xfrm>
            <a:off x="1548474" y="413727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FDB385F-4D50-6D6C-72A1-3D14C1143E89}"/>
                  </a:ext>
                </a:extLst>
              </p:cNvPr>
              <p:cNvSpPr txBox="1"/>
              <p:nvPr/>
            </p:nvSpPr>
            <p:spPr>
              <a:xfrm>
                <a:off x="4152291" y="3393886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FDB385F-4D50-6D6C-72A1-3D14C114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1" y="3393886"/>
                <a:ext cx="593827" cy="4088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橢圓 27">
            <a:extLst>
              <a:ext uri="{FF2B5EF4-FFF2-40B4-BE49-F238E27FC236}">
                <a16:creationId xmlns:a16="http://schemas.microsoft.com/office/drawing/2014/main" id="{6A5226CC-4FA2-7EF0-A560-F1F376536DE3}"/>
              </a:ext>
            </a:extLst>
          </p:cNvPr>
          <p:cNvSpPr/>
          <p:nvPr/>
        </p:nvSpPr>
        <p:spPr>
          <a:xfrm>
            <a:off x="4065898" y="355338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EB6FDD9C-7A33-750E-D8B7-D8A30A9B3FD5}"/>
              </a:ext>
            </a:extLst>
          </p:cNvPr>
          <p:cNvSpPr/>
          <p:nvPr/>
        </p:nvSpPr>
        <p:spPr>
          <a:xfrm>
            <a:off x="4065899" y="397002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9C0E444-BB06-592C-EE66-39B25BAFA273}"/>
                  </a:ext>
                </a:extLst>
              </p:cNvPr>
              <p:cNvSpPr txBox="1"/>
              <p:nvPr/>
            </p:nvSpPr>
            <p:spPr>
              <a:xfrm>
                <a:off x="4152291" y="3802780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9C0E444-BB06-592C-EE66-39B25BAF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1" y="3802780"/>
                <a:ext cx="593827" cy="4088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2DBEDC9E-58AA-BB74-E736-64885A2F5A41}"/>
              </a:ext>
            </a:extLst>
          </p:cNvPr>
          <p:cNvCxnSpPr>
            <a:cxnSpLocks/>
            <a:stCxn id="26" idx="6"/>
            <a:endCxn id="28" idx="2"/>
          </p:cNvCxnSpPr>
          <p:nvPr/>
        </p:nvCxnSpPr>
        <p:spPr>
          <a:xfrm flipV="1">
            <a:off x="1634867" y="3599231"/>
            <a:ext cx="2431031" cy="583884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89AC5E1B-E50B-2FAE-19FB-5D4F254D7731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 flipV="1">
            <a:off x="1634867" y="4015869"/>
            <a:ext cx="2431032" cy="16724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683C3ED-5362-D934-FAAB-AB09D4C258D2}"/>
                  </a:ext>
                </a:extLst>
              </p:cNvPr>
              <p:cNvSpPr txBox="1"/>
              <p:nvPr/>
            </p:nvSpPr>
            <p:spPr>
              <a:xfrm>
                <a:off x="4152291" y="4183115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683C3ED-5362-D934-FAAB-AB09D4C2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1" y="4183115"/>
                <a:ext cx="593827" cy="414281"/>
              </a:xfrm>
              <a:prstGeom prst="rect">
                <a:avLst/>
              </a:prstGeom>
              <a:blipFill>
                <a:blip r:embed="rId12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橢圓 33">
            <a:extLst>
              <a:ext uri="{FF2B5EF4-FFF2-40B4-BE49-F238E27FC236}">
                <a16:creationId xmlns:a16="http://schemas.microsoft.com/office/drawing/2014/main" id="{282A53E1-0C7B-918C-8FE0-0F0653327763}"/>
              </a:ext>
            </a:extLst>
          </p:cNvPr>
          <p:cNvSpPr/>
          <p:nvPr/>
        </p:nvSpPr>
        <p:spPr>
          <a:xfrm>
            <a:off x="4065898" y="434261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C0F23557-B6F8-9B73-AAD9-DC01E61C39A4}"/>
              </a:ext>
            </a:extLst>
          </p:cNvPr>
          <p:cNvSpPr/>
          <p:nvPr/>
        </p:nvSpPr>
        <p:spPr>
          <a:xfrm>
            <a:off x="4065899" y="475925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D366EF3-8BFB-4A89-2166-2014FFDDEFCA}"/>
                  </a:ext>
                </a:extLst>
              </p:cNvPr>
              <p:cNvSpPr txBox="1"/>
              <p:nvPr/>
            </p:nvSpPr>
            <p:spPr>
              <a:xfrm>
                <a:off x="4152291" y="4592009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D366EF3-8BFB-4A89-2166-2014FFDDE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91" y="4592009"/>
                <a:ext cx="593827" cy="414281"/>
              </a:xfrm>
              <a:prstGeom prst="rect">
                <a:avLst/>
              </a:prstGeom>
              <a:blipFill>
                <a:blip r:embed="rId13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470CB7D7-7B3A-943E-2ABA-FBC8A0B38A67}"/>
              </a:ext>
            </a:extLst>
          </p:cNvPr>
          <p:cNvCxnSpPr>
            <a:cxnSpLocks/>
            <a:stCxn id="26" idx="6"/>
            <a:endCxn id="34" idx="2"/>
          </p:cNvCxnSpPr>
          <p:nvPr/>
        </p:nvCxnSpPr>
        <p:spPr>
          <a:xfrm>
            <a:off x="1634867" y="4183115"/>
            <a:ext cx="2431031" cy="20534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A6A5590B-98FF-4F23-9074-454CE82AC51A}"/>
              </a:ext>
            </a:extLst>
          </p:cNvPr>
          <p:cNvCxnSpPr>
            <a:cxnSpLocks/>
            <a:stCxn id="26" idx="6"/>
            <a:endCxn id="35" idx="2"/>
          </p:cNvCxnSpPr>
          <p:nvPr/>
        </p:nvCxnSpPr>
        <p:spPr>
          <a:xfrm>
            <a:off x="1634867" y="4183115"/>
            <a:ext cx="2431032" cy="62198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9C3010A3-1CAF-13F7-8215-E0C8E2ED2BE9}"/>
                  </a:ext>
                </a:extLst>
              </p:cNvPr>
              <p:cNvSpPr txBox="1"/>
              <p:nvPr/>
            </p:nvSpPr>
            <p:spPr>
              <a:xfrm>
                <a:off x="875492" y="3945048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9C3010A3-1CAF-13F7-8215-E0C8E2ED2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92" y="3945048"/>
                <a:ext cx="567186" cy="410690"/>
              </a:xfrm>
              <a:prstGeom prst="rect">
                <a:avLst/>
              </a:prstGeom>
              <a:blipFill>
                <a:blip r:embed="rId1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橢圓 56">
            <a:extLst>
              <a:ext uri="{FF2B5EF4-FFF2-40B4-BE49-F238E27FC236}">
                <a16:creationId xmlns:a16="http://schemas.microsoft.com/office/drawing/2014/main" id="{C18BD9D0-AE78-E62B-34A5-5E2BA87E6737}"/>
              </a:ext>
            </a:extLst>
          </p:cNvPr>
          <p:cNvSpPr/>
          <p:nvPr/>
        </p:nvSpPr>
        <p:spPr>
          <a:xfrm>
            <a:off x="1519671" y="533199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FDB7BE2-07FC-482E-2A28-0C90235D1063}"/>
                  </a:ext>
                </a:extLst>
              </p:cNvPr>
              <p:cNvSpPr txBox="1"/>
              <p:nvPr/>
            </p:nvSpPr>
            <p:spPr>
              <a:xfrm>
                <a:off x="846688" y="5166549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FDB7BE2-07FC-482E-2A28-0C90235D1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88" y="5166549"/>
                <a:ext cx="567186" cy="410690"/>
              </a:xfrm>
              <a:prstGeom prst="rect">
                <a:avLst/>
              </a:prstGeom>
              <a:blipFill>
                <a:blip r:embed="rId17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橢圓 58">
            <a:extLst>
              <a:ext uri="{FF2B5EF4-FFF2-40B4-BE49-F238E27FC236}">
                <a16:creationId xmlns:a16="http://schemas.microsoft.com/office/drawing/2014/main" id="{1B45B020-8517-9346-9DFE-F03D5A903ECC}"/>
              </a:ext>
            </a:extLst>
          </p:cNvPr>
          <p:cNvSpPr/>
          <p:nvPr/>
        </p:nvSpPr>
        <p:spPr>
          <a:xfrm>
            <a:off x="4080290" y="507107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F0ECBADB-1F1B-F261-9008-01BC1D59C190}"/>
              </a:ext>
            </a:extLst>
          </p:cNvPr>
          <p:cNvSpPr/>
          <p:nvPr/>
        </p:nvSpPr>
        <p:spPr>
          <a:xfrm>
            <a:off x="4080291" y="548771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B5BA11F2-0F9C-EBD1-ED48-6FF647D07849}"/>
                  </a:ext>
                </a:extLst>
              </p:cNvPr>
              <p:cNvSpPr txBox="1"/>
              <p:nvPr/>
            </p:nvSpPr>
            <p:spPr>
              <a:xfrm>
                <a:off x="4166686" y="5284165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B5BA11F2-0F9C-EBD1-ED48-6FF647D07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686" y="5284165"/>
                <a:ext cx="593827" cy="408894"/>
              </a:xfrm>
              <a:prstGeom prst="rect">
                <a:avLst/>
              </a:prstGeom>
              <a:blipFill>
                <a:blip r:embed="rId18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3F75950D-E10F-86C1-ADB0-11BFA688C3EF}"/>
              </a:ext>
            </a:extLst>
          </p:cNvPr>
          <p:cNvCxnSpPr>
            <a:cxnSpLocks/>
            <a:stCxn id="57" idx="6"/>
            <a:endCxn id="59" idx="2"/>
          </p:cNvCxnSpPr>
          <p:nvPr/>
        </p:nvCxnSpPr>
        <p:spPr>
          <a:xfrm flipV="1">
            <a:off x="1606064" y="5116919"/>
            <a:ext cx="2474226" cy="26092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958BF3C-FF65-9808-3F9A-B0528D6AE7CF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>
          <a:xfrm>
            <a:off x="1606064" y="5377842"/>
            <a:ext cx="2474227" cy="15571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橢圓 67">
            <a:extLst>
              <a:ext uri="{FF2B5EF4-FFF2-40B4-BE49-F238E27FC236}">
                <a16:creationId xmlns:a16="http://schemas.microsoft.com/office/drawing/2014/main" id="{18D2625B-B6E6-41B3-7B14-4979F0ECA42F}"/>
              </a:ext>
            </a:extLst>
          </p:cNvPr>
          <p:cNvSpPr/>
          <p:nvPr/>
        </p:nvSpPr>
        <p:spPr>
          <a:xfrm>
            <a:off x="6571964" y="129766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680C9A0-62B5-E599-640D-2CA4A86E9DFB}"/>
                  </a:ext>
                </a:extLst>
              </p:cNvPr>
              <p:cNvSpPr txBox="1"/>
              <p:nvPr/>
            </p:nvSpPr>
            <p:spPr>
              <a:xfrm>
                <a:off x="5979898" y="1142741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680C9A0-62B5-E599-640D-2CA4A86E9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898" y="1142741"/>
                <a:ext cx="567186" cy="41517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橢圓 69">
            <a:extLst>
              <a:ext uri="{FF2B5EF4-FFF2-40B4-BE49-F238E27FC236}">
                <a16:creationId xmlns:a16="http://schemas.microsoft.com/office/drawing/2014/main" id="{7C00E93F-E61E-1972-50F2-808DEE110551}"/>
              </a:ext>
            </a:extLst>
          </p:cNvPr>
          <p:cNvSpPr/>
          <p:nvPr/>
        </p:nvSpPr>
        <p:spPr>
          <a:xfrm>
            <a:off x="9089388" y="71378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4AC88B60-70D3-4D0C-C815-7CE0EC8B008B}"/>
              </a:ext>
            </a:extLst>
          </p:cNvPr>
          <p:cNvSpPr/>
          <p:nvPr/>
        </p:nvSpPr>
        <p:spPr>
          <a:xfrm>
            <a:off x="9089389" y="113041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D157CCA-5FDA-2DA5-EA8E-3CD8D4C2CC21}"/>
                  </a:ext>
                </a:extLst>
              </p:cNvPr>
              <p:cNvSpPr txBox="1"/>
              <p:nvPr/>
            </p:nvSpPr>
            <p:spPr>
              <a:xfrm>
                <a:off x="9175780" y="96445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D157CCA-5FDA-2DA5-EA8E-3CD8D4C2C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780" y="964455"/>
                <a:ext cx="593827" cy="3858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00616281-76BD-973D-3993-59E77358ECDC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 flipV="1">
            <a:off x="6658357" y="759624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B54DBFBF-366D-792F-58F6-ECF466E902A3}"/>
              </a:ext>
            </a:extLst>
          </p:cNvPr>
          <p:cNvCxnSpPr>
            <a:cxnSpLocks/>
            <a:stCxn id="68" idx="6"/>
            <a:endCxn id="71" idx="2"/>
          </p:cNvCxnSpPr>
          <p:nvPr/>
        </p:nvCxnSpPr>
        <p:spPr>
          <a:xfrm flipV="1">
            <a:off x="6658357" y="1176262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4276DCE-F874-CC68-3946-A343CD94038D}"/>
                  </a:ext>
                </a:extLst>
              </p:cNvPr>
              <p:cNvSpPr txBox="1"/>
              <p:nvPr/>
            </p:nvSpPr>
            <p:spPr>
              <a:xfrm>
                <a:off x="9175780" y="1367109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4276DCE-F874-CC68-3946-A343CD940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780" y="1367109"/>
                <a:ext cx="593827" cy="38529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橢圓 75">
            <a:extLst>
              <a:ext uri="{FF2B5EF4-FFF2-40B4-BE49-F238E27FC236}">
                <a16:creationId xmlns:a16="http://schemas.microsoft.com/office/drawing/2014/main" id="{7E28EEFB-1AAA-923D-1B4D-4D61688AA560}"/>
              </a:ext>
            </a:extLst>
          </p:cNvPr>
          <p:cNvSpPr/>
          <p:nvPr/>
        </p:nvSpPr>
        <p:spPr>
          <a:xfrm>
            <a:off x="9089388" y="150301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F51F7331-95F4-1DE7-6063-CBFB97A73A33}"/>
              </a:ext>
            </a:extLst>
          </p:cNvPr>
          <p:cNvSpPr/>
          <p:nvPr/>
        </p:nvSpPr>
        <p:spPr>
          <a:xfrm>
            <a:off x="9089389" y="191964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94F5F68A-916F-3EA5-CCCA-2E7694C0848A}"/>
                  </a:ext>
                </a:extLst>
              </p:cNvPr>
              <p:cNvSpPr txBox="1"/>
              <p:nvPr/>
            </p:nvSpPr>
            <p:spPr>
              <a:xfrm>
                <a:off x="9175780" y="1772553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94F5F68A-916F-3EA5-CCCA-2E7694C08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780" y="1772553"/>
                <a:ext cx="593827" cy="3858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DEC318B7-DF52-62FF-0CB3-4F7B8A2A68C1}"/>
              </a:ext>
            </a:extLst>
          </p:cNvPr>
          <p:cNvCxnSpPr>
            <a:cxnSpLocks/>
            <a:stCxn id="68" idx="6"/>
            <a:endCxn id="76" idx="2"/>
          </p:cNvCxnSpPr>
          <p:nvPr/>
        </p:nvCxnSpPr>
        <p:spPr>
          <a:xfrm>
            <a:off x="6658357" y="1343508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86F1CCFC-7523-6A30-964C-F1B24CAFD869}"/>
              </a:ext>
            </a:extLst>
          </p:cNvPr>
          <p:cNvCxnSpPr>
            <a:cxnSpLocks/>
            <a:stCxn id="68" idx="6"/>
            <a:endCxn id="77" idx="2"/>
          </p:cNvCxnSpPr>
          <p:nvPr/>
        </p:nvCxnSpPr>
        <p:spPr>
          <a:xfrm>
            <a:off x="6658357" y="1343508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B982C48E-32EB-F7D3-C930-0279E4F43C82}"/>
                  </a:ext>
                </a:extLst>
              </p:cNvPr>
              <p:cNvSpPr txBox="1"/>
              <p:nvPr/>
            </p:nvSpPr>
            <p:spPr>
              <a:xfrm>
                <a:off x="9178497" y="564234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B982C48E-32EB-F7D3-C930-0279E4F43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497" y="564234"/>
                <a:ext cx="593827" cy="38786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橢圓 81">
            <a:extLst>
              <a:ext uri="{FF2B5EF4-FFF2-40B4-BE49-F238E27FC236}">
                <a16:creationId xmlns:a16="http://schemas.microsoft.com/office/drawing/2014/main" id="{10B6C591-CFCE-70CB-452B-0BFB16843F32}"/>
              </a:ext>
            </a:extLst>
          </p:cNvPr>
          <p:cNvSpPr/>
          <p:nvPr/>
        </p:nvSpPr>
        <p:spPr>
          <a:xfrm>
            <a:off x="6589507" y="284105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EF70AD01-2105-3613-AE0C-DEF9A6133F7C}"/>
                  </a:ext>
                </a:extLst>
              </p:cNvPr>
              <p:cNvSpPr txBox="1"/>
              <p:nvPr/>
            </p:nvSpPr>
            <p:spPr>
              <a:xfrm>
                <a:off x="5979898" y="2700434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EF70AD01-2105-3613-AE0C-DEF9A6133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898" y="2700434"/>
                <a:ext cx="567186" cy="41517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橢圓 83">
            <a:extLst>
              <a:ext uri="{FF2B5EF4-FFF2-40B4-BE49-F238E27FC236}">
                <a16:creationId xmlns:a16="http://schemas.microsoft.com/office/drawing/2014/main" id="{60A5EF7C-1A56-8D7B-B6B6-EC4FA452FAFA}"/>
              </a:ext>
            </a:extLst>
          </p:cNvPr>
          <p:cNvSpPr/>
          <p:nvPr/>
        </p:nvSpPr>
        <p:spPr>
          <a:xfrm>
            <a:off x="9106931" y="225717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7B75166B-E021-8276-55BA-D8F9130F1DB8}"/>
              </a:ext>
            </a:extLst>
          </p:cNvPr>
          <p:cNvSpPr/>
          <p:nvPr/>
        </p:nvSpPr>
        <p:spPr>
          <a:xfrm>
            <a:off x="9106932" y="267381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ECA038CD-2BEF-76A4-8FC2-C5FF6C5D962E}"/>
                  </a:ext>
                </a:extLst>
              </p:cNvPr>
              <p:cNvSpPr txBox="1"/>
              <p:nvPr/>
            </p:nvSpPr>
            <p:spPr>
              <a:xfrm>
                <a:off x="9193323" y="2507846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ECA038CD-2BEF-76A4-8FC2-C5FF6C5D9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323" y="2507846"/>
                <a:ext cx="593827" cy="38587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9DC8D698-23DD-F959-5911-B422EFA76AA5}"/>
              </a:ext>
            </a:extLst>
          </p:cNvPr>
          <p:cNvCxnSpPr>
            <a:cxnSpLocks/>
            <a:stCxn id="82" idx="6"/>
            <a:endCxn id="84" idx="2"/>
          </p:cNvCxnSpPr>
          <p:nvPr/>
        </p:nvCxnSpPr>
        <p:spPr>
          <a:xfrm flipV="1">
            <a:off x="6675900" y="2303015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F69FD194-6D08-4E85-9EC9-96439330F641}"/>
              </a:ext>
            </a:extLst>
          </p:cNvPr>
          <p:cNvCxnSpPr>
            <a:cxnSpLocks/>
            <a:stCxn id="82" idx="6"/>
            <a:endCxn id="85" idx="2"/>
          </p:cNvCxnSpPr>
          <p:nvPr/>
        </p:nvCxnSpPr>
        <p:spPr>
          <a:xfrm flipV="1">
            <a:off x="6675900" y="2719653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979793B-ADD8-2AD8-A96D-26D0A2A7C0E1}"/>
                  </a:ext>
                </a:extLst>
              </p:cNvPr>
              <p:cNvSpPr txBox="1"/>
              <p:nvPr/>
            </p:nvSpPr>
            <p:spPr>
              <a:xfrm>
                <a:off x="9193323" y="2910500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979793B-ADD8-2AD8-A96D-26D0A2A7C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323" y="2910500"/>
                <a:ext cx="593827" cy="38529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橢圓 89">
            <a:extLst>
              <a:ext uri="{FF2B5EF4-FFF2-40B4-BE49-F238E27FC236}">
                <a16:creationId xmlns:a16="http://schemas.microsoft.com/office/drawing/2014/main" id="{5E230CCC-EF46-48E4-2D14-6861E5B3F70B}"/>
              </a:ext>
            </a:extLst>
          </p:cNvPr>
          <p:cNvSpPr/>
          <p:nvPr/>
        </p:nvSpPr>
        <p:spPr>
          <a:xfrm>
            <a:off x="9106931" y="304640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B70C51DC-E773-3DB2-15CA-D1FBC4C82071}"/>
              </a:ext>
            </a:extLst>
          </p:cNvPr>
          <p:cNvSpPr/>
          <p:nvPr/>
        </p:nvSpPr>
        <p:spPr>
          <a:xfrm>
            <a:off x="9106932" y="346303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D39D9A-A764-F789-38CF-00B3C6381B72}"/>
                  </a:ext>
                </a:extLst>
              </p:cNvPr>
              <p:cNvSpPr txBox="1"/>
              <p:nvPr/>
            </p:nvSpPr>
            <p:spPr>
              <a:xfrm>
                <a:off x="9193323" y="3315944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D39D9A-A764-F789-38CF-00B3C6381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323" y="3315944"/>
                <a:ext cx="593827" cy="385875"/>
              </a:xfrm>
              <a:prstGeom prst="rect">
                <a:avLst/>
              </a:prstGeom>
              <a:blipFill>
                <a:blip r:embed="rId31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CF2E0DD3-D8E8-BF6A-ABA8-74866B754637}"/>
              </a:ext>
            </a:extLst>
          </p:cNvPr>
          <p:cNvCxnSpPr>
            <a:cxnSpLocks/>
            <a:stCxn id="82" idx="6"/>
            <a:endCxn id="90" idx="2"/>
          </p:cNvCxnSpPr>
          <p:nvPr/>
        </p:nvCxnSpPr>
        <p:spPr>
          <a:xfrm>
            <a:off x="6675900" y="2886899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5EAF2C66-C50D-C017-F8A3-99DD3025EB64}"/>
              </a:ext>
            </a:extLst>
          </p:cNvPr>
          <p:cNvCxnSpPr>
            <a:cxnSpLocks/>
            <a:stCxn id="82" idx="6"/>
            <a:endCxn id="91" idx="2"/>
          </p:cNvCxnSpPr>
          <p:nvPr/>
        </p:nvCxnSpPr>
        <p:spPr>
          <a:xfrm>
            <a:off x="6675900" y="2886899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B227B82F-707F-610C-900F-91129D377311}"/>
                  </a:ext>
                </a:extLst>
              </p:cNvPr>
              <p:cNvSpPr txBox="1"/>
              <p:nvPr/>
            </p:nvSpPr>
            <p:spPr>
              <a:xfrm>
                <a:off x="9196040" y="2107625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B227B82F-707F-610C-900F-91129D377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6040" y="2107625"/>
                <a:ext cx="593827" cy="387863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橢圓 95">
            <a:extLst>
              <a:ext uri="{FF2B5EF4-FFF2-40B4-BE49-F238E27FC236}">
                <a16:creationId xmlns:a16="http://schemas.microsoft.com/office/drawing/2014/main" id="{E9A8AB85-B10F-FFEC-42B1-DEC97043C0DB}"/>
              </a:ext>
            </a:extLst>
          </p:cNvPr>
          <p:cNvSpPr/>
          <p:nvPr/>
        </p:nvSpPr>
        <p:spPr>
          <a:xfrm>
            <a:off x="6613115" y="368016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1211DB0-E5AB-EA04-76A7-3440037C70E6}"/>
                  </a:ext>
                </a:extLst>
              </p:cNvPr>
              <p:cNvSpPr txBox="1"/>
              <p:nvPr/>
            </p:nvSpPr>
            <p:spPr>
              <a:xfrm>
                <a:off x="5982555" y="3487225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1211DB0-E5AB-EA04-76A7-3440037C7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555" y="3487225"/>
                <a:ext cx="567186" cy="415178"/>
              </a:xfrm>
              <a:prstGeom prst="rect">
                <a:avLst/>
              </a:prstGeom>
              <a:blipFill>
                <a:blip r:embed="rId33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CFD47221-DC55-C059-78FB-9A42CCBBFA75}"/>
              </a:ext>
            </a:extLst>
          </p:cNvPr>
          <p:cNvCxnSpPr>
            <a:cxnSpLocks/>
            <a:stCxn id="96" idx="6"/>
            <a:endCxn id="90" idx="2"/>
          </p:cNvCxnSpPr>
          <p:nvPr/>
        </p:nvCxnSpPr>
        <p:spPr>
          <a:xfrm flipV="1">
            <a:off x="6699508" y="3092244"/>
            <a:ext cx="2407423" cy="6337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B624A43A-CF96-36E5-700A-B0D4BE1C8764}"/>
              </a:ext>
            </a:extLst>
          </p:cNvPr>
          <p:cNvCxnSpPr>
            <a:cxnSpLocks/>
            <a:stCxn id="96" idx="6"/>
            <a:endCxn id="91" idx="2"/>
          </p:cNvCxnSpPr>
          <p:nvPr/>
        </p:nvCxnSpPr>
        <p:spPr>
          <a:xfrm flipV="1">
            <a:off x="6699508" y="3508882"/>
            <a:ext cx="2407424" cy="217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B6236D9E-D791-3337-BD16-1713CE3EEAEC}"/>
              </a:ext>
            </a:extLst>
          </p:cNvPr>
          <p:cNvCxnSpPr>
            <a:cxnSpLocks/>
            <a:stCxn id="96" idx="6"/>
            <a:endCxn id="101" idx="2"/>
          </p:cNvCxnSpPr>
          <p:nvPr/>
        </p:nvCxnSpPr>
        <p:spPr>
          <a:xfrm>
            <a:off x="6699508" y="3726005"/>
            <a:ext cx="2424021" cy="225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橢圓 100">
            <a:extLst>
              <a:ext uri="{FF2B5EF4-FFF2-40B4-BE49-F238E27FC236}">
                <a16:creationId xmlns:a16="http://schemas.microsoft.com/office/drawing/2014/main" id="{86075278-64E9-EEC5-D667-813972CBD6DA}"/>
              </a:ext>
            </a:extLst>
          </p:cNvPr>
          <p:cNvSpPr/>
          <p:nvPr/>
        </p:nvSpPr>
        <p:spPr>
          <a:xfrm>
            <a:off x="9123529" y="390608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FB5F831-0492-4680-AA9F-6F609FD4D8CC}"/>
              </a:ext>
            </a:extLst>
          </p:cNvPr>
          <p:cNvSpPr/>
          <p:nvPr/>
        </p:nvSpPr>
        <p:spPr>
          <a:xfrm>
            <a:off x="9132583" y="429625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EF517653-6B94-04A4-ED89-0261011E5B66}"/>
              </a:ext>
            </a:extLst>
          </p:cNvPr>
          <p:cNvCxnSpPr>
            <a:cxnSpLocks/>
            <a:stCxn id="96" idx="6"/>
            <a:endCxn id="102" idx="2"/>
          </p:cNvCxnSpPr>
          <p:nvPr/>
        </p:nvCxnSpPr>
        <p:spPr>
          <a:xfrm>
            <a:off x="6699508" y="3726005"/>
            <a:ext cx="2433075" cy="616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456DBD57-04AE-B60E-EFCF-6EF1E408A9AA}"/>
                  </a:ext>
                </a:extLst>
              </p:cNvPr>
              <p:cNvSpPr txBox="1"/>
              <p:nvPr/>
            </p:nvSpPr>
            <p:spPr>
              <a:xfrm>
                <a:off x="9209695" y="3726005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456DBD57-04AE-B60E-EFCF-6EF1E408A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695" y="3726005"/>
                <a:ext cx="593827" cy="385298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FA1E9BA5-1286-943A-DB60-47155F224AA5}"/>
                  </a:ext>
                </a:extLst>
              </p:cNvPr>
              <p:cNvSpPr txBox="1"/>
              <p:nvPr/>
            </p:nvSpPr>
            <p:spPr>
              <a:xfrm>
                <a:off x="9209695" y="4180894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FA1E9BA5-1286-943A-DB60-47155F224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695" y="4180894"/>
                <a:ext cx="593827" cy="38587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橢圓 105">
            <a:extLst>
              <a:ext uri="{FF2B5EF4-FFF2-40B4-BE49-F238E27FC236}">
                <a16:creationId xmlns:a16="http://schemas.microsoft.com/office/drawing/2014/main" id="{300B6CE3-99E6-2BF9-F582-A579D3142588}"/>
              </a:ext>
            </a:extLst>
          </p:cNvPr>
          <p:cNvSpPr/>
          <p:nvPr/>
        </p:nvSpPr>
        <p:spPr>
          <a:xfrm>
            <a:off x="6632701" y="526929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A88397FB-AA6C-D6A9-9772-2E218BB3BEBF}"/>
                  </a:ext>
                </a:extLst>
              </p:cNvPr>
              <p:cNvSpPr txBox="1"/>
              <p:nvPr/>
            </p:nvSpPr>
            <p:spPr>
              <a:xfrm>
                <a:off x="6022321" y="5112980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A88397FB-AA6C-D6A9-9772-2E218BB3B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321" y="5112980"/>
                <a:ext cx="567186" cy="415178"/>
              </a:xfrm>
              <a:prstGeom prst="rect">
                <a:avLst/>
              </a:prstGeom>
              <a:blipFill>
                <a:blip r:embed="rId3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橢圓 107">
            <a:extLst>
              <a:ext uri="{FF2B5EF4-FFF2-40B4-BE49-F238E27FC236}">
                <a16:creationId xmlns:a16="http://schemas.microsoft.com/office/drawing/2014/main" id="{CF46300E-7C1D-28BC-FA67-3FDFD9F91A2B}"/>
              </a:ext>
            </a:extLst>
          </p:cNvPr>
          <p:cNvSpPr/>
          <p:nvPr/>
        </p:nvSpPr>
        <p:spPr>
          <a:xfrm>
            <a:off x="9150125" y="468541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00DB941B-612C-82DB-2C64-82637BDE3F89}"/>
              </a:ext>
            </a:extLst>
          </p:cNvPr>
          <p:cNvSpPr/>
          <p:nvPr/>
        </p:nvSpPr>
        <p:spPr>
          <a:xfrm>
            <a:off x="9150126" y="510205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D7D74879-16D6-6286-5DA0-4F0C2DA71F71}"/>
                  </a:ext>
                </a:extLst>
              </p:cNvPr>
              <p:cNvSpPr txBox="1"/>
              <p:nvPr/>
            </p:nvSpPr>
            <p:spPr>
              <a:xfrm>
                <a:off x="9236517" y="4936088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D7D74879-16D6-6286-5DA0-4F0C2DA71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517" y="4936088"/>
                <a:ext cx="593827" cy="385875"/>
              </a:xfrm>
              <a:prstGeom prst="rect">
                <a:avLst/>
              </a:prstGeom>
              <a:blipFill>
                <a:blip r:embed="rId37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90005A9C-8539-F2B3-01A4-2C3B95F0FC44}"/>
              </a:ext>
            </a:extLst>
          </p:cNvPr>
          <p:cNvCxnSpPr>
            <a:cxnSpLocks/>
            <a:stCxn id="106" idx="6"/>
            <a:endCxn id="108" idx="2"/>
          </p:cNvCxnSpPr>
          <p:nvPr/>
        </p:nvCxnSpPr>
        <p:spPr>
          <a:xfrm flipV="1">
            <a:off x="6719094" y="4731257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1EE0B0D0-3C63-DF22-74A8-A54A55EB4BA5}"/>
              </a:ext>
            </a:extLst>
          </p:cNvPr>
          <p:cNvCxnSpPr>
            <a:cxnSpLocks/>
            <a:stCxn id="106" idx="6"/>
            <a:endCxn id="109" idx="2"/>
          </p:cNvCxnSpPr>
          <p:nvPr/>
        </p:nvCxnSpPr>
        <p:spPr>
          <a:xfrm flipV="1">
            <a:off x="6719094" y="5147895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2DE40A59-E82C-19AD-7203-1DC65A0ED52F}"/>
                  </a:ext>
                </a:extLst>
              </p:cNvPr>
              <p:cNvSpPr txBox="1"/>
              <p:nvPr/>
            </p:nvSpPr>
            <p:spPr>
              <a:xfrm>
                <a:off x="9236517" y="5338742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2DE40A59-E82C-19AD-7203-1DC65A0ED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517" y="5338742"/>
                <a:ext cx="593827" cy="385298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橢圓 113">
            <a:extLst>
              <a:ext uri="{FF2B5EF4-FFF2-40B4-BE49-F238E27FC236}">
                <a16:creationId xmlns:a16="http://schemas.microsoft.com/office/drawing/2014/main" id="{0759ED9B-5312-2026-0E92-CBF60D01C26B}"/>
              </a:ext>
            </a:extLst>
          </p:cNvPr>
          <p:cNvSpPr/>
          <p:nvPr/>
        </p:nvSpPr>
        <p:spPr>
          <a:xfrm>
            <a:off x="9150125" y="547464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084CF4CC-F211-8687-9796-18CDBD140489}"/>
              </a:ext>
            </a:extLst>
          </p:cNvPr>
          <p:cNvSpPr/>
          <p:nvPr/>
        </p:nvSpPr>
        <p:spPr>
          <a:xfrm>
            <a:off x="9150126" y="589128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A2332D6B-1448-F3B3-CC02-6174B3AA6565}"/>
                  </a:ext>
                </a:extLst>
              </p:cNvPr>
              <p:cNvSpPr txBox="1"/>
              <p:nvPr/>
            </p:nvSpPr>
            <p:spPr>
              <a:xfrm>
                <a:off x="9236517" y="5744186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A2332D6B-1448-F3B3-CC02-6174B3AA6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517" y="5744186"/>
                <a:ext cx="593827" cy="38587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A0A2E16F-2009-0C04-8C5A-FF6496BA7CE0}"/>
              </a:ext>
            </a:extLst>
          </p:cNvPr>
          <p:cNvCxnSpPr>
            <a:cxnSpLocks/>
            <a:stCxn id="106" idx="6"/>
            <a:endCxn id="114" idx="2"/>
          </p:cNvCxnSpPr>
          <p:nvPr/>
        </p:nvCxnSpPr>
        <p:spPr>
          <a:xfrm>
            <a:off x="6719094" y="5315141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線接點 117">
            <a:extLst>
              <a:ext uri="{FF2B5EF4-FFF2-40B4-BE49-F238E27FC236}">
                <a16:creationId xmlns:a16="http://schemas.microsoft.com/office/drawing/2014/main" id="{9C58CB97-B708-50CC-93D3-29D7471D7261}"/>
              </a:ext>
            </a:extLst>
          </p:cNvPr>
          <p:cNvCxnSpPr>
            <a:cxnSpLocks/>
            <a:stCxn id="106" idx="6"/>
            <a:endCxn id="115" idx="2"/>
          </p:cNvCxnSpPr>
          <p:nvPr/>
        </p:nvCxnSpPr>
        <p:spPr>
          <a:xfrm>
            <a:off x="6719094" y="5315141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6DFA6A90-6CBC-B5E2-11FB-F431FB7BD28E}"/>
                  </a:ext>
                </a:extLst>
              </p:cNvPr>
              <p:cNvSpPr txBox="1"/>
              <p:nvPr/>
            </p:nvSpPr>
            <p:spPr>
              <a:xfrm>
                <a:off x="9239234" y="4535867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6DFA6A90-6CBC-B5E2-11FB-F431FB7B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34" y="4535867"/>
                <a:ext cx="593827" cy="387863"/>
              </a:xfrm>
              <a:prstGeom prst="rect">
                <a:avLst/>
              </a:prstGeom>
              <a:blipFill>
                <a:blip r:embed="rId40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7FE8F55E-4580-0D98-954C-9F3DCC87E188}"/>
                  </a:ext>
                </a:extLst>
              </p:cNvPr>
              <p:cNvSpPr txBox="1"/>
              <p:nvPr/>
            </p:nvSpPr>
            <p:spPr>
              <a:xfrm>
                <a:off x="7924076" y="184771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7FE8F55E-4580-0D98-954C-9F3DCC87E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076" y="1847711"/>
                <a:ext cx="136256" cy="276999"/>
              </a:xfrm>
              <a:prstGeom prst="rect">
                <a:avLst/>
              </a:prstGeom>
              <a:blipFill>
                <a:blip r:embed="rId41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667C7369-9D1F-D5E0-E1C6-279E1BBCCAE5}"/>
                  </a:ext>
                </a:extLst>
              </p:cNvPr>
              <p:cNvSpPr txBox="1"/>
              <p:nvPr/>
            </p:nvSpPr>
            <p:spPr>
              <a:xfrm>
                <a:off x="7924076" y="202297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667C7369-9D1F-D5E0-E1C6-279E1BBCC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076" y="2022970"/>
                <a:ext cx="136256" cy="276999"/>
              </a:xfrm>
              <a:prstGeom prst="rect">
                <a:avLst/>
              </a:prstGeom>
              <a:blipFill>
                <a:blip r:embed="rId42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023C46A4-6223-A50A-D1EF-E0EA47F14102}"/>
                  </a:ext>
                </a:extLst>
              </p:cNvPr>
              <p:cNvSpPr txBox="1"/>
              <p:nvPr/>
            </p:nvSpPr>
            <p:spPr>
              <a:xfrm>
                <a:off x="7960750" y="429217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023C46A4-6223-A50A-D1EF-E0EA47F14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750" y="4292171"/>
                <a:ext cx="136256" cy="276999"/>
              </a:xfrm>
              <a:prstGeom prst="rect">
                <a:avLst/>
              </a:prstGeom>
              <a:blipFill>
                <a:blip r:embed="rId43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E51486B6-953C-1292-0682-35D651A93A0B}"/>
                  </a:ext>
                </a:extLst>
              </p:cNvPr>
              <p:cNvSpPr txBox="1"/>
              <p:nvPr/>
            </p:nvSpPr>
            <p:spPr>
              <a:xfrm>
                <a:off x="7960750" y="446743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E51486B6-953C-1292-0682-35D651A93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750" y="4467430"/>
                <a:ext cx="136256" cy="276999"/>
              </a:xfrm>
              <a:prstGeom prst="rect">
                <a:avLst/>
              </a:prstGeom>
              <a:blipFill>
                <a:blip r:embed="rId44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907B5143-256A-E8DC-80DD-5B0B6D40B242}"/>
                  </a:ext>
                </a:extLst>
              </p:cNvPr>
              <p:cNvSpPr txBox="1"/>
              <p:nvPr/>
            </p:nvSpPr>
            <p:spPr>
              <a:xfrm>
                <a:off x="4166682" y="4898443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907B5143-256A-E8DC-80DD-5B0B6D40B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682" y="4898443"/>
                <a:ext cx="593827" cy="408894"/>
              </a:xfrm>
              <a:prstGeom prst="rect">
                <a:avLst/>
              </a:prstGeom>
              <a:blipFill>
                <a:blip r:embed="rId45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C217AC14-C1D5-A2C6-44F4-5C5B8866FB16}"/>
                  </a:ext>
                </a:extLst>
              </p:cNvPr>
              <p:cNvSpPr txBox="1"/>
              <p:nvPr/>
            </p:nvSpPr>
            <p:spPr>
              <a:xfrm>
                <a:off x="2782254" y="3099052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C217AC14-C1D5-A2C6-44F4-5C5B8866F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254" y="3099052"/>
                <a:ext cx="136256" cy="276999"/>
              </a:xfrm>
              <a:prstGeom prst="rect">
                <a:avLst/>
              </a:prstGeom>
              <a:blipFill>
                <a:blip r:embed="rId46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5A3E39C-BC9D-EEA5-FE52-8F4D4F1EC96C}"/>
                  </a:ext>
                </a:extLst>
              </p:cNvPr>
              <p:cNvSpPr txBox="1"/>
              <p:nvPr/>
            </p:nvSpPr>
            <p:spPr>
              <a:xfrm>
                <a:off x="2782254" y="328701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5A3E39C-BC9D-EEA5-FE52-8F4D4F1EC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254" y="3287011"/>
                <a:ext cx="136256" cy="276999"/>
              </a:xfrm>
              <a:prstGeom prst="rect">
                <a:avLst/>
              </a:prstGeom>
              <a:blipFill>
                <a:blip r:embed="rId47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28A5442F-9D26-EF5A-6F00-238AD2129EEB}"/>
                  </a:ext>
                </a:extLst>
              </p:cNvPr>
              <p:cNvSpPr txBox="1"/>
              <p:nvPr/>
            </p:nvSpPr>
            <p:spPr>
              <a:xfrm>
                <a:off x="2782255" y="4634745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28A5442F-9D26-EF5A-6F00-238AD2129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255" y="4634745"/>
                <a:ext cx="136256" cy="276999"/>
              </a:xfrm>
              <a:prstGeom prst="rect">
                <a:avLst/>
              </a:prstGeom>
              <a:blipFill>
                <a:blip r:embed="rId48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4828B734-279B-2AA7-2381-BF9306BBF8E8}"/>
                  </a:ext>
                </a:extLst>
              </p:cNvPr>
              <p:cNvSpPr txBox="1"/>
              <p:nvPr/>
            </p:nvSpPr>
            <p:spPr>
              <a:xfrm>
                <a:off x="2782255" y="4822704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4828B734-279B-2AA7-2381-BF9306BBF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255" y="4822704"/>
                <a:ext cx="136256" cy="276999"/>
              </a:xfrm>
              <a:prstGeom prst="rect">
                <a:avLst/>
              </a:prstGeom>
              <a:blipFill>
                <a:blip r:embed="rId49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9F3C1CE5-34BA-04F1-56DA-27B0A0F556C8}"/>
                  </a:ext>
                </a:extLst>
              </p:cNvPr>
              <p:cNvSpPr txBox="1"/>
              <p:nvPr/>
            </p:nvSpPr>
            <p:spPr>
              <a:xfrm>
                <a:off x="2775058" y="1591978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9F3C1CE5-34BA-04F1-56DA-27B0A0F55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058" y="1591978"/>
                <a:ext cx="136256" cy="276999"/>
              </a:xfrm>
              <a:prstGeom prst="rect">
                <a:avLst/>
              </a:prstGeom>
              <a:blipFill>
                <a:blip r:embed="rId50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A3E9D90F-C3F5-5584-B789-2C6CA782AA09}"/>
                  </a:ext>
                </a:extLst>
              </p:cNvPr>
              <p:cNvSpPr txBox="1"/>
              <p:nvPr/>
            </p:nvSpPr>
            <p:spPr>
              <a:xfrm>
                <a:off x="2775058" y="1779937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A3E9D90F-C3F5-5584-B789-2C6CA782A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058" y="1779937"/>
                <a:ext cx="136256" cy="276999"/>
              </a:xfrm>
              <a:prstGeom prst="rect">
                <a:avLst/>
              </a:prstGeom>
              <a:blipFill>
                <a:blip r:embed="rId51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47591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120C-3680-8F85-56F7-EBF128F4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20426B5A-CA1A-BF19-66BC-4138A8A6A4D5}"/>
              </a:ext>
            </a:extLst>
          </p:cNvPr>
          <p:cNvSpPr/>
          <p:nvPr/>
        </p:nvSpPr>
        <p:spPr>
          <a:xfrm>
            <a:off x="701786" y="138881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A592C34-A046-8C0D-1C67-EC8A9EB7E9E2}"/>
                  </a:ext>
                </a:extLst>
              </p:cNvPr>
              <p:cNvSpPr txBox="1"/>
              <p:nvPr/>
            </p:nvSpPr>
            <p:spPr>
              <a:xfrm>
                <a:off x="28804" y="1229312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A592C34-A046-8C0D-1C67-EC8A9EB7E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4" y="1229312"/>
                <a:ext cx="567186" cy="410690"/>
              </a:xfrm>
              <a:prstGeom prst="rect">
                <a:avLst/>
              </a:prstGeom>
              <a:blipFill>
                <a:blip r:embed="rId2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79D9F53-3566-F0A1-2528-404016E9D7EF}"/>
                  </a:ext>
                </a:extLst>
              </p:cNvPr>
              <p:cNvSpPr txBox="1"/>
              <p:nvPr/>
            </p:nvSpPr>
            <p:spPr>
              <a:xfrm>
                <a:off x="3319998" y="942651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79D9F53-3566-F0A1-2528-404016E9D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998" y="942651"/>
                <a:ext cx="593827" cy="4088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90FA092D-8587-D509-CE91-AE488D2A8AE7}"/>
              </a:ext>
            </a:extLst>
          </p:cNvPr>
          <p:cNvSpPr/>
          <p:nvPr/>
        </p:nvSpPr>
        <p:spPr>
          <a:xfrm>
            <a:off x="3233605" y="110215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AAC55D44-3E45-965D-2794-BB48E9FA2D31}"/>
              </a:ext>
            </a:extLst>
          </p:cNvPr>
          <p:cNvSpPr/>
          <p:nvPr/>
        </p:nvSpPr>
        <p:spPr>
          <a:xfrm>
            <a:off x="3233606" y="151879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DFE5904-E7BF-EBCD-4E03-BED9A5322944}"/>
                  </a:ext>
                </a:extLst>
              </p:cNvPr>
              <p:cNvSpPr txBox="1"/>
              <p:nvPr/>
            </p:nvSpPr>
            <p:spPr>
              <a:xfrm>
                <a:off x="3319998" y="1351545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DFE5904-E7BF-EBCD-4E03-BED9A5322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998" y="1351545"/>
                <a:ext cx="593827" cy="4088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316B09C-CF2E-97F9-6B73-5315E533B2F6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788179" y="1147996"/>
            <a:ext cx="2445426" cy="2866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10BA7AA-5F83-9916-E269-CE42363DAB58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788179" y="1434657"/>
            <a:ext cx="2445427" cy="1299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D5379C73-7A4D-52B9-E267-18CF7761DC65}"/>
              </a:ext>
            </a:extLst>
          </p:cNvPr>
          <p:cNvSpPr/>
          <p:nvPr/>
        </p:nvSpPr>
        <p:spPr>
          <a:xfrm>
            <a:off x="701787" y="254883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755047B-34C3-6952-8939-998B1753F39D}"/>
                  </a:ext>
                </a:extLst>
              </p:cNvPr>
              <p:cNvSpPr txBox="1"/>
              <p:nvPr/>
            </p:nvSpPr>
            <p:spPr>
              <a:xfrm>
                <a:off x="28804" y="2383388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755047B-34C3-6952-8939-998B1753F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4" y="2383388"/>
                <a:ext cx="567186" cy="410690"/>
              </a:xfrm>
              <a:prstGeom prst="rect">
                <a:avLst/>
              </a:prstGeom>
              <a:blipFill>
                <a:blip r:embed="rId5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5553C49-898C-BE8B-796C-7610307CE79E}"/>
                  </a:ext>
                </a:extLst>
              </p:cNvPr>
              <p:cNvSpPr txBox="1"/>
              <p:nvPr/>
            </p:nvSpPr>
            <p:spPr>
              <a:xfrm>
                <a:off x="3305604" y="1805452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5553C49-898C-BE8B-796C-7610307CE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4" y="1805452"/>
                <a:ext cx="593827" cy="4088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3ACCBC9C-D6B5-AD2F-4A81-A2036E97A58A}"/>
              </a:ext>
            </a:extLst>
          </p:cNvPr>
          <p:cNvSpPr/>
          <p:nvPr/>
        </p:nvSpPr>
        <p:spPr>
          <a:xfrm>
            <a:off x="3219211" y="196495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113F6AF7-D0C4-1EC8-5150-047B1435E3CB}"/>
              </a:ext>
            </a:extLst>
          </p:cNvPr>
          <p:cNvSpPr/>
          <p:nvPr/>
        </p:nvSpPr>
        <p:spPr>
          <a:xfrm>
            <a:off x="3219212" y="238159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E83AD23-2CDF-548B-C72A-C5C9FCC636BD}"/>
                  </a:ext>
                </a:extLst>
              </p:cNvPr>
              <p:cNvSpPr txBox="1"/>
              <p:nvPr/>
            </p:nvSpPr>
            <p:spPr>
              <a:xfrm>
                <a:off x="3305604" y="2214346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E83AD23-2CDF-548B-C72A-C5C9FCC63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4" y="2214346"/>
                <a:ext cx="593827" cy="408894"/>
              </a:xfrm>
              <a:prstGeom prst="rect">
                <a:avLst/>
              </a:prstGeom>
              <a:blipFill>
                <a:blip r:embed="rId7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15E0943-3FA5-CD75-DCEE-C41DDC521A28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 flipV="1">
            <a:off x="788180" y="2010797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9BE5973-1EB8-2B64-E15B-D168EDB82AB2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 flipV="1">
            <a:off x="788180" y="2427435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A415AB3-1E00-9531-D8A5-ADCB51B6BE9A}"/>
                  </a:ext>
                </a:extLst>
              </p:cNvPr>
              <p:cNvSpPr txBox="1"/>
              <p:nvPr/>
            </p:nvSpPr>
            <p:spPr>
              <a:xfrm>
                <a:off x="3305604" y="2594681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A415AB3-1E00-9531-D8A5-ADCB51B6B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4" y="2594681"/>
                <a:ext cx="593827" cy="414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62BBFBC0-D9EA-A2EC-EF7B-BE5266C5F914}"/>
              </a:ext>
            </a:extLst>
          </p:cNvPr>
          <p:cNvSpPr/>
          <p:nvPr/>
        </p:nvSpPr>
        <p:spPr>
          <a:xfrm>
            <a:off x="3219211" y="275418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F4FD955-1073-EAF0-5AA8-6EA165212F4A}"/>
              </a:ext>
            </a:extLst>
          </p:cNvPr>
          <p:cNvSpPr/>
          <p:nvPr/>
        </p:nvSpPr>
        <p:spPr>
          <a:xfrm>
            <a:off x="3219212" y="317082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AA12341-4015-7951-BB07-DA9D637AB1F8}"/>
                  </a:ext>
                </a:extLst>
              </p:cNvPr>
              <p:cNvSpPr txBox="1"/>
              <p:nvPr/>
            </p:nvSpPr>
            <p:spPr>
              <a:xfrm>
                <a:off x="3305604" y="3003575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AA12341-4015-7951-BB07-DA9D637AB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4" y="3003575"/>
                <a:ext cx="593827" cy="4142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64B225D-7822-1DDA-1E5C-450B59EEB833}"/>
              </a:ext>
            </a:extLst>
          </p:cNvPr>
          <p:cNvCxnSpPr>
            <a:cxnSpLocks/>
            <a:stCxn id="12" idx="6"/>
            <a:endCxn id="21" idx="2"/>
          </p:cNvCxnSpPr>
          <p:nvPr/>
        </p:nvCxnSpPr>
        <p:spPr>
          <a:xfrm>
            <a:off x="788180" y="2594681"/>
            <a:ext cx="2431031" cy="20534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A106669E-0495-C845-129E-48C9C3DAB219}"/>
              </a:ext>
            </a:extLst>
          </p:cNvPr>
          <p:cNvCxnSpPr>
            <a:cxnSpLocks/>
            <a:stCxn id="12" idx="6"/>
            <a:endCxn id="22" idx="2"/>
          </p:cNvCxnSpPr>
          <p:nvPr/>
        </p:nvCxnSpPr>
        <p:spPr>
          <a:xfrm>
            <a:off x="788180" y="2594681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D8018B20-0108-99C0-4E2B-ACAF7E1D9B39}"/>
              </a:ext>
            </a:extLst>
          </p:cNvPr>
          <p:cNvSpPr/>
          <p:nvPr/>
        </p:nvSpPr>
        <p:spPr>
          <a:xfrm>
            <a:off x="701786" y="416775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D8600B0-2134-D1FC-E3AB-77E096FE8D96}"/>
                  </a:ext>
                </a:extLst>
              </p:cNvPr>
              <p:cNvSpPr txBox="1"/>
              <p:nvPr/>
            </p:nvSpPr>
            <p:spPr>
              <a:xfrm>
                <a:off x="3305603" y="3424366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D8600B0-2134-D1FC-E3AB-77E096FE8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3" y="3424366"/>
                <a:ext cx="593827" cy="4088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橢圓 27">
            <a:extLst>
              <a:ext uri="{FF2B5EF4-FFF2-40B4-BE49-F238E27FC236}">
                <a16:creationId xmlns:a16="http://schemas.microsoft.com/office/drawing/2014/main" id="{B72D6188-9A61-75B0-78A4-231D882F14A3}"/>
              </a:ext>
            </a:extLst>
          </p:cNvPr>
          <p:cNvSpPr/>
          <p:nvPr/>
        </p:nvSpPr>
        <p:spPr>
          <a:xfrm>
            <a:off x="3219210" y="358386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FDC44D4A-4087-D4E0-F82A-EE0E436D5A6D}"/>
              </a:ext>
            </a:extLst>
          </p:cNvPr>
          <p:cNvSpPr/>
          <p:nvPr/>
        </p:nvSpPr>
        <p:spPr>
          <a:xfrm>
            <a:off x="3219211" y="400050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458ECF2E-3266-49F9-6B8A-841A223610AE}"/>
                  </a:ext>
                </a:extLst>
              </p:cNvPr>
              <p:cNvSpPr txBox="1"/>
              <p:nvPr/>
            </p:nvSpPr>
            <p:spPr>
              <a:xfrm>
                <a:off x="3305603" y="3833260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458ECF2E-3266-49F9-6B8A-841A2236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3" y="3833260"/>
                <a:ext cx="593827" cy="4088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70438F7F-0487-BC2C-A96C-700A1944EC82}"/>
              </a:ext>
            </a:extLst>
          </p:cNvPr>
          <p:cNvCxnSpPr>
            <a:cxnSpLocks/>
            <a:stCxn id="26" idx="6"/>
            <a:endCxn id="28" idx="2"/>
          </p:cNvCxnSpPr>
          <p:nvPr/>
        </p:nvCxnSpPr>
        <p:spPr>
          <a:xfrm flipV="1">
            <a:off x="788179" y="3629711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629377F6-A642-030F-B47A-2AA227C03BCD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 flipV="1">
            <a:off x="788179" y="4046349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E5E692F-9D1F-79CD-E9B7-D95DE2544D6C}"/>
                  </a:ext>
                </a:extLst>
              </p:cNvPr>
              <p:cNvSpPr txBox="1"/>
              <p:nvPr/>
            </p:nvSpPr>
            <p:spPr>
              <a:xfrm>
                <a:off x="3305603" y="4213595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E5E692F-9D1F-79CD-E9B7-D95DE2544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3" y="4213595"/>
                <a:ext cx="593827" cy="414281"/>
              </a:xfrm>
              <a:prstGeom prst="rect">
                <a:avLst/>
              </a:prstGeom>
              <a:blipFill>
                <a:blip r:embed="rId12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橢圓 33">
            <a:extLst>
              <a:ext uri="{FF2B5EF4-FFF2-40B4-BE49-F238E27FC236}">
                <a16:creationId xmlns:a16="http://schemas.microsoft.com/office/drawing/2014/main" id="{4E58A5BC-C8CF-52FA-7C8A-678CF88F8E35}"/>
              </a:ext>
            </a:extLst>
          </p:cNvPr>
          <p:cNvSpPr/>
          <p:nvPr/>
        </p:nvSpPr>
        <p:spPr>
          <a:xfrm>
            <a:off x="3219210" y="437309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BCD02A32-72DA-439D-26D5-6AA02D5E1758}"/>
              </a:ext>
            </a:extLst>
          </p:cNvPr>
          <p:cNvSpPr/>
          <p:nvPr/>
        </p:nvSpPr>
        <p:spPr>
          <a:xfrm>
            <a:off x="3219211" y="478973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DA039166-3F70-CB20-ACAF-4203796121B6}"/>
                  </a:ext>
                </a:extLst>
              </p:cNvPr>
              <p:cNvSpPr txBox="1"/>
              <p:nvPr/>
            </p:nvSpPr>
            <p:spPr>
              <a:xfrm>
                <a:off x="3305603" y="4622489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DA039166-3F70-CB20-ACAF-420379612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603" y="4622489"/>
                <a:ext cx="593827" cy="414281"/>
              </a:xfrm>
              <a:prstGeom prst="rect">
                <a:avLst/>
              </a:prstGeom>
              <a:blipFill>
                <a:blip r:embed="rId13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CC6EDC6F-6CB8-64AB-2D31-DA34A252CB0A}"/>
              </a:ext>
            </a:extLst>
          </p:cNvPr>
          <p:cNvCxnSpPr>
            <a:cxnSpLocks/>
            <a:stCxn id="26" idx="6"/>
            <a:endCxn id="34" idx="2"/>
          </p:cNvCxnSpPr>
          <p:nvPr/>
        </p:nvCxnSpPr>
        <p:spPr>
          <a:xfrm>
            <a:off x="788179" y="4213595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ADB5B09F-F23C-12D7-2F7A-8F9971FF22D4}"/>
              </a:ext>
            </a:extLst>
          </p:cNvPr>
          <p:cNvCxnSpPr>
            <a:cxnSpLocks/>
            <a:stCxn id="26" idx="6"/>
            <a:endCxn id="35" idx="2"/>
          </p:cNvCxnSpPr>
          <p:nvPr/>
        </p:nvCxnSpPr>
        <p:spPr>
          <a:xfrm>
            <a:off x="788179" y="4213595"/>
            <a:ext cx="2431032" cy="6219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2D713FA7-6C32-C7C8-8D64-7F55FEE7122E}"/>
                  </a:ext>
                </a:extLst>
              </p:cNvPr>
              <p:cNvSpPr txBox="1"/>
              <p:nvPr/>
            </p:nvSpPr>
            <p:spPr>
              <a:xfrm>
                <a:off x="1935567" y="4660319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2D713FA7-6C32-C7C8-8D64-7F55FEE71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67" y="4660319"/>
                <a:ext cx="136256" cy="276999"/>
              </a:xfrm>
              <a:prstGeom prst="rect">
                <a:avLst/>
              </a:prstGeom>
              <a:blipFill>
                <a:blip r:embed="rId14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033ED92-2584-22FE-4260-46FF9DF764CF}"/>
                  </a:ext>
                </a:extLst>
              </p:cNvPr>
              <p:cNvSpPr txBox="1"/>
              <p:nvPr/>
            </p:nvSpPr>
            <p:spPr>
              <a:xfrm>
                <a:off x="1935567" y="481848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033ED92-2584-22FE-4260-46FF9DF76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67" y="4818481"/>
                <a:ext cx="136256" cy="276999"/>
              </a:xfrm>
              <a:prstGeom prst="rect">
                <a:avLst/>
              </a:prstGeom>
              <a:blipFill>
                <a:blip r:embed="rId15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8B5D1503-F4E6-F1E9-23E5-49127F66AD29}"/>
                  </a:ext>
                </a:extLst>
              </p:cNvPr>
              <p:cNvSpPr txBox="1"/>
              <p:nvPr/>
            </p:nvSpPr>
            <p:spPr>
              <a:xfrm>
                <a:off x="28804" y="3975528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8B5D1503-F4E6-F1E9-23E5-49127F66A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4" y="3975528"/>
                <a:ext cx="567186" cy="410690"/>
              </a:xfrm>
              <a:prstGeom prst="rect">
                <a:avLst/>
              </a:prstGeom>
              <a:blipFill>
                <a:blip r:embed="rId1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橢圓 56">
            <a:extLst>
              <a:ext uri="{FF2B5EF4-FFF2-40B4-BE49-F238E27FC236}">
                <a16:creationId xmlns:a16="http://schemas.microsoft.com/office/drawing/2014/main" id="{A485ED56-74AD-86C2-8FF5-1F897A2B2F2B}"/>
              </a:ext>
            </a:extLst>
          </p:cNvPr>
          <p:cNvSpPr/>
          <p:nvPr/>
        </p:nvSpPr>
        <p:spPr>
          <a:xfrm>
            <a:off x="672983" y="536247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015A205-3310-5E64-342B-14A68AF1F3D2}"/>
                  </a:ext>
                </a:extLst>
              </p:cNvPr>
              <p:cNvSpPr txBox="1"/>
              <p:nvPr/>
            </p:nvSpPr>
            <p:spPr>
              <a:xfrm>
                <a:off x="0" y="5197029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015A205-3310-5E64-342B-14A68AF1F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97029"/>
                <a:ext cx="567186" cy="410690"/>
              </a:xfrm>
              <a:prstGeom prst="rect">
                <a:avLst/>
              </a:prstGeom>
              <a:blipFill>
                <a:blip r:embed="rId17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橢圓 58">
            <a:extLst>
              <a:ext uri="{FF2B5EF4-FFF2-40B4-BE49-F238E27FC236}">
                <a16:creationId xmlns:a16="http://schemas.microsoft.com/office/drawing/2014/main" id="{A35A25DF-1623-7BB0-C9D2-804C586A887A}"/>
              </a:ext>
            </a:extLst>
          </p:cNvPr>
          <p:cNvSpPr/>
          <p:nvPr/>
        </p:nvSpPr>
        <p:spPr>
          <a:xfrm>
            <a:off x="3233602" y="510155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247CBE2F-C539-EA31-7481-79947EC07067}"/>
              </a:ext>
            </a:extLst>
          </p:cNvPr>
          <p:cNvSpPr/>
          <p:nvPr/>
        </p:nvSpPr>
        <p:spPr>
          <a:xfrm>
            <a:off x="3233603" y="551819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35208729-E6CC-E3B5-1D61-C761929FFBBB}"/>
                  </a:ext>
                </a:extLst>
              </p:cNvPr>
              <p:cNvSpPr txBox="1"/>
              <p:nvPr/>
            </p:nvSpPr>
            <p:spPr>
              <a:xfrm>
                <a:off x="3319998" y="5314645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35208729-E6CC-E3B5-1D61-C761929FF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998" y="5314645"/>
                <a:ext cx="593827" cy="408894"/>
              </a:xfrm>
              <a:prstGeom prst="rect">
                <a:avLst/>
              </a:prstGeom>
              <a:blipFill>
                <a:blip r:embed="rId18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90B9C309-5C94-803C-6CB5-174DE7C25B6F}"/>
              </a:ext>
            </a:extLst>
          </p:cNvPr>
          <p:cNvCxnSpPr>
            <a:cxnSpLocks/>
            <a:stCxn id="57" idx="6"/>
            <a:endCxn id="59" idx="2"/>
          </p:cNvCxnSpPr>
          <p:nvPr/>
        </p:nvCxnSpPr>
        <p:spPr>
          <a:xfrm flipV="1">
            <a:off x="759376" y="5147399"/>
            <a:ext cx="2474226" cy="26092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18F96961-FA0E-3829-B09A-B5AD3560AF94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>
          <a:xfrm>
            <a:off x="759376" y="5408322"/>
            <a:ext cx="2474227" cy="1557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54665F5-8204-7024-2A6B-1AE9F85451B6}"/>
                  </a:ext>
                </a:extLst>
              </p:cNvPr>
              <p:cNvSpPr txBox="1"/>
              <p:nvPr/>
            </p:nvSpPr>
            <p:spPr>
              <a:xfrm>
                <a:off x="1935567" y="312098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54665F5-8204-7024-2A6B-1AE9F8545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67" y="3120980"/>
                <a:ext cx="136256" cy="276999"/>
              </a:xfrm>
              <a:prstGeom prst="rect">
                <a:avLst/>
              </a:prstGeom>
              <a:blipFill>
                <a:blip r:embed="rId19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56D2280C-DF36-3ADB-00C5-A66581B1124F}"/>
                  </a:ext>
                </a:extLst>
              </p:cNvPr>
              <p:cNvSpPr txBox="1"/>
              <p:nvPr/>
            </p:nvSpPr>
            <p:spPr>
              <a:xfrm>
                <a:off x="1935567" y="3279142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56D2280C-DF36-3ADB-00C5-A66581B11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67" y="3279142"/>
                <a:ext cx="136256" cy="276999"/>
              </a:xfrm>
              <a:prstGeom prst="rect">
                <a:avLst/>
              </a:prstGeom>
              <a:blipFill>
                <a:blip r:embed="rId20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0035F3D6-F3C2-0E20-DF9B-B8209BB7D4BB}"/>
                  </a:ext>
                </a:extLst>
              </p:cNvPr>
              <p:cNvSpPr txBox="1"/>
              <p:nvPr/>
            </p:nvSpPr>
            <p:spPr>
              <a:xfrm>
                <a:off x="1935567" y="1680453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0035F3D6-F3C2-0E20-DF9B-B8209BB7D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67" y="1680453"/>
                <a:ext cx="136256" cy="276999"/>
              </a:xfrm>
              <a:prstGeom prst="rect">
                <a:avLst/>
              </a:prstGeom>
              <a:blipFill>
                <a:blip r:embed="rId21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7E21B038-CBBE-F10A-537F-C9544DF18B49}"/>
                  </a:ext>
                </a:extLst>
              </p:cNvPr>
              <p:cNvSpPr txBox="1"/>
              <p:nvPr/>
            </p:nvSpPr>
            <p:spPr>
              <a:xfrm>
                <a:off x="1935567" y="1838615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7E21B038-CBBE-F10A-537F-C9544DF18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67" y="1838615"/>
                <a:ext cx="136256" cy="276999"/>
              </a:xfrm>
              <a:prstGeom prst="rect">
                <a:avLst/>
              </a:prstGeom>
              <a:blipFill>
                <a:blip r:embed="rId22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B7873965-762A-5A7D-F9E3-8C8F0C9196C8}"/>
              </a:ext>
            </a:extLst>
          </p:cNvPr>
          <p:cNvSpPr txBox="1"/>
          <p:nvPr/>
        </p:nvSpPr>
        <p:spPr>
          <a:xfrm>
            <a:off x="1496513" y="1009130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E6B4ECD-D1C6-C878-06CA-8ED205BAB094}"/>
              </a:ext>
            </a:extLst>
          </p:cNvPr>
          <p:cNvSpPr txBox="1"/>
          <p:nvPr/>
        </p:nvSpPr>
        <p:spPr>
          <a:xfrm>
            <a:off x="2326435" y="2534324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4017D5F-A67C-F677-FDEC-E6411246927C}"/>
              </a:ext>
            </a:extLst>
          </p:cNvPr>
          <p:cNvSpPr txBox="1"/>
          <p:nvPr/>
        </p:nvSpPr>
        <p:spPr>
          <a:xfrm>
            <a:off x="1306013" y="4497937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AF73EA8-310B-DFA7-EDA3-F4947F37C972}"/>
              </a:ext>
            </a:extLst>
          </p:cNvPr>
          <p:cNvSpPr txBox="1"/>
          <p:nvPr/>
        </p:nvSpPr>
        <p:spPr>
          <a:xfrm>
            <a:off x="1306013" y="5063061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6DF87D26-EABB-6BD2-B4F6-7DD4603520F9}"/>
              </a:ext>
            </a:extLst>
          </p:cNvPr>
          <p:cNvSpPr/>
          <p:nvPr/>
        </p:nvSpPr>
        <p:spPr>
          <a:xfrm>
            <a:off x="4673890" y="135577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1E176AA-DE68-3E05-7442-BEBD664F4A2B}"/>
                  </a:ext>
                </a:extLst>
              </p:cNvPr>
              <p:cNvSpPr txBox="1"/>
              <p:nvPr/>
            </p:nvSpPr>
            <p:spPr>
              <a:xfrm>
                <a:off x="4000908" y="1196270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1E176AA-DE68-3E05-7442-BEBD664F4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908" y="1196270"/>
                <a:ext cx="567186" cy="410690"/>
              </a:xfrm>
              <a:prstGeom prst="rect">
                <a:avLst/>
              </a:prstGeom>
              <a:blipFill>
                <a:blip r:embed="rId23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C2C2BF4E-C068-C339-8465-80338CD2F1F6}"/>
                  </a:ext>
                </a:extLst>
              </p:cNvPr>
              <p:cNvSpPr txBox="1"/>
              <p:nvPr/>
            </p:nvSpPr>
            <p:spPr>
              <a:xfrm>
                <a:off x="7292102" y="909609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C2C2BF4E-C068-C339-8465-80338CD2F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102" y="909609"/>
                <a:ext cx="593827" cy="40889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橢圓 47">
            <a:extLst>
              <a:ext uri="{FF2B5EF4-FFF2-40B4-BE49-F238E27FC236}">
                <a16:creationId xmlns:a16="http://schemas.microsoft.com/office/drawing/2014/main" id="{102CFFAD-3F0C-CCF2-2E83-9383505613CB}"/>
              </a:ext>
            </a:extLst>
          </p:cNvPr>
          <p:cNvSpPr/>
          <p:nvPr/>
        </p:nvSpPr>
        <p:spPr>
          <a:xfrm>
            <a:off x="7205709" y="106911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4D3CE7C5-A9FF-6071-8933-0E3EA62A0128}"/>
              </a:ext>
            </a:extLst>
          </p:cNvPr>
          <p:cNvSpPr/>
          <p:nvPr/>
        </p:nvSpPr>
        <p:spPr>
          <a:xfrm>
            <a:off x="7205710" y="148574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0202F23-D13E-D351-BD59-9EC79176656E}"/>
                  </a:ext>
                </a:extLst>
              </p:cNvPr>
              <p:cNvSpPr txBox="1"/>
              <p:nvPr/>
            </p:nvSpPr>
            <p:spPr>
              <a:xfrm>
                <a:off x="7292102" y="1318503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0202F23-D13E-D351-BD59-9EC791766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102" y="1318503"/>
                <a:ext cx="593827" cy="40889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0A9903E7-77F3-2209-4D7A-4C5706F92B1C}"/>
              </a:ext>
            </a:extLst>
          </p:cNvPr>
          <p:cNvCxnSpPr>
            <a:stCxn id="45" idx="6"/>
            <a:endCxn id="48" idx="2"/>
          </p:cNvCxnSpPr>
          <p:nvPr/>
        </p:nvCxnSpPr>
        <p:spPr>
          <a:xfrm flipV="1">
            <a:off x="4760283" y="1114954"/>
            <a:ext cx="2445426" cy="2866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0F7FEFA5-B29A-3304-CC06-BC1FFC53A6C3}"/>
              </a:ext>
            </a:extLst>
          </p:cNvPr>
          <p:cNvCxnSpPr>
            <a:cxnSpLocks/>
            <a:stCxn id="45" idx="6"/>
            <a:endCxn id="49" idx="2"/>
          </p:cNvCxnSpPr>
          <p:nvPr/>
        </p:nvCxnSpPr>
        <p:spPr>
          <a:xfrm>
            <a:off x="4760283" y="1401615"/>
            <a:ext cx="2445427" cy="1299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橢圓 52">
            <a:extLst>
              <a:ext uri="{FF2B5EF4-FFF2-40B4-BE49-F238E27FC236}">
                <a16:creationId xmlns:a16="http://schemas.microsoft.com/office/drawing/2014/main" id="{82B7AD1D-89BD-9496-7AC9-271ABFC6652F}"/>
              </a:ext>
            </a:extLst>
          </p:cNvPr>
          <p:cNvSpPr/>
          <p:nvPr/>
        </p:nvSpPr>
        <p:spPr>
          <a:xfrm>
            <a:off x="4673891" y="251579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6A03767-3FA3-47CB-AEE1-9CD3C80766BF}"/>
                  </a:ext>
                </a:extLst>
              </p:cNvPr>
              <p:cNvSpPr txBox="1"/>
              <p:nvPr/>
            </p:nvSpPr>
            <p:spPr>
              <a:xfrm>
                <a:off x="4000908" y="2350346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6A03767-3FA3-47CB-AEE1-9CD3C8076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908" y="2350346"/>
                <a:ext cx="567186" cy="410690"/>
              </a:xfrm>
              <a:prstGeom prst="rect">
                <a:avLst/>
              </a:prstGeom>
              <a:blipFill>
                <a:blip r:embed="rId2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D8BD6179-BA69-06FA-FD00-03652A3F8B43}"/>
                  </a:ext>
                </a:extLst>
              </p:cNvPr>
              <p:cNvSpPr txBox="1"/>
              <p:nvPr/>
            </p:nvSpPr>
            <p:spPr>
              <a:xfrm>
                <a:off x="7277708" y="1772410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D8BD6179-BA69-06FA-FD00-03652A3F8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8" y="1772410"/>
                <a:ext cx="593827" cy="408894"/>
              </a:xfrm>
              <a:prstGeom prst="rect">
                <a:avLst/>
              </a:prstGeom>
              <a:blipFill>
                <a:blip r:embed="rId27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橢圓 123">
            <a:extLst>
              <a:ext uri="{FF2B5EF4-FFF2-40B4-BE49-F238E27FC236}">
                <a16:creationId xmlns:a16="http://schemas.microsoft.com/office/drawing/2014/main" id="{774794C5-C43E-A9BC-E7DA-21761D9764FD}"/>
              </a:ext>
            </a:extLst>
          </p:cNvPr>
          <p:cNvSpPr/>
          <p:nvPr/>
        </p:nvSpPr>
        <p:spPr>
          <a:xfrm>
            <a:off x="7191315" y="193191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4CDD7A5-0516-1AF4-BEC6-99E73DBD8B5B}"/>
              </a:ext>
            </a:extLst>
          </p:cNvPr>
          <p:cNvSpPr/>
          <p:nvPr/>
        </p:nvSpPr>
        <p:spPr>
          <a:xfrm>
            <a:off x="7191316" y="234855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609019AE-0584-0D78-7FFA-50AC7831E3ED}"/>
                  </a:ext>
                </a:extLst>
              </p:cNvPr>
              <p:cNvSpPr txBox="1"/>
              <p:nvPr/>
            </p:nvSpPr>
            <p:spPr>
              <a:xfrm>
                <a:off x="7277708" y="2181304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609019AE-0584-0D78-7FFA-50AC7831E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8" y="2181304"/>
                <a:ext cx="593827" cy="408894"/>
              </a:xfrm>
              <a:prstGeom prst="rect">
                <a:avLst/>
              </a:prstGeom>
              <a:blipFill>
                <a:blip r:embed="rId28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15B36A0-B8B4-B6D1-BF1C-69234599D4E7}"/>
              </a:ext>
            </a:extLst>
          </p:cNvPr>
          <p:cNvCxnSpPr>
            <a:cxnSpLocks/>
            <a:stCxn id="53" idx="6"/>
            <a:endCxn id="124" idx="2"/>
          </p:cNvCxnSpPr>
          <p:nvPr/>
        </p:nvCxnSpPr>
        <p:spPr>
          <a:xfrm flipV="1">
            <a:off x="4760284" y="1977755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9F474653-B2A4-69CD-09B1-6F37180E5135}"/>
              </a:ext>
            </a:extLst>
          </p:cNvPr>
          <p:cNvCxnSpPr>
            <a:cxnSpLocks/>
            <a:stCxn id="53" idx="6"/>
            <a:endCxn id="125" idx="2"/>
          </p:cNvCxnSpPr>
          <p:nvPr/>
        </p:nvCxnSpPr>
        <p:spPr>
          <a:xfrm flipV="1">
            <a:off x="4760284" y="2394393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5A4D79ED-45A2-10C7-BACD-0DC56821E79E}"/>
                  </a:ext>
                </a:extLst>
              </p:cNvPr>
              <p:cNvSpPr txBox="1"/>
              <p:nvPr/>
            </p:nvSpPr>
            <p:spPr>
              <a:xfrm>
                <a:off x="7277708" y="2561639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5A4D79ED-45A2-10C7-BACD-0DC56821E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8" y="2561639"/>
                <a:ext cx="593827" cy="4142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橢圓 129">
            <a:extLst>
              <a:ext uri="{FF2B5EF4-FFF2-40B4-BE49-F238E27FC236}">
                <a16:creationId xmlns:a16="http://schemas.microsoft.com/office/drawing/2014/main" id="{80F90C6A-D944-D3E3-49CC-DA8B3C145468}"/>
              </a:ext>
            </a:extLst>
          </p:cNvPr>
          <p:cNvSpPr/>
          <p:nvPr/>
        </p:nvSpPr>
        <p:spPr>
          <a:xfrm>
            <a:off x="7191315" y="272114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1" name="橢圓 130">
            <a:extLst>
              <a:ext uri="{FF2B5EF4-FFF2-40B4-BE49-F238E27FC236}">
                <a16:creationId xmlns:a16="http://schemas.microsoft.com/office/drawing/2014/main" id="{04A06E04-514E-E340-D2D3-734C9DAF5011}"/>
              </a:ext>
            </a:extLst>
          </p:cNvPr>
          <p:cNvSpPr/>
          <p:nvPr/>
        </p:nvSpPr>
        <p:spPr>
          <a:xfrm>
            <a:off x="7191316" y="313777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46D9C11A-EE2D-CA44-F609-F001C5AB4D12}"/>
                  </a:ext>
                </a:extLst>
              </p:cNvPr>
              <p:cNvSpPr txBox="1"/>
              <p:nvPr/>
            </p:nvSpPr>
            <p:spPr>
              <a:xfrm>
                <a:off x="7277708" y="2970533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46D9C11A-EE2D-CA44-F609-F001C5AB4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8" y="2970533"/>
                <a:ext cx="593827" cy="4142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FF2D1F5-4A4D-1AE1-8BC4-E5D5F03B79FE}"/>
              </a:ext>
            </a:extLst>
          </p:cNvPr>
          <p:cNvCxnSpPr>
            <a:cxnSpLocks/>
            <a:stCxn id="53" idx="6"/>
            <a:endCxn id="130" idx="2"/>
          </p:cNvCxnSpPr>
          <p:nvPr/>
        </p:nvCxnSpPr>
        <p:spPr>
          <a:xfrm>
            <a:off x="4760284" y="2561639"/>
            <a:ext cx="2431031" cy="20534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6C394F8A-16EA-B54C-A8C9-077538C170EA}"/>
              </a:ext>
            </a:extLst>
          </p:cNvPr>
          <p:cNvCxnSpPr>
            <a:cxnSpLocks/>
            <a:stCxn id="53" idx="6"/>
            <a:endCxn id="131" idx="2"/>
          </p:cNvCxnSpPr>
          <p:nvPr/>
        </p:nvCxnSpPr>
        <p:spPr>
          <a:xfrm>
            <a:off x="4760284" y="2561639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橢圓 134">
            <a:extLst>
              <a:ext uri="{FF2B5EF4-FFF2-40B4-BE49-F238E27FC236}">
                <a16:creationId xmlns:a16="http://schemas.microsoft.com/office/drawing/2014/main" id="{D1BBA2A8-FC21-2ED5-B4C4-9BC3F399DA71}"/>
              </a:ext>
            </a:extLst>
          </p:cNvPr>
          <p:cNvSpPr/>
          <p:nvPr/>
        </p:nvSpPr>
        <p:spPr>
          <a:xfrm>
            <a:off x="4673890" y="413471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089F1996-2341-619F-C711-F84F71823710}"/>
                  </a:ext>
                </a:extLst>
              </p:cNvPr>
              <p:cNvSpPr txBox="1"/>
              <p:nvPr/>
            </p:nvSpPr>
            <p:spPr>
              <a:xfrm>
                <a:off x="7277707" y="3391324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089F1996-2341-619F-C711-F84F71823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7" y="3391324"/>
                <a:ext cx="593827" cy="40889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橢圓 136">
            <a:extLst>
              <a:ext uri="{FF2B5EF4-FFF2-40B4-BE49-F238E27FC236}">
                <a16:creationId xmlns:a16="http://schemas.microsoft.com/office/drawing/2014/main" id="{D8DA096C-5A21-B5F7-55DB-4B5788DAE9FB}"/>
              </a:ext>
            </a:extLst>
          </p:cNvPr>
          <p:cNvSpPr/>
          <p:nvPr/>
        </p:nvSpPr>
        <p:spPr>
          <a:xfrm>
            <a:off x="7191314" y="355082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F679B38-4533-26F0-E52A-5307A8ED19A5}"/>
              </a:ext>
            </a:extLst>
          </p:cNvPr>
          <p:cNvSpPr/>
          <p:nvPr/>
        </p:nvSpPr>
        <p:spPr>
          <a:xfrm>
            <a:off x="7191315" y="396746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8B7B6898-A76B-23F1-1BBC-C7005E35749D}"/>
                  </a:ext>
                </a:extLst>
              </p:cNvPr>
              <p:cNvSpPr txBox="1"/>
              <p:nvPr/>
            </p:nvSpPr>
            <p:spPr>
              <a:xfrm>
                <a:off x="7277707" y="3800218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8B7B6898-A76B-23F1-1BBC-C7005E357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7" y="3800218"/>
                <a:ext cx="593827" cy="40889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F0A0FBFB-BFF5-EF49-901F-1FE470A5D713}"/>
              </a:ext>
            </a:extLst>
          </p:cNvPr>
          <p:cNvCxnSpPr>
            <a:cxnSpLocks/>
            <a:stCxn id="135" idx="6"/>
            <a:endCxn id="137" idx="2"/>
          </p:cNvCxnSpPr>
          <p:nvPr/>
        </p:nvCxnSpPr>
        <p:spPr>
          <a:xfrm flipV="1">
            <a:off x="4760283" y="3596669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C7B12332-1687-34FE-2F1F-0554C8048CEF}"/>
              </a:ext>
            </a:extLst>
          </p:cNvPr>
          <p:cNvCxnSpPr>
            <a:cxnSpLocks/>
            <a:stCxn id="135" idx="6"/>
            <a:endCxn id="138" idx="2"/>
          </p:cNvCxnSpPr>
          <p:nvPr/>
        </p:nvCxnSpPr>
        <p:spPr>
          <a:xfrm flipV="1">
            <a:off x="4760283" y="4013307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0B2F2F87-37C1-6DC3-8A9D-326343CA1704}"/>
                  </a:ext>
                </a:extLst>
              </p:cNvPr>
              <p:cNvSpPr txBox="1"/>
              <p:nvPr/>
            </p:nvSpPr>
            <p:spPr>
              <a:xfrm>
                <a:off x="7277707" y="4180553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0B2F2F87-37C1-6DC3-8A9D-326343CA1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7" y="4180553"/>
                <a:ext cx="593827" cy="414281"/>
              </a:xfrm>
              <a:prstGeom prst="rect">
                <a:avLst/>
              </a:prstGeom>
              <a:blipFill>
                <a:blip r:embed="rId33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橢圓 142">
            <a:extLst>
              <a:ext uri="{FF2B5EF4-FFF2-40B4-BE49-F238E27FC236}">
                <a16:creationId xmlns:a16="http://schemas.microsoft.com/office/drawing/2014/main" id="{42DF1351-87FE-C4C1-038A-F27E379D8BFC}"/>
              </a:ext>
            </a:extLst>
          </p:cNvPr>
          <p:cNvSpPr/>
          <p:nvPr/>
        </p:nvSpPr>
        <p:spPr>
          <a:xfrm>
            <a:off x="7191314" y="434005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4" name="橢圓 143">
            <a:extLst>
              <a:ext uri="{FF2B5EF4-FFF2-40B4-BE49-F238E27FC236}">
                <a16:creationId xmlns:a16="http://schemas.microsoft.com/office/drawing/2014/main" id="{A276C887-173A-E961-FB1F-1C22F3E799B9}"/>
              </a:ext>
            </a:extLst>
          </p:cNvPr>
          <p:cNvSpPr/>
          <p:nvPr/>
        </p:nvSpPr>
        <p:spPr>
          <a:xfrm>
            <a:off x="7191315" y="475669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AEA2F8B3-19BB-074E-5294-330088C93A97}"/>
                  </a:ext>
                </a:extLst>
              </p:cNvPr>
              <p:cNvSpPr txBox="1"/>
              <p:nvPr/>
            </p:nvSpPr>
            <p:spPr>
              <a:xfrm>
                <a:off x="7277707" y="4589447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AEA2F8B3-19BB-074E-5294-330088C93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7" y="4589447"/>
                <a:ext cx="593827" cy="414281"/>
              </a:xfrm>
              <a:prstGeom prst="rect">
                <a:avLst/>
              </a:prstGeom>
              <a:blipFill>
                <a:blip r:embed="rId34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C6C1812-7D63-4B14-5208-3E4435BB3271}"/>
              </a:ext>
            </a:extLst>
          </p:cNvPr>
          <p:cNvCxnSpPr>
            <a:cxnSpLocks/>
            <a:stCxn id="135" idx="6"/>
            <a:endCxn id="143" idx="2"/>
          </p:cNvCxnSpPr>
          <p:nvPr/>
        </p:nvCxnSpPr>
        <p:spPr>
          <a:xfrm>
            <a:off x="4760283" y="4180553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42334838-6DF8-ECE5-4266-552C02766F66}"/>
              </a:ext>
            </a:extLst>
          </p:cNvPr>
          <p:cNvCxnSpPr>
            <a:cxnSpLocks/>
            <a:stCxn id="135" idx="6"/>
            <a:endCxn id="144" idx="2"/>
          </p:cNvCxnSpPr>
          <p:nvPr/>
        </p:nvCxnSpPr>
        <p:spPr>
          <a:xfrm>
            <a:off x="4760283" y="4180553"/>
            <a:ext cx="2431032" cy="6219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FB26A8E7-A9D5-9297-5614-31E067D48E94}"/>
                  </a:ext>
                </a:extLst>
              </p:cNvPr>
              <p:cNvSpPr txBox="1"/>
              <p:nvPr/>
            </p:nvSpPr>
            <p:spPr>
              <a:xfrm>
                <a:off x="5907671" y="4627277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FB26A8E7-A9D5-9297-5614-31E067D48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71" y="4627277"/>
                <a:ext cx="136256" cy="276999"/>
              </a:xfrm>
              <a:prstGeom prst="rect">
                <a:avLst/>
              </a:prstGeom>
              <a:blipFill>
                <a:blip r:embed="rId35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E881F581-EFD8-8E35-2F34-ACBA609ED46F}"/>
                  </a:ext>
                </a:extLst>
              </p:cNvPr>
              <p:cNvSpPr txBox="1"/>
              <p:nvPr/>
            </p:nvSpPr>
            <p:spPr>
              <a:xfrm>
                <a:off x="5907671" y="4785439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E881F581-EFD8-8E35-2F34-ACBA609ED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71" y="4785439"/>
                <a:ext cx="136256" cy="276999"/>
              </a:xfrm>
              <a:prstGeom prst="rect">
                <a:avLst/>
              </a:prstGeom>
              <a:blipFill>
                <a:blip r:embed="rId36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4F061CDC-5B7A-0346-80C2-2FA5A8E95D59}"/>
                  </a:ext>
                </a:extLst>
              </p:cNvPr>
              <p:cNvSpPr txBox="1"/>
              <p:nvPr/>
            </p:nvSpPr>
            <p:spPr>
              <a:xfrm>
                <a:off x="4000908" y="3942486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4F061CDC-5B7A-0346-80C2-2FA5A8E95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908" y="3942486"/>
                <a:ext cx="567186" cy="410690"/>
              </a:xfrm>
              <a:prstGeom prst="rect">
                <a:avLst/>
              </a:prstGeom>
              <a:blipFill>
                <a:blip r:embed="rId37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橢圓 150">
            <a:extLst>
              <a:ext uri="{FF2B5EF4-FFF2-40B4-BE49-F238E27FC236}">
                <a16:creationId xmlns:a16="http://schemas.microsoft.com/office/drawing/2014/main" id="{0ED4A5E0-6ABD-B8BE-4765-505167B3A187}"/>
              </a:ext>
            </a:extLst>
          </p:cNvPr>
          <p:cNvSpPr/>
          <p:nvPr/>
        </p:nvSpPr>
        <p:spPr>
          <a:xfrm>
            <a:off x="4645087" y="532943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EE4321E1-AFE3-21BE-B695-EB2213F5D908}"/>
                  </a:ext>
                </a:extLst>
              </p:cNvPr>
              <p:cNvSpPr txBox="1"/>
              <p:nvPr/>
            </p:nvSpPr>
            <p:spPr>
              <a:xfrm>
                <a:off x="3972104" y="5163987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EE4321E1-AFE3-21BE-B695-EB2213F5D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104" y="5163987"/>
                <a:ext cx="567186" cy="410690"/>
              </a:xfrm>
              <a:prstGeom prst="rect">
                <a:avLst/>
              </a:prstGeom>
              <a:blipFill>
                <a:blip r:embed="rId38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橢圓 152">
            <a:extLst>
              <a:ext uri="{FF2B5EF4-FFF2-40B4-BE49-F238E27FC236}">
                <a16:creationId xmlns:a16="http://schemas.microsoft.com/office/drawing/2014/main" id="{6DEF86AF-17F5-3CD4-C04E-7690F4DE983F}"/>
              </a:ext>
            </a:extLst>
          </p:cNvPr>
          <p:cNvSpPr/>
          <p:nvPr/>
        </p:nvSpPr>
        <p:spPr>
          <a:xfrm>
            <a:off x="7205706" y="506851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96CA7D83-1F4A-0E2E-0017-230012DF3760}"/>
              </a:ext>
            </a:extLst>
          </p:cNvPr>
          <p:cNvSpPr/>
          <p:nvPr/>
        </p:nvSpPr>
        <p:spPr>
          <a:xfrm>
            <a:off x="7205707" y="548515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B2AE6E33-4E47-1B73-D992-C2499A27D92C}"/>
                  </a:ext>
                </a:extLst>
              </p:cNvPr>
              <p:cNvSpPr txBox="1"/>
              <p:nvPr/>
            </p:nvSpPr>
            <p:spPr>
              <a:xfrm>
                <a:off x="7292102" y="5281603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B2AE6E33-4E47-1B73-D992-C2499A27D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102" y="5281603"/>
                <a:ext cx="593827" cy="40889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直線接點 155">
            <a:extLst>
              <a:ext uri="{FF2B5EF4-FFF2-40B4-BE49-F238E27FC236}">
                <a16:creationId xmlns:a16="http://schemas.microsoft.com/office/drawing/2014/main" id="{3B8A88D2-6FD6-34C6-1F6A-C0AEF62A7F65}"/>
              </a:ext>
            </a:extLst>
          </p:cNvPr>
          <p:cNvCxnSpPr>
            <a:cxnSpLocks/>
            <a:stCxn id="151" idx="6"/>
            <a:endCxn id="153" idx="2"/>
          </p:cNvCxnSpPr>
          <p:nvPr/>
        </p:nvCxnSpPr>
        <p:spPr>
          <a:xfrm flipV="1">
            <a:off x="4731480" y="5114357"/>
            <a:ext cx="2474226" cy="26092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0CC8B3EB-52ED-DA18-0E9E-9AEDFB8BD45B}"/>
              </a:ext>
            </a:extLst>
          </p:cNvPr>
          <p:cNvCxnSpPr>
            <a:cxnSpLocks/>
            <a:stCxn id="151" idx="6"/>
            <a:endCxn id="154" idx="2"/>
          </p:cNvCxnSpPr>
          <p:nvPr/>
        </p:nvCxnSpPr>
        <p:spPr>
          <a:xfrm>
            <a:off x="4731480" y="5375280"/>
            <a:ext cx="2474227" cy="1557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76645D74-11E4-1B86-30C0-1E9990CDC3EE}"/>
                  </a:ext>
                </a:extLst>
              </p:cNvPr>
              <p:cNvSpPr txBox="1"/>
              <p:nvPr/>
            </p:nvSpPr>
            <p:spPr>
              <a:xfrm>
                <a:off x="5907671" y="3087938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76645D74-11E4-1B86-30C0-1E9990CD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71" y="3087938"/>
                <a:ext cx="136256" cy="276999"/>
              </a:xfrm>
              <a:prstGeom prst="rect">
                <a:avLst/>
              </a:prstGeom>
              <a:blipFill>
                <a:blip r:embed="rId40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4B1E0EEF-F366-AE68-4D74-DCA36EB0F959}"/>
                  </a:ext>
                </a:extLst>
              </p:cNvPr>
              <p:cNvSpPr txBox="1"/>
              <p:nvPr/>
            </p:nvSpPr>
            <p:spPr>
              <a:xfrm>
                <a:off x="5907671" y="324610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4B1E0EEF-F366-AE68-4D74-DCA36EB0F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71" y="3246100"/>
                <a:ext cx="136256" cy="276999"/>
              </a:xfrm>
              <a:prstGeom prst="rect">
                <a:avLst/>
              </a:prstGeom>
              <a:blipFill>
                <a:blip r:embed="rId41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AE21F7EB-A9DA-BADA-FBC1-74CCC3D2C278}"/>
                  </a:ext>
                </a:extLst>
              </p:cNvPr>
              <p:cNvSpPr txBox="1"/>
              <p:nvPr/>
            </p:nvSpPr>
            <p:spPr>
              <a:xfrm>
                <a:off x="5907671" y="164741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AE21F7EB-A9DA-BADA-FBC1-74CCC3D2C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71" y="1647411"/>
                <a:ext cx="136256" cy="276999"/>
              </a:xfrm>
              <a:prstGeom prst="rect">
                <a:avLst/>
              </a:prstGeom>
              <a:blipFill>
                <a:blip r:embed="rId42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5F605F00-DE5D-47AB-B859-8E6A89EA3910}"/>
                  </a:ext>
                </a:extLst>
              </p:cNvPr>
              <p:cNvSpPr txBox="1"/>
              <p:nvPr/>
            </p:nvSpPr>
            <p:spPr>
              <a:xfrm>
                <a:off x="5907671" y="1805573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5F605F00-DE5D-47AB-B859-8E6A89EA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71" y="1805573"/>
                <a:ext cx="136256" cy="276999"/>
              </a:xfrm>
              <a:prstGeom prst="rect">
                <a:avLst/>
              </a:prstGeom>
              <a:blipFill>
                <a:blip r:embed="rId43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6" name="圖片 165">
            <a:extLst>
              <a:ext uri="{FF2B5EF4-FFF2-40B4-BE49-F238E27FC236}">
                <a16:creationId xmlns:a16="http://schemas.microsoft.com/office/drawing/2014/main" id="{013A6C6F-5E70-C1D9-9A10-ECE7B13EBE2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856155" y="1024543"/>
            <a:ext cx="161948" cy="152421"/>
          </a:xfrm>
          <a:prstGeom prst="rect">
            <a:avLst/>
          </a:prstGeom>
        </p:spPr>
      </p:pic>
      <p:pic>
        <p:nvPicPr>
          <p:cNvPr id="167" name="圖片 166">
            <a:extLst>
              <a:ext uri="{FF2B5EF4-FFF2-40B4-BE49-F238E27FC236}">
                <a16:creationId xmlns:a16="http://schemas.microsoft.com/office/drawing/2014/main" id="{98F9080D-FC33-A252-47CE-45552ED2143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871535" y="2673123"/>
            <a:ext cx="161948" cy="152421"/>
          </a:xfrm>
          <a:prstGeom prst="rect">
            <a:avLst/>
          </a:prstGeom>
        </p:spPr>
      </p:pic>
      <p:pic>
        <p:nvPicPr>
          <p:cNvPr id="168" name="圖片 167">
            <a:extLst>
              <a:ext uri="{FF2B5EF4-FFF2-40B4-BE49-F238E27FC236}">
                <a16:creationId xmlns:a16="http://schemas.microsoft.com/office/drawing/2014/main" id="{E13EC7B6-A705-82A2-E276-6C71B324479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887481" y="4722537"/>
            <a:ext cx="161948" cy="152421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F71AC96A-1E1E-6759-5975-D462969011E9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885929" y="5455298"/>
            <a:ext cx="161948" cy="152421"/>
          </a:xfrm>
          <a:prstGeom prst="rect">
            <a:avLst/>
          </a:prstGeom>
        </p:spPr>
      </p:pic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457DFFE4-CF34-2E02-CB31-A26B28B3322F}"/>
              </a:ext>
            </a:extLst>
          </p:cNvPr>
          <p:cNvSpPr txBox="1"/>
          <p:nvPr/>
        </p:nvSpPr>
        <p:spPr>
          <a:xfrm>
            <a:off x="3910155" y="2692524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no capacity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547D8F44-C2EE-1A0A-1C6F-D240ED7B4B52}"/>
              </a:ext>
            </a:extLst>
          </p:cNvPr>
          <p:cNvSpPr txBox="1"/>
          <p:nvPr/>
        </p:nvSpPr>
        <p:spPr>
          <a:xfrm>
            <a:off x="3880913" y="5522428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no capacity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EF03A006-7615-26A5-1747-6D3042AB1DAF}"/>
              </a:ext>
            </a:extLst>
          </p:cNvPr>
          <p:cNvSpPr txBox="1"/>
          <p:nvPr/>
        </p:nvSpPr>
        <p:spPr>
          <a:xfrm>
            <a:off x="5328169" y="1401615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174" name="文字方塊 173">
            <a:extLst>
              <a:ext uri="{FF2B5EF4-FFF2-40B4-BE49-F238E27FC236}">
                <a16:creationId xmlns:a16="http://schemas.microsoft.com/office/drawing/2014/main" id="{DBCC4C89-D3C2-9367-8D48-639BF85D43CC}"/>
              </a:ext>
            </a:extLst>
          </p:cNvPr>
          <p:cNvSpPr txBox="1"/>
          <p:nvPr/>
        </p:nvSpPr>
        <p:spPr>
          <a:xfrm>
            <a:off x="5613411" y="2015316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9887C90B-E794-2A14-B13C-5B5B80E76122}"/>
              </a:ext>
            </a:extLst>
          </p:cNvPr>
          <p:cNvSpPr txBox="1"/>
          <p:nvPr/>
        </p:nvSpPr>
        <p:spPr>
          <a:xfrm>
            <a:off x="5594975" y="2273309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493A054B-E499-44A0-60CC-7BD658A652A2}"/>
              </a:ext>
            </a:extLst>
          </p:cNvPr>
          <p:cNvSpPr txBox="1"/>
          <p:nvPr/>
        </p:nvSpPr>
        <p:spPr>
          <a:xfrm>
            <a:off x="5605791" y="2839581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F56DB470-766C-2538-DE32-1511D7BBC11B}"/>
              </a:ext>
            </a:extLst>
          </p:cNvPr>
          <p:cNvSpPr txBox="1"/>
          <p:nvPr/>
        </p:nvSpPr>
        <p:spPr>
          <a:xfrm>
            <a:off x="5651511" y="5423284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3A34B9EA-6A44-F6C6-E5BF-11A752260D60}"/>
              </a:ext>
            </a:extLst>
          </p:cNvPr>
          <p:cNvSpPr txBox="1"/>
          <p:nvPr/>
        </p:nvSpPr>
        <p:spPr>
          <a:xfrm>
            <a:off x="6055089" y="3831125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241" name="橢圓 240">
            <a:extLst>
              <a:ext uri="{FF2B5EF4-FFF2-40B4-BE49-F238E27FC236}">
                <a16:creationId xmlns:a16="http://schemas.microsoft.com/office/drawing/2014/main" id="{2E5369AD-B594-52D9-ECA4-A638CC8AA9AB}"/>
              </a:ext>
            </a:extLst>
          </p:cNvPr>
          <p:cNvSpPr/>
          <p:nvPr/>
        </p:nvSpPr>
        <p:spPr>
          <a:xfrm>
            <a:off x="8753953" y="127894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字方塊 241">
                <a:extLst>
                  <a:ext uri="{FF2B5EF4-FFF2-40B4-BE49-F238E27FC236}">
                    <a16:creationId xmlns:a16="http://schemas.microsoft.com/office/drawing/2014/main" id="{55C98467-1A7D-ED09-3A5E-B4F1638AB371}"/>
                  </a:ext>
                </a:extLst>
              </p:cNvPr>
              <p:cNvSpPr txBox="1"/>
              <p:nvPr/>
            </p:nvSpPr>
            <p:spPr>
              <a:xfrm>
                <a:off x="8080971" y="1119440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42" name="文字方塊 241">
                <a:extLst>
                  <a:ext uri="{FF2B5EF4-FFF2-40B4-BE49-F238E27FC236}">
                    <a16:creationId xmlns:a16="http://schemas.microsoft.com/office/drawing/2014/main" id="{55C98467-1A7D-ED09-3A5E-B4F1638AB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971" y="1119440"/>
                <a:ext cx="567186" cy="410690"/>
              </a:xfrm>
              <a:prstGeom prst="rect">
                <a:avLst/>
              </a:prstGeom>
              <a:blipFill>
                <a:blip r:embed="rId45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文字方塊 242">
                <a:extLst>
                  <a:ext uri="{FF2B5EF4-FFF2-40B4-BE49-F238E27FC236}">
                    <a16:creationId xmlns:a16="http://schemas.microsoft.com/office/drawing/2014/main" id="{5340456E-A7AF-DE0D-35E7-16CADF759689}"/>
                  </a:ext>
                </a:extLst>
              </p:cNvPr>
              <p:cNvSpPr txBox="1"/>
              <p:nvPr/>
            </p:nvSpPr>
            <p:spPr>
              <a:xfrm>
                <a:off x="11372165" y="832779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43" name="文字方塊 242">
                <a:extLst>
                  <a:ext uri="{FF2B5EF4-FFF2-40B4-BE49-F238E27FC236}">
                    <a16:creationId xmlns:a16="http://schemas.microsoft.com/office/drawing/2014/main" id="{5340456E-A7AF-DE0D-35E7-16CADF759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165" y="832779"/>
                <a:ext cx="593827" cy="40889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橢圓 243">
            <a:extLst>
              <a:ext uri="{FF2B5EF4-FFF2-40B4-BE49-F238E27FC236}">
                <a16:creationId xmlns:a16="http://schemas.microsoft.com/office/drawing/2014/main" id="{DFBDDF52-9642-FB91-709B-6EE2CAB7CCA9}"/>
              </a:ext>
            </a:extLst>
          </p:cNvPr>
          <p:cNvSpPr/>
          <p:nvPr/>
        </p:nvSpPr>
        <p:spPr>
          <a:xfrm>
            <a:off x="11285772" y="99228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5" name="橢圓 244">
            <a:extLst>
              <a:ext uri="{FF2B5EF4-FFF2-40B4-BE49-F238E27FC236}">
                <a16:creationId xmlns:a16="http://schemas.microsoft.com/office/drawing/2014/main" id="{3E5B278C-3C6C-34C3-2A04-D766A5AFA08A}"/>
              </a:ext>
            </a:extLst>
          </p:cNvPr>
          <p:cNvSpPr/>
          <p:nvPr/>
        </p:nvSpPr>
        <p:spPr>
          <a:xfrm>
            <a:off x="11285773" y="140891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字方塊 245">
                <a:extLst>
                  <a:ext uri="{FF2B5EF4-FFF2-40B4-BE49-F238E27FC236}">
                    <a16:creationId xmlns:a16="http://schemas.microsoft.com/office/drawing/2014/main" id="{40BC4947-29D4-17AD-4C6B-16A7972C0610}"/>
                  </a:ext>
                </a:extLst>
              </p:cNvPr>
              <p:cNvSpPr txBox="1"/>
              <p:nvPr/>
            </p:nvSpPr>
            <p:spPr>
              <a:xfrm>
                <a:off x="11372165" y="1241673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46" name="文字方塊 245">
                <a:extLst>
                  <a:ext uri="{FF2B5EF4-FFF2-40B4-BE49-F238E27FC236}">
                    <a16:creationId xmlns:a16="http://schemas.microsoft.com/office/drawing/2014/main" id="{40BC4947-29D4-17AD-4C6B-16A7972C0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165" y="1241673"/>
                <a:ext cx="593827" cy="40889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直線接點 246">
            <a:extLst>
              <a:ext uri="{FF2B5EF4-FFF2-40B4-BE49-F238E27FC236}">
                <a16:creationId xmlns:a16="http://schemas.microsoft.com/office/drawing/2014/main" id="{1F41566F-5FC2-00D6-9818-9C6A38396642}"/>
              </a:ext>
            </a:extLst>
          </p:cNvPr>
          <p:cNvCxnSpPr>
            <a:stCxn id="241" idx="6"/>
            <a:endCxn id="244" idx="2"/>
          </p:cNvCxnSpPr>
          <p:nvPr/>
        </p:nvCxnSpPr>
        <p:spPr>
          <a:xfrm flipV="1">
            <a:off x="8840346" y="1038124"/>
            <a:ext cx="2445426" cy="2866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直線接點 247">
            <a:extLst>
              <a:ext uri="{FF2B5EF4-FFF2-40B4-BE49-F238E27FC236}">
                <a16:creationId xmlns:a16="http://schemas.microsoft.com/office/drawing/2014/main" id="{FB719239-6B6B-992A-6873-AB2DCF08866F}"/>
              </a:ext>
            </a:extLst>
          </p:cNvPr>
          <p:cNvCxnSpPr>
            <a:cxnSpLocks/>
            <a:stCxn id="241" idx="6"/>
            <a:endCxn id="245" idx="2"/>
          </p:cNvCxnSpPr>
          <p:nvPr/>
        </p:nvCxnSpPr>
        <p:spPr>
          <a:xfrm>
            <a:off x="8840346" y="1324785"/>
            <a:ext cx="2445427" cy="12997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9" name="橢圓 248">
            <a:extLst>
              <a:ext uri="{FF2B5EF4-FFF2-40B4-BE49-F238E27FC236}">
                <a16:creationId xmlns:a16="http://schemas.microsoft.com/office/drawing/2014/main" id="{2A12A2C4-A2EF-3E94-3A11-936599F9DE7A}"/>
              </a:ext>
            </a:extLst>
          </p:cNvPr>
          <p:cNvSpPr/>
          <p:nvPr/>
        </p:nvSpPr>
        <p:spPr>
          <a:xfrm>
            <a:off x="8753954" y="243896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96DCB037-6EE3-E2A2-02F4-E587AFCE4301}"/>
                  </a:ext>
                </a:extLst>
              </p:cNvPr>
              <p:cNvSpPr txBox="1"/>
              <p:nvPr/>
            </p:nvSpPr>
            <p:spPr>
              <a:xfrm>
                <a:off x="8080971" y="2273516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96DCB037-6EE3-E2A2-02F4-E587AFCE4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971" y="2273516"/>
                <a:ext cx="567186" cy="410690"/>
              </a:xfrm>
              <a:prstGeom prst="rect">
                <a:avLst/>
              </a:prstGeom>
              <a:blipFill>
                <a:blip r:embed="rId48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文字方塊 250">
                <a:extLst>
                  <a:ext uri="{FF2B5EF4-FFF2-40B4-BE49-F238E27FC236}">
                    <a16:creationId xmlns:a16="http://schemas.microsoft.com/office/drawing/2014/main" id="{D59F868A-3B14-0755-E70A-3034C2FAA34D}"/>
                  </a:ext>
                </a:extLst>
              </p:cNvPr>
              <p:cNvSpPr txBox="1"/>
              <p:nvPr/>
            </p:nvSpPr>
            <p:spPr>
              <a:xfrm>
                <a:off x="11357771" y="1695580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51" name="文字方塊 250">
                <a:extLst>
                  <a:ext uri="{FF2B5EF4-FFF2-40B4-BE49-F238E27FC236}">
                    <a16:creationId xmlns:a16="http://schemas.microsoft.com/office/drawing/2014/main" id="{D59F868A-3B14-0755-E70A-3034C2FAA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1" y="1695580"/>
                <a:ext cx="593827" cy="408894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2" name="橢圓 251">
            <a:extLst>
              <a:ext uri="{FF2B5EF4-FFF2-40B4-BE49-F238E27FC236}">
                <a16:creationId xmlns:a16="http://schemas.microsoft.com/office/drawing/2014/main" id="{8D916D66-E1D2-4F1E-07FD-D9442738F253}"/>
              </a:ext>
            </a:extLst>
          </p:cNvPr>
          <p:cNvSpPr/>
          <p:nvPr/>
        </p:nvSpPr>
        <p:spPr>
          <a:xfrm>
            <a:off x="11271378" y="185508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3" name="橢圓 252">
            <a:extLst>
              <a:ext uri="{FF2B5EF4-FFF2-40B4-BE49-F238E27FC236}">
                <a16:creationId xmlns:a16="http://schemas.microsoft.com/office/drawing/2014/main" id="{91F2154F-6D94-95D1-DE5B-D8235AC80736}"/>
              </a:ext>
            </a:extLst>
          </p:cNvPr>
          <p:cNvSpPr/>
          <p:nvPr/>
        </p:nvSpPr>
        <p:spPr>
          <a:xfrm>
            <a:off x="11271379" y="227172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文字方塊 253">
                <a:extLst>
                  <a:ext uri="{FF2B5EF4-FFF2-40B4-BE49-F238E27FC236}">
                    <a16:creationId xmlns:a16="http://schemas.microsoft.com/office/drawing/2014/main" id="{404D875F-4C8A-20D9-663E-0998A2D51BAA}"/>
                  </a:ext>
                </a:extLst>
              </p:cNvPr>
              <p:cNvSpPr txBox="1"/>
              <p:nvPr/>
            </p:nvSpPr>
            <p:spPr>
              <a:xfrm>
                <a:off x="11357771" y="2104474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54" name="文字方塊 253">
                <a:extLst>
                  <a:ext uri="{FF2B5EF4-FFF2-40B4-BE49-F238E27FC236}">
                    <a16:creationId xmlns:a16="http://schemas.microsoft.com/office/drawing/2014/main" id="{404D875F-4C8A-20D9-663E-0998A2D51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1" y="2104474"/>
                <a:ext cx="593827" cy="408894"/>
              </a:xfrm>
              <a:prstGeom prst="rect">
                <a:avLst/>
              </a:prstGeom>
              <a:blipFill>
                <a:blip r:embed="rId50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5" name="直線接點 254">
            <a:extLst>
              <a:ext uri="{FF2B5EF4-FFF2-40B4-BE49-F238E27FC236}">
                <a16:creationId xmlns:a16="http://schemas.microsoft.com/office/drawing/2014/main" id="{369A553F-945E-5047-C68B-8846824C805C}"/>
              </a:ext>
            </a:extLst>
          </p:cNvPr>
          <p:cNvCxnSpPr>
            <a:cxnSpLocks/>
            <a:stCxn id="249" idx="6"/>
            <a:endCxn id="252" idx="2"/>
          </p:cNvCxnSpPr>
          <p:nvPr/>
        </p:nvCxnSpPr>
        <p:spPr>
          <a:xfrm flipV="1">
            <a:off x="8840347" y="1900925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直線接點 255">
            <a:extLst>
              <a:ext uri="{FF2B5EF4-FFF2-40B4-BE49-F238E27FC236}">
                <a16:creationId xmlns:a16="http://schemas.microsoft.com/office/drawing/2014/main" id="{B7CE2D8F-E7BE-69A6-29F8-CB9D585A2ED5}"/>
              </a:ext>
            </a:extLst>
          </p:cNvPr>
          <p:cNvCxnSpPr>
            <a:cxnSpLocks/>
            <a:stCxn id="249" idx="6"/>
            <a:endCxn id="253" idx="2"/>
          </p:cNvCxnSpPr>
          <p:nvPr/>
        </p:nvCxnSpPr>
        <p:spPr>
          <a:xfrm flipV="1">
            <a:off x="8840347" y="2317563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文字方塊 256">
                <a:extLst>
                  <a:ext uri="{FF2B5EF4-FFF2-40B4-BE49-F238E27FC236}">
                    <a16:creationId xmlns:a16="http://schemas.microsoft.com/office/drawing/2014/main" id="{899759E4-D58A-1AB6-AFE2-0CDAE9DCCB5D}"/>
                  </a:ext>
                </a:extLst>
              </p:cNvPr>
              <p:cNvSpPr txBox="1"/>
              <p:nvPr/>
            </p:nvSpPr>
            <p:spPr>
              <a:xfrm>
                <a:off x="11357771" y="2484809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57" name="文字方塊 256">
                <a:extLst>
                  <a:ext uri="{FF2B5EF4-FFF2-40B4-BE49-F238E27FC236}">
                    <a16:creationId xmlns:a16="http://schemas.microsoft.com/office/drawing/2014/main" id="{899759E4-D58A-1AB6-AFE2-0CDAE9DCC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1" y="2484809"/>
                <a:ext cx="593827" cy="414281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橢圓 257">
            <a:extLst>
              <a:ext uri="{FF2B5EF4-FFF2-40B4-BE49-F238E27FC236}">
                <a16:creationId xmlns:a16="http://schemas.microsoft.com/office/drawing/2014/main" id="{7F9F69AB-565B-91DA-BB58-6B6925012C6C}"/>
              </a:ext>
            </a:extLst>
          </p:cNvPr>
          <p:cNvSpPr/>
          <p:nvPr/>
        </p:nvSpPr>
        <p:spPr>
          <a:xfrm>
            <a:off x="11271378" y="264431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9" name="橢圓 258">
            <a:extLst>
              <a:ext uri="{FF2B5EF4-FFF2-40B4-BE49-F238E27FC236}">
                <a16:creationId xmlns:a16="http://schemas.microsoft.com/office/drawing/2014/main" id="{48BEF328-42B8-5B9A-A2BE-69D656FAC657}"/>
              </a:ext>
            </a:extLst>
          </p:cNvPr>
          <p:cNvSpPr/>
          <p:nvPr/>
        </p:nvSpPr>
        <p:spPr>
          <a:xfrm>
            <a:off x="11271379" y="306094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文字方塊 259">
                <a:extLst>
                  <a:ext uri="{FF2B5EF4-FFF2-40B4-BE49-F238E27FC236}">
                    <a16:creationId xmlns:a16="http://schemas.microsoft.com/office/drawing/2014/main" id="{C4C288B9-139F-975B-FF42-E511BDE13CE5}"/>
                  </a:ext>
                </a:extLst>
              </p:cNvPr>
              <p:cNvSpPr txBox="1"/>
              <p:nvPr/>
            </p:nvSpPr>
            <p:spPr>
              <a:xfrm>
                <a:off x="11357771" y="2893703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0" name="文字方塊 259">
                <a:extLst>
                  <a:ext uri="{FF2B5EF4-FFF2-40B4-BE49-F238E27FC236}">
                    <a16:creationId xmlns:a16="http://schemas.microsoft.com/office/drawing/2014/main" id="{C4C288B9-139F-975B-FF42-E511BDE13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1" y="2893703"/>
                <a:ext cx="593827" cy="414281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1" name="直線接點 260">
            <a:extLst>
              <a:ext uri="{FF2B5EF4-FFF2-40B4-BE49-F238E27FC236}">
                <a16:creationId xmlns:a16="http://schemas.microsoft.com/office/drawing/2014/main" id="{4FCADD96-1BE9-10B3-7113-D14017A72126}"/>
              </a:ext>
            </a:extLst>
          </p:cNvPr>
          <p:cNvCxnSpPr>
            <a:cxnSpLocks/>
            <a:stCxn id="249" idx="6"/>
            <a:endCxn id="258" idx="2"/>
          </p:cNvCxnSpPr>
          <p:nvPr/>
        </p:nvCxnSpPr>
        <p:spPr>
          <a:xfrm>
            <a:off x="8840347" y="2484809"/>
            <a:ext cx="2431031" cy="20534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直線接點 261">
            <a:extLst>
              <a:ext uri="{FF2B5EF4-FFF2-40B4-BE49-F238E27FC236}">
                <a16:creationId xmlns:a16="http://schemas.microsoft.com/office/drawing/2014/main" id="{AA9E71FA-3961-FDCA-F8E4-77569D4744C2}"/>
              </a:ext>
            </a:extLst>
          </p:cNvPr>
          <p:cNvCxnSpPr>
            <a:cxnSpLocks/>
            <a:stCxn id="249" idx="6"/>
            <a:endCxn id="259" idx="2"/>
          </p:cNvCxnSpPr>
          <p:nvPr/>
        </p:nvCxnSpPr>
        <p:spPr>
          <a:xfrm>
            <a:off x="8840347" y="2484809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3" name="橢圓 262">
            <a:extLst>
              <a:ext uri="{FF2B5EF4-FFF2-40B4-BE49-F238E27FC236}">
                <a16:creationId xmlns:a16="http://schemas.microsoft.com/office/drawing/2014/main" id="{519D5333-C051-AC77-1F68-C50BBD3621C6}"/>
              </a:ext>
            </a:extLst>
          </p:cNvPr>
          <p:cNvSpPr/>
          <p:nvPr/>
        </p:nvSpPr>
        <p:spPr>
          <a:xfrm>
            <a:off x="8753953" y="405788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文字方塊 263">
                <a:extLst>
                  <a:ext uri="{FF2B5EF4-FFF2-40B4-BE49-F238E27FC236}">
                    <a16:creationId xmlns:a16="http://schemas.microsoft.com/office/drawing/2014/main" id="{BCB99805-14A3-BF59-D487-0E9D91F8636B}"/>
                  </a:ext>
                </a:extLst>
              </p:cNvPr>
              <p:cNvSpPr txBox="1"/>
              <p:nvPr/>
            </p:nvSpPr>
            <p:spPr>
              <a:xfrm>
                <a:off x="11357770" y="3314494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4" name="文字方塊 263">
                <a:extLst>
                  <a:ext uri="{FF2B5EF4-FFF2-40B4-BE49-F238E27FC236}">
                    <a16:creationId xmlns:a16="http://schemas.microsoft.com/office/drawing/2014/main" id="{BCB99805-14A3-BF59-D487-0E9D91F86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0" y="3314494"/>
                <a:ext cx="593827" cy="408894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橢圓 264">
            <a:extLst>
              <a:ext uri="{FF2B5EF4-FFF2-40B4-BE49-F238E27FC236}">
                <a16:creationId xmlns:a16="http://schemas.microsoft.com/office/drawing/2014/main" id="{1C02A9E6-09EB-C4DE-86D0-39D834922FED}"/>
              </a:ext>
            </a:extLst>
          </p:cNvPr>
          <p:cNvSpPr/>
          <p:nvPr/>
        </p:nvSpPr>
        <p:spPr>
          <a:xfrm>
            <a:off x="11271377" y="347399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66" name="橢圓 265">
            <a:extLst>
              <a:ext uri="{FF2B5EF4-FFF2-40B4-BE49-F238E27FC236}">
                <a16:creationId xmlns:a16="http://schemas.microsoft.com/office/drawing/2014/main" id="{6B1B32BE-956B-37FD-2AB4-B6AE8686E0BF}"/>
              </a:ext>
            </a:extLst>
          </p:cNvPr>
          <p:cNvSpPr/>
          <p:nvPr/>
        </p:nvSpPr>
        <p:spPr>
          <a:xfrm>
            <a:off x="11271378" y="389063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文字方塊 266">
                <a:extLst>
                  <a:ext uri="{FF2B5EF4-FFF2-40B4-BE49-F238E27FC236}">
                    <a16:creationId xmlns:a16="http://schemas.microsoft.com/office/drawing/2014/main" id="{476032D9-EEF2-7226-050A-DC3C1ECABDBA}"/>
                  </a:ext>
                </a:extLst>
              </p:cNvPr>
              <p:cNvSpPr txBox="1"/>
              <p:nvPr/>
            </p:nvSpPr>
            <p:spPr>
              <a:xfrm>
                <a:off x="11357770" y="3723388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7" name="文字方塊 266">
                <a:extLst>
                  <a:ext uri="{FF2B5EF4-FFF2-40B4-BE49-F238E27FC236}">
                    <a16:creationId xmlns:a16="http://schemas.microsoft.com/office/drawing/2014/main" id="{476032D9-EEF2-7226-050A-DC3C1ECAB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0" y="3723388"/>
                <a:ext cx="593827" cy="40889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直線接點 267">
            <a:extLst>
              <a:ext uri="{FF2B5EF4-FFF2-40B4-BE49-F238E27FC236}">
                <a16:creationId xmlns:a16="http://schemas.microsoft.com/office/drawing/2014/main" id="{7882EF70-C4E5-E9B2-AE9F-E7A3A1964EE1}"/>
              </a:ext>
            </a:extLst>
          </p:cNvPr>
          <p:cNvCxnSpPr>
            <a:cxnSpLocks/>
            <a:stCxn id="263" idx="6"/>
            <a:endCxn id="265" idx="2"/>
          </p:cNvCxnSpPr>
          <p:nvPr/>
        </p:nvCxnSpPr>
        <p:spPr>
          <a:xfrm flipV="1">
            <a:off x="8840346" y="3519839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9" name="直線接點 268">
            <a:extLst>
              <a:ext uri="{FF2B5EF4-FFF2-40B4-BE49-F238E27FC236}">
                <a16:creationId xmlns:a16="http://schemas.microsoft.com/office/drawing/2014/main" id="{DDD62E40-DACC-E1B3-F558-E58DD76ABC05}"/>
              </a:ext>
            </a:extLst>
          </p:cNvPr>
          <p:cNvCxnSpPr>
            <a:cxnSpLocks/>
            <a:stCxn id="263" idx="6"/>
            <a:endCxn id="266" idx="2"/>
          </p:cNvCxnSpPr>
          <p:nvPr/>
        </p:nvCxnSpPr>
        <p:spPr>
          <a:xfrm flipV="1">
            <a:off x="8840346" y="3936477"/>
            <a:ext cx="2431032" cy="16724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字方塊 269">
                <a:extLst>
                  <a:ext uri="{FF2B5EF4-FFF2-40B4-BE49-F238E27FC236}">
                    <a16:creationId xmlns:a16="http://schemas.microsoft.com/office/drawing/2014/main" id="{4E50DA56-1FF2-2730-4CA3-EFEE68D10CF0}"/>
                  </a:ext>
                </a:extLst>
              </p:cNvPr>
              <p:cNvSpPr txBox="1"/>
              <p:nvPr/>
            </p:nvSpPr>
            <p:spPr>
              <a:xfrm>
                <a:off x="11357770" y="4103723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0" name="文字方塊 269">
                <a:extLst>
                  <a:ext uri="{FF2B5EF4-FFF2-40B4-BE49-F238E27FC236}">
                    <a16:creationId xmlns:a16="http://schemas.microsoft.com/office/drawing/2014/main" id="{4E50DA56-1FF2-2730-4CA3-EFEE68D10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0" y="4103723"/>
                <a:ext cx="593827" cy="414281"/>
              </a:xfrm>
              <a:prstGeom prst="rect">
                <a:avLst/>
              </a:prstGeom>
              <a:blipFill>
                <a:blip r:embed="rId55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橢圓 270">
            <a:extLst>
              <a:ext uri="{FF2B5EF4-FFF2-40B4-BE49-F238E27FC236}">
                <a16:creationId xmlns:a16="http://schemas.microsoft.com/office/drawing/2014/main" id="{0C500D1A-7622-C303-86BA-40942200E6BD}"/>
              </a:ext>
            </a:extLst>
          </p:cNvPr>
          <p:cNvSpPr/>
          <p:nvPr/>
        </p:nvSpPr>
        <p:spPr>
          <a:xfrm>
            <a:off x="11271377" y="426322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2" name="橢圓 271">
            <a:extLst>
              <a:ext uri="{FF2B5EF4-FFF2-40B4-BE49-F238E27FC236}">
                <a16:creationId xmlns:a16="http://schemas.microsoft.com/office/drawing/2014/main" id="{FAB754A4-AA37-C399-1681-B073A36F5801}"/>
              </a:ext>
            </a:extLst>
          </p:cNvPr>
          <p:cNvSpPr/>
          <p:nvPr/>
        </p:nvSpPr>
        <p:spPr>
          <a:xfrm>
            <a:off x="11271378" y="467986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文字方塊 272">
                <a:extLst>
                  <a:ext uri="{FF2B5EF4-FFF2-40B4-BE49-F238E27FC236}">
                    <a16:creationId xmlns:a16="http://schemas.microsoft.com/office/drawing/2014/main" id="{A83B7227-0446-C3E6-9FF5-E73922B51C1D}"/>
                  </a:ext>
                </a:extLst>
              </p:cNvPr>
              <p:cNvSpPr txBox="1"/>
              <p:nvPr/>
            </p:nvSpPr>
            <p:spPr>
              <a:xfrm>
                <a:off x="11357770" y="4512617"/>
                <a:ext cx="593827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3" name="文字方塊 272">
                <a:extLst>
                  <a:ext uri="{FF2B5EF4-FFF2-40B4-BE49-F238E27FC236}">
                    <a16:creationId xmlns:a16="http://schemas.microsoft.com/office/drawing/2014/main" id="{A83B7227-0446-C3E6-9FF5-E73922B51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70" y="4512617"/>
                <a:ext cx="593827" cy="414281"/>
              </a:xfrm>
              <a:prstGeom prst="rect">
                <a:avLst/>
              </a:prstGeom>
              <a:blipFill>
                <a:blip r:embed="rId56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4" name="直線接點 273">
            <a:extLst>
              <a:ext uri="{FF2B5EF4-FFF2-40B4-BE49-F238E27FC236}">
                <a16:creationId xmlns:a16="http://schemas.microsoft.com/office/drawing/2014/main" id="{1D2E4EFA-D52C-A16A-1ADA-D21BA7E02012}"/>
              </a:ext>
            </a:extLst>
          </p:cNvPr>
          <p:cNvCxnSpPr>
            <a:cxnSpLocks/>
            <a:stCxn id="263" idx="6"/>
            <a:endCxn id="271" idx="2"/>
          </p:cNvCxnSpPr>
          <p:nvPr/>
        </p:nvCxnSpPr>
        <p:spPr>
          <a:xfrm>
            <a:off x="8840346" y="4103723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直線接點 274">
            <a:extLst>
              <a:ext uri="{FF2B5EF4-FFF2-40B4-BE49-F238E27FC236}">
                <a16:creationId xmlns:a16="http://schemas.microsoft.com/office/drawing/2014/main" id="{B0F90005-13F1-B9C1-2303-FCAEF9E8CE6B}"/>
              </a:ext>
            </a:extLst>
          </p:cNvPr>
          <p:cNvCxnSpPr>
            <a:cxnSpLocks/>
            <a:stCxn id="263" idx="6"/>
            <a:endCxn id="272" idx="2"/>
          </p:cNvCxnSpPr>
          <p:nvPr/>
        </p:nvCxnSpPr>
        <p:spPr>
          <a:xfrm>
            <a:off x="8840346" y="4103723"/>
            <a:ext cx="2431032" cy="6219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文字方塊 275">
                <a:extLst>
                  <a:ext uri="{FF2B5EF4-FFF2-40B4-BE49-F238E27FC236}">
                    <a16:creationId xmlns:a16="http://schemas.microsoft.com/office/drawing/2014/main" id="{D3E97CE6-2B06-190E-7D7D-352D8D06BF58}"/>
                  </a:ext>
                </a:extLst>
              </p:cNvPr>
              <p:cNvSpPr txBox="1"/>
              <p:nvPr/>
            </p:nvSpPr>
            <p:spPr>
              <a:xfrm>
                <a:off x="9987734" y="4550447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6" name="文字方塊 275">
                <a:extLst>
                  <a:ext uri="{FF2B5EF4-FFF2-40B4-BE49-F238E27FC236}">
                    <a16:creationId xmlns:a16="http://schemas.microsoft.com/office/drawing/2014/main" id="{D3E97CE6-2B06-190E-7D7D-352D8D06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734" y="4550447"/>
                <a:ext cx="136256" cy="276999"/>
              </a:xfrm>
              <a:prstGeom prst="rect">
                <a:avLst/>
              </a:prstGeom>
              <a:blipFill>
                <a:blip r:embed="rId57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文字方塊 276">
                <a:extLst>
                  <a:ext uri="{FF2B5EF4-FFF2-40B4-BE49-F238E27FC236}">
                    <a16:creationId xmlns:a16="http://schemas.microsoft.com/office/drawing/2014/main" id="{110AF7FD-0CBF-619B-71D5-CEDDE4FBF4FB}"/>
                  </a:ext>
                </a:extLst>
              </p:cNvPr>
              <p:cNvSpPr txBox="1"/>
              <p:nvPr/>
            </p:nvSpPr>
            <p:spPr>
              <a:xfrm>
                <a:off x="9987734" y="4708609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7" name="文字方塊 276">
                <a:extLst>
                  <a:ext uri="{FF2B5EF4-FFF2-40B4-BE49-F238E27FC236}">
                    <a16:creationId xmlns:a16="http://schemas.microsoft.com/office/drawing/2014/main" id="{110AF7FD-0CBF-619B-71D5-CEDDE4FBF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734" y="4708609"/>
                <a:ext cx="136256" cy="276999"/>
              </a:xfrm>
              <a:prstGeom prst="rect">
                <a:avLst/>
              </a:prstGeom>
              <a:blipFill>
                <a:blip r:embed="rId58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4F0F6686-06D1-109F-B3BA-4E2CA0779E95}"/>
                  </a:ext>
                </a:extLst>
              </p:cNvPr>
              <p:cNvSpPr txBox="1"/>
              <p:nvPr/>
            </p:nvSpPr>
            <p:spPr>
              <a:xfrm>
                <a:off x="8080971" y="3865656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4F0F6686-06D1-109F-B3BA-4E2CA0779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971" y="3865656"/>
                <a:ext cx="567186" cy="410690"/>
              </a:xfrm>
              <a:prstGeom prst="rect">
                <a:avLst/>
              </a:prstGeom>
              <a:blipFill>
                <a:blip r:embed="rId59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9" name="橢圓 278">
            <a:extLst>
              <a:ext uri="{FF2B5EF4-FFF2-40B4-BE49-F238E27FC236}">
                <a16:creationId xmlns:a16="http://schemas.microsoft.com/office/drawing/2014/main" id="{FB9498D3-6228-A762-15C0-3ACACE234C06}"/>
              </a:ext>
            </a:extLst>
          </p:cNvPr>
          <p:cNvSpPr/>
          <p:nvPr/>
        </p:nvSpPr>
        <p:spPr>
          <a:xfrm>
            <a:off x="8725150" y="525260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文字方塊 279">
                <a:extLst>
                  <a:ext uri="{FF2B5EF4-FFF2-40B4-BE49-F238E27FC236}">
                    <a16:creationId xmlns:a16="http://schemas.microsoft.com/office/drawing/2014/main" id="{042F3A98-87E5-3D97-2301-1DF04B786A1F}"/>
                  </a:ext>
                </a:extLst>
              </p:cNvPr>
              <p:cNvSpPr txBox="1"/>
              <p:nvPr/>
            </p:nvSpPr>
            <p:spPr>
              <a:xfrm>
                <a:off x="8052167" y="5087157"/>
                <a:ext cx="567186" cy="410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80" name="文字方塊 279">
                <a:extLst>
                  <a:ext uri="{FF2B5EF4-FFF2-40B4-BE49-F238E27FC236}">
                    <a16:creationId xmlns:a16="http://schemas.microsoft.com/office/drawing/2014/main" id="{042F3A98-87E5-3D97-2301-1DF04B786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167" y="5087157"/>
                <a:ext cx="567186" cy="410690"/>
              </a:xfrm>
              <a:prstGeom prst="rect">
                <a:avLst/>
              </a:prstGeom>
              <a:blipFill>
                <a:blip r:embed="rId60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橢圓 280">
            <a:extLst>
              <a:ext uri="{FF2B5EF4-FFF2-40B4-BE49-F238E27FC236}">
                <a16:creationId xmlns:a16="http://schemas.microsoft.com/office/drawing/2014/main" id="{E04E7EF6-D177-7B06-DE8E-3DC93F7947EA}"/>
              </a:ext>
            </a:extLst>
          </p:cNvPr>
          <p:cNvSpPr/>
          <p:nvPr/>
        </p:nvSpPr>
        <p:spPr>
          <a:xfrm>
            <a:off x="11285769" y="499168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2" name="橢圓 281">
            <a:extLst>
              <a:ext uri="{FF2B5EF4-FFF2-40B4-BE49-F238E27FC236}">
                <a16:creationId xmlns:a16="http://schemas.microsoft.com/office/drawing/2014/main" id="{22FF9056-C36D-927B-0239-49906E010310}"/>
              </a:ext>
            </a:extLst>
          </p:cNvPr>
          <p:cNvSpPr/>
          <p:nvPr/>
        </p:nvSpPr>
        <p:spPr>
          <a:xfrm>
            <a:off x="11285770" y="540832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8B8A3B7B-3D9B-B3EB-7EB5-198247CF8513}"/>
                  </a:ext>
                </a:extLst>
              </p:cNvPr>
              <p:cNvSpPr txBox="1"/>
              <p:nvPr/>
            </p:nvSpPr>
            <p:spPr>
              <a:xfrm>
                <a:off x="11372165" y="5204773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8B8A3B7B-3D9B-B3EB-7EB5-198247CF8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165" y="5204773"/>
                <a:ext cx="593827" cy="408894"/>
              </a:xfrm>
              <a:prstGeom prst="rect">
                <a:avLst/>
              </a:prstGeom>
              <a:blipFill>
                <a:blip r:embed="rId61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4" name="直線接點 283">
            <a:extLst>
              <a:ext uri="{FF2B5EF4-FFF2-40B4-BE49-F238E27FC236}">
                <a16:creationId xmlns:a16="http://schemas.microsoft.com/office/drawing/2014/main" id="{471DC002-1D83-8200-B9FD-E7F888E35220}"/>
              </a:ext>
            </a:extLst>
          </p:cNvPr>
          <p:cNvCxnSpPr>
            <a:cxnSpLocks/>
            <a:stCxn id="279" idx="6"/>
            <a:endCxn id="281" idx="2"/>
          </p:cNvCxnSpPr>
          <p:nvPr/>
        </p:nvCxnSpPr>
        <p:spPr>
          <a:xfrm flipV="1">
            <a:off x="8811543" y="5037527"/>
            <a:ext cx="2474226" cy="26092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5" name="直線接點 284">
            <a:extLst>
              <a:ext uri="{FF2B5EF4-FFF2-40B4-BE49-F238E27FC236}">
                <a16:creationId xmlns:a16="http://schemas.microsoft.com/office/drawing/2014/main" id="{C6572FF1-27B8-A249-33E4-6FA0BF110B3E}"/>
              </a:ext>
            </a:extLst>
          </p:cNvPr>
          <p:cNvCxnSpPr>
            <a:cxnSpLocks/>
            <a:stCxn id="279" idx="6"/>
            <a:endCxn id="282" idx="2"/>
          </p:cNvCxnSpPr>
          <p:nvPr/>
        </p:nvCxnSpPr>
        <p:spPr>
          <a:xfrm>
            <a:off x="8811543" y="5298450"/>
            <a:ext cx="2474227" cy="1557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文字方塊 285">
                <a:extLst>
                  <a:ext uri="{FF2B5EF4-FFF2-40B4-BE49-F238E27FC236}">
                    <a16:creationId xmlns:a16="http://schemas.microsoft.com/office/drawing/2014/main" id="{AD00A1D8-5938-3D0E-E53D-83A0EF3EEB38}"/>
                  </a:ext>
                </a:extLst>
              </p:cNvPr>
              <p:cNvSpPr txBox="1"/>
              <p:nvPr/>
            </p:nvSpPr>
            <p:spPr>
              <a:xfrm>
                <a:off x="9987734" y="3011108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86" name="文字方塊 285">
                <a:extLst>
                  <a:ext uri="{FF2B5EF4-FFF2-40B4-BE49-F238E27FC236}">
                    <a16:creationId xmlns:a16="http://schemas.microsoft.com/office/drawing/2014/main" id="{AD00A1D8-5938-3D0E-E53D-83A0EF3EE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734" y="3011108"/>
                <a:ext cx="136256" cy="276999"/>
              </a:xfrm>
              <a:prstGeom prst="rect">
                <a:avLst/>
              </a:prstGeom>
              <a:blipFill>
                <a:blip r:embed="rId62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798279B2-F2F5-9BA4-64C2-4AD20AC255F1}"/>
                  </a:ext>
                </a:extLst>
              </p:cNvPr>
              <p:cNvSpPr txBox="1"/>
              <p:nvPr/>
            </p:nvSpPr>
            <p:spPr>
              <a:xfrm>
                <a:off x="9987734" y="316927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798279B2-F2F5-9BA4-64C2-4AD20AC25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734" y="3169270"/>
                <a:ext cx="136256" cy="276999"/>
              </a:xfrm>
              <a:prstGeom prst="rect">
                <a:avLst/>
              </a:prstGeom>
              <a:blipFill>
                <a:blip r:embed="rId63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7465ADBB-FC93-DC6D-7664-544D6CF46C5B}"/>
                  </a:ext>
                </a:extLst>
              </p:cNvPr>
              <p:cNvSpPr txBox="1"/>
              <p:nvPr/>
            </p:nvSpPr>
            <p:spPr>
              <a:xfrm>
                <a:off x="9987734" y="157058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7465ADBB-FC93-DC6D-7664-544D6CF46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734" y="1570581"/>
                <a:ext cx="136256" cy="276999"/>
              </a:xfrm>
              <a:prstGeom prst="rect">
                <a:avLst/>
              </a:prstGeom>
              <a:blipFill>
                <a:blip r:embed="rId64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B749A799-E3C9-8108-0CEF-872A93A430C7}"/>
                  </a:ext>
                </a:extLst>
              </p:cNvPr>
              <p:cNvSpPr txBox="1"/>
              <p:nvPr/>
            </p:nvSpPr>
            <p:spPr>
              <a:xfrm>
                <a:off x="9987734" y="1728743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B749A799-E3C9-8108-0CEF-872A93A4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734" y="1728743"/>
                <a:ext cx="136256" cy="276999"/>
              </a:xfrm>
              <a:prstGeom prst="rect">
                <a:avLst/>
              </a:prstGeom>
              <a:blipFill>
                <a:blip r:embed="rId65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文字方塊 296">
            <a:extLst>
              <a:ext uri="{FF2B5EF4-FFF2-40B4-BE49-F238E27FC236}">
                <a16:creationId xmlns:a16="http://schemas.microsoft.com/office/drawing/2014/main" id="{E8DDBC2A-25AE-5557-7CBE-9A7FCE947E5E}"/>
              </a:ext>
            </a:extLst>
          </p:cNvPr>
          <p:cNvSpPr txBox="1"/>
          <p:nvPr/>
        </p:nvSpPr>
        <p:spPr>
          <a:xfrm>
            <a:off x="9693474" y="1938486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298" name="文字方塊 297">
            <a:extLst>
              <a:ext uri="{FF2B5EF4-FFF2-40B4-BE49-F238E27FC236}">
                <a16:creationId xmlns:a16="http://schemas.microsoft.com/office/drawing/2014/main" id="{7296A87D-3E3B-CC56-CA97-71F030E61560}"/>
              </a:ext>
            </a:extLst>
          </p:cNvPr>
          <p:cNvSpPr txBox="1"/>
          <p:nvPr/>
        </p:nvSpPr>
        <p:spPr>
          <a:xfrm>
            <a:off x="9675038" y="2196479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299" name="文字方塊 298">
            <a:extLst>
              <a:ext uri="{FF2B5EF4-FFF2-40B4-BE49-F238E27FC236}">
                <a16:creationId xmlns:a16="http://schemas.microsoft.com/office/drawing/2014/main" id="{3B415E34-5A34-28FF-6D96-6CF515FF38E3}"/>
              </a:ext>
            </a:extLst>
          </p:cNvPr>
          <p:cNvSpPr txBox="1"/>
          <p:nvPr/>
        </p:nvSpPr>
        <p:spPr>
          <a:xfrm>
            <a:off x="9685854" y="2762751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300" name="文字方塊 299">
            <a:extLst>
              <a:ext uri="{FF2B5EF4-FFF2-40B4-BE49-F238E27FC236}">
                <a16:creationId xmlns:a16="http://schemas.microsoft.com/office/drawing/2014/main" id="{7A92CF00-93ED-901F-391F-89A18D2B6223}"/>
              </a:ext>
            </a:extLst>
          </p:cNvPr>
          <p:cNvSpPr txBox="1"/>
          <p:nvPr/>
        </p:nvSpPr>
        <p:spPr>
          <a:xfrm>
            <a:off x="9731574" y="5346454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303" name="文字方塊 302">
            <a:extLst>
              <a:ext uri="{FF2B5EF4-FFF2-40B4-BE49-F238E27FC236}">
                <a16:creationId xmlns:a16="http://schemas.microsoft.com/office/drawing/2014/main" id="{35946F38-9053-B1DD-29AE-6B89C744148D}"/>
              </a:ext>
            </a:extLst>
          </p:cNvPr>
          <p:cNvSpPr txBox="1"/>
          <p:nvPr/>
        </p:nvSpPr>
        <p:spPr>
          <a:xfrm>
            <a:off x="9714889" y="3556775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305" name="文字方塊 304">
            <a:extLst>
              <a:ext uri="{FF2B5EF4-FFF2-40B4-BE49-F238E27FC236}">
                <a16:creationId xmlns:a16="http://schemas.microsoft.com/office/drawing/2014/main" id="{B53DA289-2A1F-8CC8-514E-8C710F77FD69}"/>
              </a:ext>
            </a:extLst>
          </p:cNvPr>
          <p:cNvSpPr txBox="1"/>
          <p:nvPr/>
        </p:nvSpPr>
        <p:spPr>
          <a:xfrm>
            <a:off x="10421059" y="4029766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pic>
        <p:nvPicPr>
          <p:cNvPr id="306" name="圖片 305">
            <a:extLst>
              <a:ext uri="{FF2B5EF4-FFF2-40B4-BE49-F238E27FC236}">
                <a16:creationId xmlns:a16="http://schemas.microsoft.com/office/drawing/2014/main" id="{AD1A1DED-349D-6CE5-FCB2-20B59E189CD6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927231" y="4910640"/>
            <a:ext cx="161948" cy="152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文字方塊 306">
                <a:extLst>
                  <a:ext uri="{FF2B5EF4-FFF2-40B4-BE49-F238E27FC236}">
                    <a16:creationId xmlns:a16="http://schemas.microsoft.com/office/drawing/2014/main" id="{0581ACA2-51AF-D226-7CF3-F9523CB8C0A6}"/>
                  </a:ext>
                </a:extLst>
              </p:cNvPr>
              <p:cNvSpPr txBox="1"/>
              <p:nvPr/>
            </p:nvSpPr>
            <p:spPr>
              <a:xfrm>
                <a:off x="3319998" y="4935697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07" name="文字方塊 306">
                <a:extLst>
                  <a:ext uri="{FF2B5EF4-FFF2-40B4-BE49-F238E27FC236}">
                    <a16:creationId xmlns:a16="http://schemas.microsoft.com/office/drawing/2014/main" id="{0581ACA2-51AF-D226-7CF3-F9523CB8C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998" y="4935697"/>
                <a:ext cx="593827" cy="408894"/>
              </a:xfrm>
              <a:prstGeom prst="rect">
                <a:avLst/>
              </a:prstGeom>
              <a:blipFill>
                <a:blip r:embed="rId66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字方塊 307">
                <a:extLst>
                  <a:ext uri="{FF2B5EF4-FFF2-40B4-BE49-F238E27FC236}">
                    <a16:creationId xmlns:a16="http://schemas.microsoft.com/office/drawing/2014/main" id="{AFF852B1-3C75-7DC9-386C-2070CBDAFCE2}"/>
                  </a:ext>
                </a:extLst>
              </p:cNvPr>
              <p:cNvSpPr txBox="1"/>
              <p:nvPr/>
            </p:nvSpPr>
            <p:spPr>
              <a:xfrm>
                <a:off x="7277707" y="4937318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08" name="文字方塊 307">
                <a:extLst>
                  <a:ext uri="{FF2B5EF4-FFF2-40B4-BE49-F238E27FC236}">
                    <a16:creationId xmlns:a16="http://schemas.microsoft.com/office/drawing/2014/main" id="{AFF852B1-3C75-7DC9-386C-2070CBDA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07" y="4937318"/>
                <a:ext cx="593827" cy="408894"/>
              </a:xfrm>
              <a:prstGeom prst="rect">
                <a:avLst/>
              </a:prstGeom>
              <a:blipFill>
                <a:blip r:embed="rId67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文字方塊 308">
                <a:extLst>
                  <a:ext uri="{FF2B5EF4-FFF2-40B4-BE49-F238E27FC236}">
                    <a16:creationId xmlns:a16="http://schemas.microsoft.com/office/drawing/2014/main" id="{280B0A4E-582D-1410-3EFE-C0596BAD65D9}"/>
                  </a:ext>
                </a:extLst>
              </p:cNvPr>
              <p:cNvSpPr txBox="1"/>
              <p:nvPr/>
            </p:nvSpPr>
            <p:spPr>
              <a:xfrm>
                <a:off x="11357861" y="4836587"/>
                <a:ext cx="593827" cy="40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09" name="文字方塊 308">
                <a:extLst>
                  <a:ext uri="{FF2B5EF4-FFF2-40B4-BE49-F238E27FC236}">
                    <a16:creationId xmlns:a16="http://schemas.microsoft.com/office/drawing/2014/main" id="{280B0A4E-582D-1410-3EFE-C0596BAD6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861" y="4836587"/>
                <a:ext cx="593827" cy="408894"/>
              </a:xfrm>
              <a:prstGeom prst="rect">
                <a:avLst/>
              </a:prstGeom>
              <a:blipFill>
                <a:blip r:embed="rId68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1" name="圖片 310">
            <a:extLst>
              <a:ext uri="{FF2B5EF4-FFF2-40B4-BE49-F238E27FC236}">
                <a16:creationId xmlns:a16="http://schemas.microsoft.com/office/drawing/2014/main" id="{84D2F266-25D6-DAAC-3069-F5BAD1CD7C94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916669" y="4615054"/>
            <a:ext cx="161948" cy="152421"/>
          </a:xfrm>
          <a:prstGeom prst="rect">
            <a:avLst/>
          </a:prstGeom>
        </p:spPr>
      </p:pic>
      <p:pic>
        <p:nvPicPr>
          <p:cNvPr id="312" name="圖片 311">
            <a:extLst>
              <a:ext uri="{FF2B5EF4-FFF2-40B4-BE49-F238E27FC236}">
                <a16:creationId xmlns:a16="http://schemas.microsoft.com/office/drawing/2014/main" id="{16A6CB3D-2A6E-4877-559F-D9054F2D9570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889507" y="3810120"/>
            <a:ext cx="161948" cy="152421"/>
          </a:xfrm>
          <a:prstGeom prst="rect">
            <a:avLst/>
          </a:prstGeom>
        </p:spPr>
      </p:pic>
      <p:pic>
        <p:nvPicPr>
          <p:cNvPr id="313" name="圖片 312">
            <a:extLst>
              <a:ext uri="{FF2B5EF4-FFF2-40B4-BE49-F238E27FC236}">
                <a16:creationId xmlns:a16="http://schemas.microsoft.com/office/drawing/2014/main" id="{5AB6D74B-11FD-2184-1B6A-DCCE856E4402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898561" y="2594013"/>
            <a:ext cx="161948" cy="152421"/>
          </a:xfrm>
          <a:prstGeom prst="rect">
            <a:avLst/>
          </a:prstGeom>
        </p:spPr>
      </p:pic>
      <p:pic>
        <p:nvPicPr>
          <p:cNvPr id="314" name="圖片 313">
            <a:extLst>
              <a:ext uri="{FF2B5EF4-FFF2-40B4-BE49-F238E27FC236}">
                <a16:creationId xmlns:a16="http://schemas.microsoft.com/office/drawing/2014/main" id="{4F387B9D-9BC2-1C2C-4FDA-D1F1D58A192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889507" y="1351545"/>
            <a:ext cx="161948" cy="152421"/>
          </a:xfrm>
          <a:prstGeom prst="rect">
            <a:avLst/>
          </a:prstGeom>
        </p:spPr>
      </p:pic>
      <p:pic>
        <p:nvPicPr>
          <p:cNvPr id="315" name="圖片 314">
            <a:extLst>
              <a:ext uri="{FF2B5EF4-FFF2-40B4-BE49-F238E27FC236}">
                <a16:creationId xmlns:a16="http://schemas.microsoft.com/office/drawing/2014/main" id="{BBB7CD17-E24B-4E57-10F7-F3F1CCE972E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889508" y="932919"/>
            <a:ext cx="161948" cy="152421"/>
          </a:xfrm>
          <a:prstGeom prst="rect">
            <a:avLst/>
          </a:prstGeom>
        </p:spPr>
      </p:pic>
      <p:sp>
        <p:nvSpPr>
          <p:cNvPr id="316" name="箭號: 向右 315">
            <a:extLst>
              <a:ext uri="{FF2B5EF4-FFF2-40B4-BE49-F238E27FC236}">
                <a16:creationId xmlns:a16="http://schemas.microsoft.com/office/drawing/2014/main" id="{F7BB81D7-CFE0-FBA9-5956-CAFFB888F077}"/>
              </a:ext>
            </a:extLst>
          </p:cNvPr>
          <p:cNvSpPr/>
          <p:nvPr/>
        </p:nvSpPr>
        <p:spPr>
          <a:xfrm>
            <a:off x="3794760" y="647700"/>
            <a:ext cx="373380" cy="2301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130133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B479EEF-5416-38A0-0267-AFEF7CA37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" y="1069559"/>
            <a:ext cx="10515600" cy="401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0801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D52D-E45F-2CF5-29E8-318E3D4E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AF11382-E8CD-4E98-7CBC-58422577FA5D}"/>
              </a:ext>
            </a:extLst>
          </p:cNvPr>
          <p:cNvSpPr/>
          <p:nvPr/>
        </p:nvSpPr>
        <p:spPr>
          <a:xfrm>
            <a:off x="841121" y="96268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FE32243-1965-E31D-FF2F-A0BB84E56336}"/>
                  </a:ext>
                </a:extLst>
              </p:cNvPr>
              <p:cNvSpPr txBox="1"/>
              <p:nvPr/>
            </p:nvSpPr>
            <p:spPr>
              <a:xfrm>
                <a:off x="249055" y="807762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FE32243-1965-E31D-FF2F-A0BB84E56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55" y="807762"/>
                <a:ext cx="567186" cy="4151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B3D9240B-3784-4F8A-3565-CE2BF6DE2803}"/>
              </a:ext>
            </a:extLst>
          </p:cNvPr>
          <p:cNvSpPr/>
          <p:nvPr/>
        </p:nvSpPr>
        <p:spPr>
          <a:xfrm>
            <a:off x="3358545" y="37880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8E168F4-D379-DC8B-F40C-645BF81F9CFE}"/>
              </a:ext>
            </a:extLst>
          </p:cNvPr>
          <p:cNvSpPr/>
          <p:nvPr/>
        </p:nvSpPr>
        <p:spPr>
          <a:xfrm>
            <a:off x="3358546" y="79544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F2D18E9-8B5C-0927-710D-3D735E0FDA5B}"/>
                  </a:ext>
                </a:extLst>
              </p:cNvPr>
              <p:cNvSpPr txBox="1"/>
              <p:nvPr/>
            </p:nvSpPr>
            <p:spPr>
              <a:xfrm>
                <a:off x="3444937" y="629476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F2D18E9-8B5C-0927-710D-3D735E0FD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937" y="629476"/>
                <a:ext cx="593827" cy="385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CC7810D-C575-744E-750E-B8C2A1ACBBDC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927514" y="424645"/>
            <a:ext cx="2431031" cy="5838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D69AD697-E7EB-3D58-09EA-48FF90B02B39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 flipV="1">
            <a:off x="927514" y="841283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E7ABF00-DD16-23AF-CC4A-DC93B513E4CB}"/>
                  </a:ext>
                </a:extLst>
              </p:cNvPr>
              <p:cNvSpPr txBox="1"/>
              <p:nvPr/>
            </p:nvSpPr>
            <p:spPr>
              <a:xfrm>
                <a:off x="3444937" y="1032130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E7ABF00-DD16-23AF-CC4A-DC93B513E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937" y="1032130"/>
                <a:ext cx="593827" cy="3852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>
            <a:extLst>
              <a:ext uri="{FF2B5EF4-FFF2-40B4-BE49-F238E27FC236}">
                <a16:creationId xmlns:a16="http://schemas.microsoft.com/office/drawing/2014/main" id="{3ABBCF05-D270-ED97-1A07-3C387C1B8E39}"/>
              </a:ext>
            </a:extLst>
          </p:cNvPr>
          <p:cNvSpPr/>
          <p:nvPr/>
        </p:nvSpPr>
        <p:spPr>
          <a:xfrm>
            <a:off x="3358545" y="116803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D791CA58-93AB-51B5-91FE-4337DAA8F901}"/>
              </a:ext>
            </a:extLst>
          </p:cNvPr>
          <p:cNvSpPr/>
          <p:nvPr/>
        </p:nvSpPr>
        <p:spPr>
          <a:xfrm>
            <a:off x="3358546" y="158466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8076682-2212-60AB-2559-9721079892C4}"/>
                  </a:ext>
                </a:extLst>
              </p:cNvPr>
              <p:cNvSpPr txBox="1"/>
              <p:nvPr/>
            </p:nvSpPr>
            <p:spPr>
              <a:xfrm>
                <a:off x="3444937" y="1437574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8076682-2212-60AB-2559-972107989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937" y="1437574"/>
                <a:ext cx="593827" cy="385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F6D16A2-91C1-905D-D271-5F3A1D839150}"/>
              </a:ext>
            </a:extLst>
          </p:cNvPr>
          <p:cNvCxnSpPr>
            <a:cxnSpLocks/>
            <a:stCxn id="4" idx="6"/>
            <a:endCxn id="13" idx="2"/>
          </p:cNvCxnSpPr>
          <p:nvPr/>
        </p:nvCxnSpPr>
        <p:spPr>
          <a:xfrm>
            <a:off x="927514" y="1008529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A433DF5-34BC-E1E9-5E70-6CC0A4366708}"/>
              </a:ext>
            </a:extLst>
          </p:cNvPr>
          <p:cNvCxnSpPr>
            <a:cxnSpLocks/>
            <a:stCxn id="4" idx="6"/>
            <a:endCxn id="14" idx="2"/>
          </p:cNvCxnSpPr>
          <p:nvPr/>
        </p:nvCxnSpPr>
        <p:spPr>
          <a:xfrm>
            <a:off x="927514" y="1008529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F1A1D3B-E9F2-7819-8A49-22EB5468B8FE}"/>
                  </a:ext>
                </a:extLst>
              </p:cNvPr>
              <p:cNvSpPr txBox="1"/>
              <p:nvPr/>
            </p:nvSpPr>
            <p:spPr>
              <a:xfrm>
                <a:off x="3447654" y="229255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F1A1D3B-E9F2-7819-8A49-22EB5468B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654" y="229255"/>
                <a:ext cx="593827" cy="3878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橢圓 18">
            <a:extLst>
              <a:ext uri="{FF2B5EF4-FFF2-40B4-BE49-F238E27FC236}">
                <a16:creationId xmlns:a16="http://schemas.microsoft.com/office/drawing/2014/main" id="{91A1A97A-BF7B-80C4-1A07-E294AD60938A}"/>
              </a:ext>
            </a:extLst>
          </p:cNvPr>
          <p:cNvSpPr/>
          <p:nvPr/>
        </p:nvSpPr>
        <p:spPr>
          <a:xfrm>
            <a:off x="858664" y="250607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B162E2-3257-F0DE-68CC-30F7238E1E46}"/>
                  </a:ext>
                </a:extLst>
              </p:cNvPr>
              <p:cNvSpPr txBox="1"/>
              <p:nvPr/>
            </p:nvSpPr>
            <p:spPr>
              <a:xfrm>
                <a:off x="249055" y="2365455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B162E2-3257-F0DE-68CC-30F7238E1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55" y="2365455"/>
                <a:ext cx="567186" cy="415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58AE55AA-BD1D-8DC1-02C0-ECE8D2D9B524}"/>
              </a:ext>
            </a:extLst>
          </p:cNvPr>
          <p:cNvSpPr/>
          <p:nvPr/>
        </p:nvSpPr>
        <p:spPr>
          <a:xfrm>
            <a:off x="3376088" y="192219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A8ED3C76-84FE-7F41-9D34-5D759F43B81C}"/>
              </a:ext>
            </a:extLst>
          </p:cNvPr>
          <p:cNvSpPr/>
          <p:nvPr/>
        </p:nvSpPr>
        <p:spPr>
          <a:xfrm>
            <a:off x="3376089" y="233883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9B2DA4E-F096-B383-E865-8DB708877C8F}"/>
                  </a:ext>
                </a:extLst>
              </p:cNvPr>
              <p:cNvSpPr txBox="1"/>
              <p:nvPr/>
            </p:nvSpPr>
            <p:spPr>
              <a:xfrm>
                <a:off x="3462480" y="2172867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9B2DA4E-F096-B383-E865-8DB708877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480" y="2172867"/>
                <a:ext cx="593827" cy="3858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3D28C56-C1DD-CCD7-859E-8F1452F8B184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 flipV="1">
            <a:off x="945057" y="1968036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05CF0BA4-5D1E-FF57-DB96-5BF60A2EC646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V="1">
            <a:off x="945057" y="2384674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4FE8E4C-AB9B-AC17-0AE5-54CA4731E10B}"/>
                  </a:ext>
                </a:extLst>
              </p:cNvPr>
              <p:cNvSpPr txBox="1"/>
              <p:nvPr/>
            </p:nvSpPr>
            <p:spPr>
              <a:xfrm>
                <a:off x="3462480" y="2575521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4FE8E4C-AB9B-AC17-0AE5-54CA4731E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480" y="2575521"/>
                <a:ext cx="593827" cy="385298"/>
              </a:xfrm>
              <a:prstGeom prst="rect">
                <a:avLst/>
              </a:prstGeom>
              <a:blipFill>
                <a:blip r:embed="rId9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橢圓 26">
            <a:extLst>
              <a:ext uri="{FF2B5EF4-FFF2-40B4-BE49-F238E27FC236}">
                <a16:creationId xmlns:a16="http://schemas.microsoft.com/office/drawing/2014/main" id="{D206BA0E-97F1-95E8-ACBA-9F1D1442F867}"/>
              </a:ext>
            </a:extLst>
          </p:cNvPr>
          <p:cNvSpPr/>
          <p:nvPr/>
        </p:nvSpPr>
        <p:spPr>
          <a:xfrm>
            <a:off x="3376088" y="271142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2673C1F2-7B65-8E7C-81DE-0782E25FA7CD}"/>
              </a:ext>
            </a:extLst>
          </p:cNvPr>
          <p:cNvSpPr/>
          <p:nvPr/>
        </p:nvSpPr>
        <p:spPr>
          <a:xfrm>
            <a:off x="3376089" y="312806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51A5016-7244-9221-EBB6-F8D7ADA6C2EB}"/>
                  </a:ext>
                </a:extLst>
              </p:cNvPr>
              <p:cNvSpPr txBox="1"/>
              <p:nvPr/>
            </p:nvSpPr>
            <p:spPr>
              <a:xfrm>
                <a:off x="3462480" y="298096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51A5016-7244-9221-EBB6-F8D7ADA6C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480" y="2980965"/>
                <a:ext cx="593827" cy="385875"/>
              </a:xfrm>
              <a:prstGeom prst="rect">
                <a:avLst/>
              </a:prstGeom>
              <a:blipFill>
                <a:blip r:embed="rId10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1B23BDC-639A-2459-52A0-BF4551FA395D}"/>
              </a:ext>
            </a:extLst>
          </p:cNvPr>
          <p:cNvCxnSpPr>
            <a:cxnSpLocks/>
            <a:stCxn id="19" idx="6"/>
            <a:endCxn id="27" idx="2"/>
          </p:cNvCxnSpPr>
          <p:nvPr/>
        </p:nvCxnSpPr>
        <p:spPr>
          <a:xfrm>
            <a:off x="945057" y="2551920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1E9CD579-C1DA-C2D8-44D1-4C5D94123EFC}"/>
              </a:ext>
            </a:extLst>
          </p:cNvPr>
          <p:cNvCxnSpPr>
            <a:cxnSpLocks/>
            <a:stCxn id="19" idx="6"/>
            <a:endCxn id="28" idx="2"/>
          </p:cNvCxnSpPr>
          <p:nvPr/>
        </p:nvCxnSpPr>
        <p:spPr>
          <a:xfrm>
            <a:off x="945057" y="2551920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615957D-457F-C3C2-FC4B-18854716D5E7}"/>
                  </a:ext>
                </a:extLst>
              </p:cNvPr>
              <p:cNvSpPr txBox="1"/>
              <p:nvPr/>
            </p:nvSpPr>
            <p:spPr>
              <a:xfrm>
                <a:off x="3465197" y="1772646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615957D-457F-C3C2-FC4B-18854716D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197" y="1772646"/>
                <a:ext cx="593827" cy="3878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橢圓 32">
            <a:extLst>
              <a:ext uri="{FF2B5EF4-FFF2-40B4-BE49-F238E27FC236}">
                <a16:creationId xmlns:a16="http://schemas.microsoft.com/office/drawing/2014/main" id="{3969A957-492B-D88E-D9C2-D198FB9748C0}"/>
              </a:ext>
            </a:extLst>
          </p:cNvPr>
          <p:cNvSpPr/>
          <p:nvPr/>
        </p:nvSpPr>
        <p:spPr>
          <a:xfrm>
            <a:off x="882272" y="334518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39200C2-3CFA-A254-FDC9-4E313E7E21D1}"/>
                  </a:ext>
                </a:extLst>
              </p:cNvPr>
              <p:cNvSpPr txBox="1"/>
              <p:nvPr/>
            </p:nvSpPr>
            <p:spPr>
              <a:xfrm>
                <a:off x="251712" y="3152246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39200C2-3CFA-A254-FDC9-4E313E7E2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12" y="3152246"/>
                <a:ext cx="567186" cy="415178"/>
              </a:xfrm>
              <a:prstGeom prst="rect">
                <a:avLst/>
              </a:prstGeom>
              <a:blipFill>
                <a:blip r:embed="rId12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4F99A662-1F92-5BDC-1831-FB92876E930E}"/>
              </a:ext>
            </a:extLst>
          </p:cNvPr>
          <p:cNvCxnSpPr>
            <a:cxnSpLocks/>
            <a:stCxn id="33" idx="6"/>
            <a:endCxn id="27" idx="2"/>
          </p:cNvCxnSpPr>
          <p:nvPr/>
        </p:nvCxnSpPr>
        <p:spPr>
          <a:xfrm flipV="1">
            <a:off x="968665" y="2757265"/>
            <a:ext cx="2407423" cy="6337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B205E5D3-09D0-3913-ADBF-70F50FBC76E6}"/>
              </a:ext>
            </a:extLst>
          </p:cNvPr>
          <p:cNvCxnSpPr>
            <a:cxnSpLocks/>
            <a:stCxn id="33" idx="6"/>
            <a:endCxn id="28" idx="2"/>
          </p:cNvCxnSpPr>
          <p:nvPr/>
        </p:nvCxnSpPr>
        <p:spPr>
          <a:xfrm flipV="1">
            <a:off x="968665" y="3173903"/>
            <a:ext cx="2407424" cy="217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7422CD4E-2C08-9D2B-95D1-4B856ED9047C}"/>
              </a:ext>
            </a:extLst>
          </p:cNvPr>
          <p:cNvCxnSpPr>
            <a:cxnSpLocks/>
            <a:stCxn id="33" idx="6"/>
            <a:endCxn id="38" idx="2"/>
          </p:cNvCxnSpPr>
          <p:nvPr/>
        </p:nvCxnSpPr>
        <p:spPr>
          <a:xfrm>
            <a:off x="968665" y="3391026"/>
            <a:ext cx="2424021" cy="225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橢圓 37">
            <a:extLst>
              <a:ext uri="{FF2B5EF4-FFF2-40B4-BE49-F238E27FC236}">
                <a16:creationId xmlns:a16="http://schemas.microsoft.com/office/drawing/2014/main" id="{2DC0FCEB-FAA9-5B0A-FA28-D7A105B12611}"/>
              </a:ext>
            </a:extLst>
          </p:cNvPr>
          <p:cNvSpPr/>
          <p:nvPr/>
        </p:nvSpPr>
        <p:spPr>
          <a:xfrm>
            <a:off x="3392686" y="357110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F5DDC10F-5473-5BBE-CD09-68FE0413DA75}"/>
              </a:ext>
            </a:extLst>
          </p:cNvPr>
          <p:cNvSpPr/>
          <p:nvPr/>
        </p:nvSpPr>
        <p:spPr>
          <a:xfrm>
            <a:off x="3401740" y="396128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C3A3D90-5786-79E3-4C49-E777B301BA29}"/>
              </a:ext>
            </a:extLst>
          </p:cNvPr>
          <p:cNvCxnSpPr>
            <a:cxnSpLocks/>
            <a:stCxn id="33" idx="6"/>
            <a:endCxn id="39" idx="2"/>
          </p:cNvCxnSpPr>
          <p:nvPr/>
        </p:nvCxnSpPr>
        <p:spPr>
          <a:xfrm>
            <a:off x="968665" y="3391026"/>
            <a:ext cx="2433075" cy="616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6BD6CA0-68AC-F705-C5A4-B31321DDF38B}"/>
                  </a:ext>
                </a:extLst>
              </p:cNvPr>
              <p:cNvSpPr txBox="1"/>
              <p:nvPr/>
            </p:nvSpPr>
            <p:spPr>
              <a:xfrm>
                <a:off x="3478852" y="3391026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6BD6CA0-68AC-F705-C5A4-B31321DDF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52" y="3391026"/>
                <a:ext cx="593827" cy="3852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64D954D6-DFF0-5317-4E43-AFDCC7393025}"/>
                  </a:ext>
                </a:extLst>
              </p:cNvPr>
              <p:cNvSpPr txBox="1"/>
              <p:nvPr/>
            </p:nvSpPr>
            <p:spPr>
              <a:xfrm>
                <a:off x="3478852" y="384591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64D954D6-DFF0-5317-4E43-AFDCC7393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52" y="3845915"/>
                <a:ext cx="593827" cy="3858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橢圓 42">
            <a:extLst>
              <a:ext uri="{FF2B5EF4-FFF2-40B4-BE49-F238E27FC236}">
                <a16:creationId xmlns:a16="http://schemas.microsoft.com/office/drawing/2014/main" id="{01A6CDD0-B854-8C73-CDE3-48EC4958AC1C}"/>
              </a:ext>
            </a:extLst>
          </p:cNvPr>
          <p:cNvSpPr/>
          <p:nvPr/>
        </p:nvSpPr>
        <p:spPr>
          <a:xfrm>
            <a:off x="901858" y="493431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CE4F54B-FCBF-2A12-FD96-2DD330D62CBD}"/>
                  </a:ext>
                </a:extLst>
              </p:cNvPr>
              <p:cNvSpPr txBox="1"/>
              <p:nvPr/>
            </p:nvSpPr>
            <p:spPr>
              <a:xfrm>
                <a:off x="291478" y="4778001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CE4F54B-FCBF-2A12-FD96-2DD330D62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78" y="4778001"/>
                <a:ext cx="567186" cy="415178"/>
              </a:xfrm>
              <a:prstGeom prst="rect">
                <a:avLst/>
              </a:prstGeom>
              <a:blipFill>
                <a:blip r:embed="rId15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橢圓 44">
            <a:extLst>
              <a:ext uri="{FF2B5EF4-FFF2-40B4-BE49-F238E27FC236}">
                <a16:creationId xmlns:a16="http://schemas.microsoft.com/office/drawing/2014/main" id="{2B498688-C545-A96D-142B-5F404FC879AC}"/>
              </a:ext>
            </a:extLst>
          </p:cNvPr>
          <p:cNvSpPr/>
          <p:nvPr/>
        </p:nvSpPr>
        <p:spPr>
          <a:xfrm>
            <a:off x="3419282" y="435043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8C5AB7EB-0527-2DAB-1994-926E0D7E6C43}"/>
              </a:ext>
            </a:extLst>
          </p:cNvPr>
          <p:cNvSpPr/>
          <p:nvPr/>
        </p:nvSpPr>
        <p:spPr>
          <a:xfrm>
            <a:off x="3419283" y="476707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0B82633D-E43C-0B2F-485D-26DB435BB92D}"/>
                  </a:ext>
                </a:extLst>
              </p:cNvPr>
              <p:cNvSpPr txBox="1"/>
              <p:nvPr/>
            </p:nvSpPr>
            <p:spPr>
              <a:xfrm>
                <a:off x="3505674" y="4601109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0B82633D-E43C-0B2F-485D-26DB435B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74" y="4601109"/>
                <a:ext cx="593827" cy="385875"/>
              </a:xfrm>
              <a:prstGeom prst="rect">
                <a:avLst/>
              </a:prstGeom>
              <a:blipFill>
                <a:blip r:embed="rId16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62D75FB-E34B-F7F2-6D4C-AF35624C32C9}"/>
              </a:ext>
            </a:extLst>
          </p:cNvPr>
          <p:cNvCxnSpPr>
            <a:cxnSpLocks/>
            <a:stCxn id="43" idx="6"/>
            <a:endCxn id="45" idx="2"/>
          </p:cNvCxnSpPr>
          <p:nvPr/>
        </p:nvCxnSpPr>
        <p:spPr>
          <a:xfrm flipV="1">
            <a:off x="988251" y="4396278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D6991E36-8297-C4CE-DD4A-E16EFC45E53B}"/>
              </a:ext>
            </a:extLst>
          </p:cNvPr>
          <p:cNvCxnSpPr>
            <a:cxnSpLocks/>
            <a:stCxn id="43" idx="6"/>
            <a:endCxn id="46" idx="2"/>
          </p:cNvCxnSpPr>
          <p:nvPr/>
        </p:nvCxnSpPr>
        <p:spPr>
          <a:xfrm flipV="1">
            <a:off x="988251" y="4812916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820B7AD-8FF9-8DEE-499C-F68F33ACBEEB}"/>
                  </a:ext>
                </a:extLst>
              </p:cNvPr>
              <p:cNvSpPr txBox="1"/>
              <p:nvPr/>
            </p:nvSpPr>
            <p:spPr>
              <a:xfrm>
                <a:off x="3505674" y="5003763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820B7AD-8FF9-8DEE-499C-F68F33AC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74" y="5003763"/>
                <a:ext cx="593827" cy="3852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橢圓 50">
            <a:extLst>
              <a:ext uri="{FF2B5EF4-FFF2-40B4-BE49-F238E27FC236}">
                <a16:creationId xmlns:a16="http://schemas.microsoft.com/office/drawing/2014/main" id="{9ECC37CE-0512-4506-830F-D338BDAAAB68}"/>
              </a:ext>
            </a:extLst>
          </p:cNvPr>
          <p:cNvSpPr/>
          <p:nvPr/>
        </p:nvSpPr>
        <p:spPr>
          <a:xfrm>
            <a:off x="3419282" y="513966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EA22025-33D1-135A-2BFD-F518E8D4BCCF}"/>
              </a:ext>
            </a:extLst>
          </p:cNvPr>
          <p:cNvSpPr/>
          <p:nvPr/>
        </p:nvSpPr>
        <p:spPr>
          <a:xfrm>
            <a:off x="3419283" y="555630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3D3FB5CF-2CE5-7F0C-9AFD-3A940A06243B}"/>
                  </a:ext>
                </a:extLst>
              </p:cNvPr>
              <p:cNvSpPr txBox="1"/>
              <p:nvPr/>
            </p:nvSpPr>
            <p:spPr>
              <a:xfrm>
                <a:off x="3505674" y="5409207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3D3FB5CF-2CE5-7F0C-9AFD-3A940A062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74" y="5409207"/>
                <a:ext cx="593827" cy="3858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24B875C3-DC47-757C-3788-491716FC5A82}"/>
              </a:ext>
            </a:extLst>
          </p:cNvPr>
          <p:cNvCxnSpPr>
            <a:cxnSpLocks/>
            <a:stCxn id="43" idx="6"/>
            <a:endCxn id="51" idx="2"/>
          </p:cNvCxnSpPr>
          <p:nvPr/>
        </p:nvCxnSpPr>
        <p:spPr>
          <a:xfrm>
            <a:off x="988251" y="4980162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32A352B5-3C89-406F-DCB9-C2B51AF3B682}"/>
              </a:ext>
            </a:extLst>
          </p:cNvPr>
          <p:cNvCxnSpPr>
            <a:cxnSpLocks/>
            <a:stCxn id="43" idx="6"/>
            <a:endCxn id="52" idx="2"/>
          </p:cNvCxnSpPr>
          <p:nvPr/>
        </p:nvCxnSpPr>
        <p:spPr>
          <a:xfrm>
            <a:off x="988251" y="4980162"/>
            <a:ext cx="2431032" cy="6219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6AE9250-97DD-D48B-0231-7C95160E6EF3}"/>
                  </a:ext>
                </a:extLst>
              </p:cNvPr>
              <p:cNvSpPr txBox="1"/>
              <p:nvPr/>
            </p:nvSpPr>
            <p:spPr>
              <a:xfrm>
                <a:off x="3508391" y="4200888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6AE9250-97DD-D48B-0231-7C95160E6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391" y="4200888"/>
                <a:ext cx="593827" cy="387863"/>
              </a:xfrm>
              <a:prstGeom prst="rect">
                <a:avLst/>
              </a:prstGeom>
              <a:blipFill>
                <a:blip r:embed="rId19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32EA4BF1-C584-8204-11A4-7B6CA97C85C1}"/>
                  </a:ext>
                </a:extLst>
              </p:cNvPr>
              <p:cNvSpPr txBox="1"/>
              <p:nvPr/>
            </p:nvSpPr>
            <p:spPr>
              <a:xfrm>
                <a:off x="2193233" y="1512732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32EA4BF1-C584-8204-11A4-7B6CA97C8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233" y="1512732"/>
                <a:ext cx="136256" cy="276999"/>
              </a:xfrm>
              <a:prstGeom prst="rect">
                <a:avLst/>
              </a:prstGeom>
              <a:blipFill>
                <a:blip r:embed="rId20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A103A103-C8EE-CFA5-AEFE-267DA3C967AE}"/>
                  </a:ext>
                </a:extLst>
              </p:cNvPr>
              <p:cNvSpPr txBox="1"/>
              <p:nvPr/>
            </p:nvSpPr>
            <p:spPr>
              <a:xfrm>
                <a:off x="2193233" y="168799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A103A103-C8EE-CFA5-AEFE-267DA3C96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233" y="1687991"/>
                <a:ext cx="136256" cy="276999"/>
              </a:xfrm>
              <a:prstGeom prst="rect">
                <a:avLst/>
              </a:prstGeom>
              <a:blipFill>
                <a:blip r:embed="rId21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222F45CE-F217-5795-9191-C90C0AE3BF25}"/>
                  </a:ext>
                </a:extLst>
              </p:cNvPr>
              <p:cNvSpPr txBox="1"/>
              <p:nvPr/>
            </p:nvSpPr>
            <p:spPr>
              <a:xfrm>
                <a:off x="2229907" y="3957192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222F45CE-F217-5795-9191-C90C0AE3B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907" y="3957192"/>
                <a:ext cx="136256" cy="276999"/>
              </a:xfrm>
              <a:prstGeom prst="rect">
                <a:avLst/>
              </a:prstGeom>
              <a:blipFill>
                <a:blip r:embed="rId22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014C022-D135-83F9-0EC7-DB3FA652BF63}"/>
                  </a:ext>
                </a:extLst>
              </p:cNvPr>
              <p:cNvSpPr txBox="1"/>
              <p:nvPr/>
            </p:nvSpPr>
            <p:spPr>
              <a:xfrm>
                <a:off x="2229907" y="413245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014C022-D135-83F9-0EC7-DB3FA652B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907" y="4132451"/>
                <a:ext cx="136256" cy="276999"/>
              </a:xfrm>
              <a:prstGeom prst="rect">
                <a:avLst/>
              </a:prstGeom>
              <a:blipFill>
                <a:blip r:embed="rId23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61">
            <a:extLst>
              <a:ext uri="{FF2B5EF4-FFF2-40B4-BE49-F238E27FC236}">
                <a16:creationId xmlns:a16="http://schemas.microsoft.com/office/drawing/2014/main" id="{AE457CAB-24BF-8D5A-C1B1-E623EA9B1E30}"/>
              </a:ext>
            </a:extLst>
          </p:cNvPr>
          <p:cNvSpPr txBox="1"/>
          <p:nvPr/>
        </p:nvSpPr>
        <p:spPr>
          <a:xfrm>
            <a:off x="1686051" y="378802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B967EC2-6880-1765-A8A0-B3EB084DB7D7}"/>
              </a:ext>
            </a:extLst>
          </p:cNvPr>
          <p:cNvSpPr txBox="1"/>
          <p:nvPr/>
        </p:nvSpPr>
        <p:spPr>
          <a:xfrm>
            <a:off x="816241" y="2982020"/>
            <a:ext cx="1126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EEA28A2E-81AE-D597-AB25-0D0E4633C1B3}"/>
              </a:ext>
            </a:extLst>
          </p:cNvPr>
          <p:cNvSpPr txBox="1"/>
          <p:nvPr/>
        </p:nvSpPr>
        <p:spPr>
          <a:xfrm>
            <a:off x="1722725" y="5348067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1B8E8177-D2F7-A35B-1500-3759B0924F34}"/>
              </a:ext>
            </a:extLst>
          </p:cNvPr>
          <p:cNvSpPr/>
          <p:nvPr/>
        </p:nvSpPr>
        <p:spPr>
          <a:xfrm>
            <a:off x="4777958" y="96268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D201694-DA02-5708-F48D-FFC591DBED53}"/>
                  </a:ext>
                </a:extLst>
              </p:cNvPr>
              <p:cNvSpPr txBox="1"/>
              <p:nvPr/>
            </p:nvSpPr>
            <p:spPr>
              <a:xfrm>
                <a:off x="4185892" y="807762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D201694-DA02-5708-F48D-FFC591DBE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892" y="807762"/>
                <a:ext cx="567186" cy="41517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橢圓 4">
            <a:extLst>
              <a:ext uri="{FF2B5EF4-FFF2-40B4-BE49-F238E27FC236}">
                <a16:creationId xmlns:a16="http://schemas.microsoft.com/office/drawing/2014/main" id="{D373CF01-F534-5DAB-637C-AF0762592B0B}"/>
              </a:ext>
            </a:extLst>
          </p:cNvPr>
          <p:cNvSpPr/>
          <p:nvPr/>
        </p:nvSpPr>
        <p:spPr>
          <a:xfrm>
            <a:off x="7295382" y="37880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92EAA49-0B68-B1BE-0F4E-909C40A3F7CA}"/>
              </a:ext>
            </a:extLst>
          </p:cNvPr>
          <p:cNvSpPr/>
          <p:nvPr/>
        </p:nvSpPr>
        <p:spPr>
          <a:xfrm>
            <a:off x="7295383" y="79544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4AEA528-C858-D31E-892E-AAEA0015627B}"/>
                  </a:ext>
                </a:extLst>
              </p:cNvPr>
              <p:cNvSpPr txBox="1"/>
              <p:nvPr/>
            </p:nvSpPr>
            <p:spPr>
              <a:xfrm>
                <a:off x="7381774" y="629476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4AEA528-C858-D31E-892E-AAEA00156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774" y="629476"/>
                <a:ext cx="593827" cy="3858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6D4D9B34-4AD5-244B-16A4-3F9FBF73B39C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 flipV="1">
            <a:off x="4864351" y="424645"/>
            <a:ext cx="2431031" cy="5838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6E0E4F42-DF0B-270A-C8DA-7624A37DB0A7}"/>
              </a:ext>
            </a:extLst>
          </p:cNvPr>
          <p:cNvCxnSpPr>
            <a:cxnSpLocks/>
            <a:stCxn id="2" idx="6"/>
            <a:endCxn id="61" idx="2"/>
          </p:cNvCxnSpPr>
          <p:nvPr/>
        </p:nvCxnSpPr>
        <p:spPr>
          <a:xfrm flipV="1">
            <a:off x="4864351" y="841283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E960298D-B42F-4270-7C03-527687D9992A}"/>
                  </a:ext>
                </a:extLst>
              </p:cNvPr>
              <p:cNvSpPr txBox="1"/>
              <p:nvPr/>
            </p:nvSpPr>
            <p:spPr>
              <a:xfrm>
                <a:off x="7381774" y="1032130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E960298D-B42F-4270-7C03-527687D99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774" y="1032130"/>
                <a:ext cx="593827" cy="38529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橢圓 68">
            <a:extLst>
              <a:ext uri="{FF2B5EF4-FFF2-40B4-BE49-F238E27FC236}">
                <a16:creationId xmlns:a16="http://schemas.microsoft.com/office/drawing/2014/main" id="{DDB9AACA-6CDE-DB22-F244-9EB7F2CFECD4}"/>
              </a:ext>
            </a:extLst>
          </p:cNvPr>
          <p:cNvSpPr/>
          <p:nvPr/>
        </p:nvSpPr>
        <p:spPr>
          <a:xfrm>
            <a:off x="7295382" y="116803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5349D8AD-C709-ACEF-B817-02918767C23B}"/>
              </a:ext>
            </a:extLst>
          </p:cNvPr>
          <p:cNvSpPr/>
          <p:nvPr/>
        </p:nvSpPr>
        <p:spPr>
          <a:xfrm>
            <a:off x="7295383" y="158466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A6A3F05B-57DD-063F-F629-03CFFD327F61}"/>
                  </a:ext>
                </a:extLst>
              </p:cNvPr>
              <p:cNvSpPr txBox="1"/>
              <p:nvPr/>
            </p:nvSpPr>
            <p:spPr>
              <a:xfrm>
                <a:off x="7381774" y="1437574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A6A3F05B-57DD-063F-F629-03CFFD327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774" y="1437574"/>
                <a:ext cx="593827" cy="3858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461999A7-E705-5BCF-D465-8801363AA035}"/>
              </a:ext>
            </a:extLst>
          </p:cNvPr>
          <p:cNvCxnSpPr>
            <a:cxnSpLocks/>
            <a:stCxn id="2" idx="6"/>
            <a:endCxn id="69" idx="2"/>
          </p:cNvCxnSpPr>
          <p:nvPr/>
        </p:nvCxnSpPr>
        <p:spPr>
          <a:xfrm>
            <a:off x="4864351" y="1008529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1C626F8E-7173-F8BA-5500-D80BFE085506}"/>
              </a:ext>
            </a:extLst>
          </p:cNvPr>
          <p:cNvCxnSpPr>
            <a:cxnSpLocks/>
            <a:stCxn id="2" idx="6"/>
            <a:endCxn id="70" idx="2"/>
          </p:cNvCxnSpPr>
          <p:nvPr/>
        </p:nvCxnSpPr>
        <p:spPr>
          <a:xfrm>
            <a:off x="4864351" y="1008529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FA40A7FF-4E5F-B1FE-1359-EEF03A9440F4}"/>
                  </a:ext>
                </a:extLst>
              </p:cNvPr>
              <p:cNvSpPr txBox="1"/>
              <p:nvPr/>
            </p:nvSpPr>
            <p:spPr>
              <a:xfrm>
                <a:off x="7384491" y="229255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FA40A7FF-4E5F-B1FE-1359-EEF03A944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491" y="229255"/>
                <a:ext cx="593827" cy="38786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橢圓 74">
            <a:extLst>
              <a:ext uri="{FF2B5EF4-FFF2-40B4-BE49-F238E27FC236}">
                <a16:creationId xmlns:a16="http://schemas.microsoft.com/office/drawing/2014/main" id="{8F43C633-04EE-950A-41D9-9BE670277DF3}"/>
              </a:ext>
            </a:extLst>
          </p:cNvPr>
          <p:cNvSpPr/>
          <p:nvPr/>
        </p:nvSpPr>
        <p:spPr>
          <a:xfrm>
            <a:off x="4795501" y="250607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07776A3C-B0AC-0B6D-EED4-6BDDF3AFCD04}"/>
                  </a:ext>
                </a:extLst>
              </p:cNvPr>
              <p:cNvSpPr txBox="1"/>
              <p:nvPr/>
            </p:nvSpPr>
            <p:spPr>
              <a:xfrm>
                <a:off x="4185892" y="2365455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07776A3C-B0AC-0B6D-EED4-6BDDF3AFC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892" y="2365455"/>
                <a:ext cx="567186" cy="41517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橢圓 76">
            <a:extLst>
              <a:ext uri="{FF2B5EF4-FFF2-40B4-BE49-F238E27FC236}">
                <a16:creationId xmlns:a16="http://schemas.microsoft.com/office/drawing/2014/main" id="{C999CA13-5FA9-B169-8D9D-5E10F98AEDE8}"/>
              </a:ext>
            </a:extLst>
          </p:cNvPr>
          <p:cNvSpPr/>
          <p:nvPr/>
        </p:nvSpPr>
        <p:spPr>
          <a:xfrm>
            <a:off x="7312925" y="192219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A41EAF73-751D-3F06-43D8-2FA38E9339CA}"/>
              </a:ext>
            </a:extLst>
          </p:cNvPr>
          <p:cNvSpPr/>
          <p:nvPr/>
        </p:nvSpPr>
        <p:spPr>
          <a:xfrm>
            <a:off x="7312926" y="233883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D1779DDE-2649-235E-3269-E97660D42BBA}"/>
                  </a:ext>
                </a:extLst>
              </p:cNvPr>
              <p:cNvSpPr txBox="1"/>
              <p:nvPr/>
            </p:nvSpPr>
            <p:spPr>
              <a:xfrm>
                <a:off x="7399317" y="2172867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D1779DDE-2649-235E-3269-E97660D42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317" y="2172867"/>
                <a:ext cx="593827" cy="38587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0B670CD0-C250-BA98-9A91-819F64C4E420}"/>
              </a:ext>
            </a:extLst>
          </p:cNvPr>
          <p:cNvCxnSpPr>
            <a:cxnSpLocks/>
            <a:stCxn id="75" idx="6"/>
            <a:endCxn id="77" idx="2"/>
          </p:cNvCxnSpPr>
          <p:nvPr/>
        </p:nvCxnSpPr>
        <p:spPr>
          <a:xfrm flipV="1">
            <a:off x="4881894" y="1968036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79967F3D-9685-35AA-97E6-2348C11BAE4E}"/>
              </a:ext>
            </a:extLst>
          </p:cNvPr>
          <p:cNvCxnSpPr>
            <a:cxnSpLocks/>
            <a:stCxn id="75" idx="6"/>
            <a:endCxn id="78" idx="2"/>
          </p:cNvCxnSpPr>
          <p:nvPr/>
        </p:nvCxnSpPr>
        <p:spPr>
          <a:xfrm flipV="1">
            <a:off x="4881894" y="2384674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20CE5D0D-453F-D9E1-1F8F-ADCB98FD107D}"/>
                  </a:ext>
                </a:extLst>
              </p:cNvPr>
              <p:cNvSpPr txBox="1"/>
              <p:nvPr/>
            </p:nvSpPr>
            <p:spPr>
              <a:xfrm>
                <a:off x="7399317" y="2575521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20CE5D0D-453F-D9E1-1F8F-ADCB98FD1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317" y="2575521"/>
                <a:ext cx="593827" cy="385298"/>
              </a:xfrm>
              <a:prstGeom prst="rect">
                <a:avLst/>
              </a:prstGeom>
              <a:blipFill>
                <a:blip r:embed="rId31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橢圓 82">
            <a:extLst>
              <a:ext uri="{FF2B5EF4-FFF2-40B4-BE49-F238E27FC236}">
                <a16:creationId xmlns:a16="http://schemas.microsoft.com/office/drawing/2014/main" id="{6204F22A-05F0-04AE-EBF0-1674FA87A43A}"/>
              </a:ext>
            </a:extLst>
          </p:cNvPr>
          <p:cNvSpPr/>
          <p:nvPr/>
        </p:nvSpPr>
        <p:spPr>
          <a:xfrm>
            <a:off x="7312925" y="271142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C29E06C5-A0D1-5F5C-0DA5-6CF61900166F}"/>
              </a:ext>
            </a:extLst>
          </p:cNvPr>
          <p:cNvSpPr/>
          <p:nvPr/>
        </p:nvSpPr>
        <p:spPr>
          <a:xfrm>
            <a:off x="7312926" y="312806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DD990664-5E3F-3F5F-93A7-D12E0460C152}"/>
                  </a:ext>
                </a:extLst>
              </p:cNvPr>
              <p:cNvSpPr txBox="1"/>
              <p:nvPr/>
            </p:nvSpPr>
            <p:spPr>
              <a:xfrm>
                <a:off x="7399317" y="298096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DD990664-5E3F-3F5F-93A7-D12E0460C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317" y="2980965"/>
                <a:ext cx="593827" cy="385875"/>
              </a:xfrm>
              <a:prstGeom prst="rect">
                <a:avLst/>
              </a:prstGeom>
              <a:blipFill>
                <a:blip r:embed="rId32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FA0C2D9F-31E5-FB2E-3B10-4C145379A09E}"/>
              </a:ext>
            </a:extLst>
          </p:cNvPr>
          <p:cNvCxnSpPr>
            <a:cxnSpLocks/>
            <a:stCxn id="75" idx="6"/>
            <a:endCxn id="83" idx="2"/>
          </p:cNvCxnSpPr>
          <p:nvPr/>
        </p:nvCxnSpPr>
        <p:spPr>
          <a:xfrm>
            <a:off x="4881894" y="2551920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320B3C89-B1E3-0DE1-900C-73278C5CE680}"/>
              </a:ext>
            </a:extLst>
          </p:cNvPr>
          <p:cNvCxnSpPr>
            <a:cxnSpLocks/>
            <a:stCxn id="75" idx="6"/>
            <a:endCxn id="84" idx="2"/>
          </p:cNvCxnSpPr>
          <p:nvPr/>
        </p:nvCxnSpPr>
        <p:spPr>
          <a:xfrm>
            <a:off x="4881894" y="2551920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B383A506-37D8-53D1-E293-937BC3EE6F37}"/>
                  </a:ext>
                </a:extLst>
              </p:cNvPr>
              <p:cNvSpPr txBox="1"/>
              <p:nvPr/>
            </p:nvSpPr>
            <p:spPr>
              <a:xfrm>
                <a:off x="7402034" y="1772646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B383A506-37D8-53D1-E293-937BC3EE6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034" y="1772646"/>
                <a:ext cx="593827" cy="38786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橢圓 88">
            <a:extLst>
              <a:ext uri="{FF2B5EF4-FFF2-40B4-BE49-F238E27FC236}">
                <a16:creationId xmlns:a16="http://schemas.microsoft.com/office/drawing/2014/main" id="{48344266-5D85-E08D-3F30-0BC5568E1AD0}"/>
              </a:ext>
            </a:extLst>
          </p:cNvPr>
          <p:cNvSpPr/>
          <p:nvPr/>
        </p:nvSpPr>
        <p:spPr>
          <a:xfrm>
            <a:off x="4819109" y="334518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11F3DF31-EBDF-E68C-2D55-BC4A58E04437}"/>
                  </a:ext>
                </a:extLst>
              </p:cNvPr>
              <p:cNvSpPr txBox="1"/>
              <p:nvPr/>
            </p:nvSpPr>
            <p:spPr>
              <a:xfrm>
                <a:off x="4188549" y="3152246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11F3DF31-EBDF-E68C-2D55-BC4A58E04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549" y="3152246"/>
                <a:ext cx="567186" cy="415178"/>
              </a:xfrm>
              <a:prstGeom prst="rect">
                <a:avLst/>
              </a:prstGeom>
              <a:blipFill>
                <a:blip r:embed="rId34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AB6AF145-9927-7278-DDA1-08735BB753CC}"/>
              </a:ext>
            </a:extLst>
          </p:cNvPr>
          <p:cNvCxnSpPr>
            <a:cxnSpLocks/>
            <a:stCxn id="89" idx="6"/>
            <a:endCxn id="83" idx="2"/>
          </p:cNvCxnSpPr>
          <p:nvPr/>
        </p:nvCxnSpPr>
        <p:spPr>
          <a:xfrm flipV="1">
            <a:off x="4905502" y="2757265"/>
            <a:ext cx="2407423" cy="6337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C2AB0301-7093-7957-0BF6-096FD8896728}"/>
              </a:ext>
            </a:extLst>
          </p:cNvPr>
          <p:cNvCxnSpPr>
            <a:cxnSpLocks/>
            <a:stCxn id="89" idx="6"/>
            <a:endCxn id="84" idx="2"/>
          </p:cNvCxnSpPr>
          <p:nvPr/>
        </p:nvCxnSpPr>
        <p:spPr>
          <a:xfrm flipV="1">
            <a:off x="4905502" y="3173903"/>
            <a:ext cx="2407424" cy="217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5242A657-57B9-732D-D44D-542EDA180EE5}"/>
              </a:ext>
            </a:extLst>
          </p:cNvPr>
          <p:cNvCxnSpPr>
            <a:cxnSpLocks/>
            <a:stCxn id="89" idx="6"/>
            <a:endCxn id="94" idx="2"/>
          </p:cNvCxnSpPr>
          <p:nvPr/>
        </p:nvCxnSpPr>
        <p:spPr>
          <a:xfrm>
            <a:off x="4905502" y="3391026"/>
            <a:ext cx="2424021" cy="225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橢圓 93">
            <a:extLst>
              <a:ext uri="{FF2B5EF4-FFF2-40B4-BE49-F238E27FC236}">
                <a16:creationId xmlns:a16="http://schemas.microsoft.com/office/drawing/2014/main" id="{6AA83A3F-1EA1-CF07-2D5E-2AFA11324307}"/>
              </a:ext>
            </a:extLst>
          </p:cNvPr>
          <p:cNvSpPr/>
          <p:nvPr/>
        </p:nvSpPr>
        <p:spPr>
          <a:xfrm>
            <a:off x="7329523" y="357110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5" name="橢圓 94">
            <a:extLst>
              <a:ext uri="{FF2B5EF4-FFF2-40B4-BE49-F238E27FC236}">
                <a16:creationId xmlns:a16="http://schemas.microsoft.com/office/drawing/2014/main" id="{8B7FC927-C7C2-8390-DC8A-F2C41191E648}"/>
              </a:ext>
            </a:extLst>
          </p:cNvPr>
          <p:cNvSpPr/>
          <p:nvPr/>
        </p:nvSpPr>
        <p:spPr>
          <a:xfrm>
            <a:off x="7338577" y="396128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C0C4E2CA-9A8C-ABF1-9E1E-ED2DCF53DD7B}"/>
              </a:ext>
            </a:extLst>
          </p:cNvPr>
          <p:cNvCxnSpPr>
            <a:cxnSpLocks/>
            <a:stCxn id="89" idx="6"/>
            <a:endCxn id="95" idx="2"/>
          </p:cNvCxnSpPr>
          <p:nvPr/>
        </p:nvCxnSpPr>
        <p:spPr>
          <a:xfrm>
            <a:off x="4905502" y="3391026"/>
            <a:ext cx="2433075" cy="616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BCC97BCB-45B8-8CC0-5D44-102A8FAA456C}"/>
                  </a:ext>
                </a:extLst>
              </p:cNvPr>
              <p:cNvSpPr txBox="1"/>
              <p:nvPr/>
            </p:nvSpPr>
            <p:spPr>
              <a:xfrm>
                <a:off x="7415689" y="3391026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BCC97BCB-45B8-8CC0-5D44-102A8FAA4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689" y="3391026"/>
                <a:ext cx="593827" cy="385298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B86B52DD-65F3-49B3-2B2F-68B3FB7D57D7}"/>
                  </a:ext>
                </a:extLst>
              </p:cNvPr>
              <p:cNvSpPr txBox="1"/>
              <p:nvPr/>
            </p:nvSpPr>
            <p:spPr>
              <a:xfrm>
                <a:off x="7415689" y="384591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B86B52DD-65F3-49B3-2B2F-68B3FB7D5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689" y="3845915"/>
                <a:ext cx="593827" cy="38587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橢圓 98">
            <a:extLst>
              <a:ext uri="{FF2B5EF4-FFF2-40B4-BE49-F238E27FC236}">
                <a16:creationId xmlns:a16="http://schemas.microsoft.com/office/drawing/2014/main" id="{6E0A5C33-8DD1-7C50-8032-A6C0F3FF0310}"/>
              </a:ext>
            </a:extLst>
          </p:cNvPr>
          <p:cNvSpPr/>
          <p:nvPr/>
        </p:nvSpPr>
        <p:spPr>
          <a:xfrm>
            <a:off x="4838695" y="493431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F59BAFFD-EB96-475C-6408-0A7A4A87E506}"/>
                  </a:ext>
                </a:extLst>
              </p:cNvPr>
              <p:cNvSpPr txBox="1"/>
              <p:nvPr/>
            </p:nvSpPr>
            <p:spPr>
              <a:xfrm>
                <a:off x="4228315" y="4778001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F59BAFFD-EB96-475C-6408-0A7A4A87E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315" y="4778001"/>
                <a:ext cx="567186" cy="415178"/>
              </a:xfrm>
              <a:prstGeom prst="rect">
                <a:avLst/>
              </a:prstGeom>
              <a:blipFill>
                <a:blip r:embed="rId37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橢圓 100">
            <a:extLst>
              <a:ext uri="{FF2B5EF4-FFF2-40B4-BE49-F238E27FC236}">
                <a16:creationId xmlns:a16="http://schemas.microsoft.com/office/drawing/2014/main" id="{873978D5-7CD0-8C5D-F1B0-7F68B1E266E3}"/>
              </a:ext>
            </a:extLst>
          </p:cNvPr>
          <p:cNvSpPr/>
          <p:nvPr/>
        </p:nvSpPr>
        <p:spPr>
          <a:xfrm>
            <a:off x="7356119" y="435043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19DD63B5-4333-BF33-6E1D-7D3C2C772D52}"/>
              </a:ext>
            </a:extLst>
          </p:cNvPr>
          <p:cNvSpPr/>
          <p:nvPr/>
        </p:nvSpPr>
        <p:spPr>
          <a:xfrm>
            <a:off x="7356120" y="476707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57DB59DC-4876-163B-2BDE-90A6A20E26DF}"/>
                  </a:ext>
                </a:extLst>
              </p:cNvPr>
              <p:cNvSpPr txBox="1"/>
              <p:nvPr/>
            </p:nvSpPr>
            <p:spPr>
              <a:xfrm>
                <a:off x="7442511" y="4601109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57DB59DC-4876-163B-2BDE-90A6A20E2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511" y="4601109"/>
                <a:ext cx="593827" cy="385875"/>
              </a:xfrm>
              <a:prstGeom prst="rect">
                <a:avLst/>
              </a:prstGeom>
              <a:blipFill>
                <a:blip r:embed="rId38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E3A401C4-9F19-A3AF-C74F-2D071BAE6064}"/>
              </a:ext>
            </a:extLst>
          </p:cNvPr>
          <p:cNvCxnSpPr>
            <a:cxnSpLocks/>
            <a:stCxn id="99" idx="6"/>
            <a:endCxn id="101" idx="2"/>
          </p:cNvCxnSpPr>
          <p:nvPr/>
        </p:nvCxnSpPr>
        <p:spPr>
          <a:xfrm flipV="1">
            <a:off x="4925088" y="4396278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26DD0E73-5C3E-44DF-957C-E02DB3FDC4C0}"/>
              </a:ext>
            </a:extLst>
          </p:cNvPr>
          <p:cNvCxnSpPr>
            <a:cxnSpLocks/>
            <a:stCxn id="99" idx="6"/>
            <a:endCxn id="102" idx="2"/>
          </p:cNvCxnSpPr>
          <p:nvPr/>
        </p:nvCxnSpPr>
        <p:spPr>
          <a:xfrm flipV="1">
            <a:off x="4925088" y="4812916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6ABC8629-E725-E995-0CB6-A82B82A88E55}"/>
                  </a:ext>
                </a:extLst>
              </p:cNvPr>
              <p:cNvSpPr txBox="1"/>
              <p:nvPr/>
            </p:nvSpPr>
            <p:spPr>
              <a:xfrm>
                <a:off x="7442511" y="5003763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6ABC8629-E725-E995-0CB6-A82B82A88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511" y="5003763"/>
                <a:ext cx="593827" cy="385298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橢圓 106">
            <a:extLst>
              <a:ext uri="{FF2B5EF4-FFF2-40B4-BE49-F238E27FC236}">
                <a16:creationId xmlns:a16="http://schemas.microsoft.com/office/drawing/2014/main" id="{09C37493-86AC-EBFF-7968-21844F605DA4}"/>
              </a:ext>
            </a:extLst>
          </p:cNvPr>
          <p:cNvSpPr/>
          <p:nvPr/>
        </p:nvSpPr>
        <p:spPr>
          <a:xfrm>
            <a:off x="7356119" y="513966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2DD7D6D4-3E1F-CBE7-B458-8B5AF8E7C8C2}"/>
              </a:ext>
            </a:extLst>
          </p:cNvPr>
          <p:cNvSpPr/>
          <p:nvPr/>
        </p:nvSpPr>
        <p:spPr>
          <a:xfrm>
            <a:off x="7356120" y="555630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835AA38B-312A-AE9C-A884-2596DEEFA0CF}"/>
                  </a:ext>
                </a:extLst>
              </p:cNvPr>
              <p:cNvSpPr txBox="1"/>
              <p:nvPr/>
            </p:nvSpPr>
            <p:spPr>
              <a:xfrm>
                <a:off x="7442511" y="5409207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835AA38B-312A-AE9C-A884-2596DEEFA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511" y="5409207"/>
                <a:ext cx="593827" cy="38587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310B1E8A-CD49-E6F7-AEC7-AD4C9AD6324E}"/>
              </a:ext>
            </a:extLst>
          </p:cNvPr>
          <p:cNvCxnSpPr>
            <a:cxnSpLocks/>
            <a:stCxn id="99" idx="6"/>
            <a:endCxn id="107" idx="2"/>
          </p:cNvCxnSpPr>
          <p:nvPr/>
        </p:nvCxnSpPr>
        <p:spPr>
          <a:xfrm>
            <a:off x="4925088" y="4980162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3BC232A4-1144-54F1-547F-F5B8994732B0}"/>
              </a:ext>
            </a:extLst>
          </p:cNvPr>
          <p:cNvCxnSpPr>
            <a:cxnSpLocks/>
            <a:stCxn id="99" idx="6"/>
            <a:endCxn id="108" idx="2"/>
          </p:cNvCxnSpPr>
          <p:nvPr/>
        </p:nvCxnSpPr>
        <p:spPr>
          <a:xfrm>
            <a:off x="4925088" y="4980162"/>
            <a:ext cx="2431032" cy="6219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69824605-45E1-0FC6-A15A-73953C6395AF}"/>
                  </a:ext>
                </a:extLst>
              </p:cNvPr>
              <p:cNvSpPr txBox="1"/>
              <p:nvPr/>
            </p:nvSpPr>
            <p:spPr>
              <a:xfrm>
                <a:off x="7445228" y="4200888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69824605-45E1-0FC6-A15A-73953C639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228" y="4200888"/>
                <a:ext cx="593827" cy="387863"/>
              </a:xfrm>
              <a:prstGeom prst="rect">
                <a:avLst/>
              </a:prstGeom>
              <a:blipFill>
                <a:blip r:embed="rId41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F978E857-ADBB-3C55-74E7-8D38E244B5F9}"/>
                  </a:ext>
                </a:extLst>
              </p:cNvPr>
              <p:cNvSpPr txBox="1"/>
              <p:nvPr/>
            </p:nvSpPr>
            <p:spPr>
              <a:xfrm>
                <a:off x="6130070" y="1512732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F978E857-ADBB-3C55-74E7-8D38E244B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070" y="1512732"/>
                <a:ext cx="136256" cy="276999"/>
              </a:xfrm>
              <a:prstGeom prst="rect">
                <a:avLst/>
              </a:prstGeom>
              <a:blipFill>
                <a:blip r:embed="rId42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F1C7EB2E-759F-934A-9998-BADFAC319480}"/>
                  </a:ext>
                </a:extLst>
              </p:cNvPr>
              <p:cNvSpPr txBox="1"/>
              <p:nvPr/>
            </p:nvSpPr>
            <p:spPr>
              <a:xfrm>
                <a:off x="6130070" y="168799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F1C7EB2E-759F-934A-9998-BADFAC319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070" y="1687991"/>
                <a:ext cx="136256" cy="276999"/>
              </a:xfrm>
              <a:prstGeom prst="rect">
                <a:avLst/>
              </a:prstGeom>
              <a:blipFill>
                <a:blip r:embed="rId43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字方塊 114">
                <a:extLst>
                  <a:ext uri="{FF2B5EF4-FFF2-40B4-BE49-F238E27FC236}">
                    <a16:creationId xmlns:a16="http://schemas.microsoft.com/office/drawing/2014/main" id="{AE17AD31-CB96-A659-DB4A-2E08B901CFB3}"/>
                  </a:ext>
                </a:extLst>
              </p:cNvPr>
              <p:cNvSpPr txBox="1"/>
              <p:nvPr/>
            </p:nvSpPr>
            <p:spPr>
              <a:xfrm>
                <a:off x="6166744" y="3957192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5" name="文字方塊 114">
                <a:extLst>
                  <a:ext uri="{FF2B5EF4-FFF2-40B4-BE49-F238E27FC236}">
                    <a16:creationId xmlns:a16="http://schemas.microsoft.com/office/drawing/2014/main" id="{AE17AD31-CB96-A659-DB4A-2E08B901C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744" y="3957192"/>
                <a:ext cx="136256" cy="276999"/>
              </a:xfrm>
              <a:prstGeom prst="rect">
                <a:avLst/>
              </a:prstGeom>
              <a:blipFill>
                <a:blip r:embed="rId44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6EFEBD6A-BE60-60CE-F5E0-1DB234BCB7B0}"/>
                  </a:ext>
                </a:extLst>
              </p:cNvPr>
              <p:cNvSpPr txBox="1"/>
              <p:nvPr/>
            </p:nvSpPr>
            <p:spPr>
              <a:xfrm>
                <a:off x="6166744" y="4132451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6EFEBD6A-BE60-60CE-F5E0-1DB234BCB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744" y="4132451"/>
                <a:ext cx="136256" cy="276999"/>
              </a:xfrm>
              <a:prstGeom prst="rect">
                <a:avLst/>
              </a:prstGeom>
              <a:blipFill>
                <a:blip r:embed="rId45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1" name="圖片 120">
            <a:extLst>
              <a:ext uri="{FF2B5EF4-FFF2-40B4-BE49-F238E27FC236}">
                <a16:creationId xmlns:a16="http://schemas.microsoft.com/office/drawing/2014/main" id="{39CE8501-D18E-ABD7-70D3-6C570B35CE58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905479" y="302591"/>
            <a:ext cx="161948" cy="152421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72A0C6E5-FD2F-21E7-DB2D-E3CAE7F06125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966548" y="2650687"/>
            <a:ext cx="161948" cy="152421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1978795D-2BAA-DCB5-D1D1-C529867C4278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993707" y="5495567"/>
            <a:ext cx="161948" cy="152421"/>
          </a:xfrm>
          <a:prstGeom prst="rect">
            <a:avLst/>
          </a:prstGeom>
        </p:spPr>
      </p:pic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BBB65611-38AC-792D-46F3-6C3DEC9634CC}"/>
              </a:ext>
            </a:extLst>
          </p:cNvPr>
          <p:cNvSpPr txBox="1"/>
          <p:nvPr/>
        </p:nvSpPr>
        <p:spPr>
          <a:xfrm>
            <a:off x="4202648" y="5112062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No</a:t>
            </a:r>
            <a:r>
              <a:rPr lang="zh-TW" altLang="en-US" sz="1200" dirty="0">
                <a:solidFill>
                  <a:srgbClr val="C00000"/>
                </a:solidFill>
              </a:rPr>
              <a:t> </a:t>
            </a:r>
            <a:r>
              <a:rPr lang="en-US" altLang="zh-TW" sz="1200" dirty="0">
                <a:solidFill>
                  <a:srgbClr val="C00000"/>
                </a:solidFill>
              </a:rPr>
              <a:t>user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016AEA52-2893-D3FE-DF93-BDEB577CC230}"/>
              </a:ext>
            </a:extLst>
          </p:cNvPr>
          <p:cNvSpPr txBox="1"/>
          <p:nvPr/>
        </p:nvSpPr>
        <p:spPr>
          <a:xfrm>
            <a:off x="6384842" y="4896539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622F6113-E41F-D4FF-C347-528024CC2097}"/>
              </a:ext>
            </a:extLst>
          </p:cNvPr>
          <p:cNvSpPr txBox="1"/>
          <p:nvPr/>
        </p:nvSpPr>
        <p:spPr>
          <a:xfrm>
            <a:off x="6393896" y="4647565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3A003E5C-D799-7963-0031-CB3E37891481}"/>
              </a:ext>
            </a:extLst>
          </p:cNvPr>
          <p:cNvSpPr txBox="1"/>
          <p:nvPr/>
        </p:nvSpPr>
        <p:spPr>
          <a:xfrm>
            <a:off x="5407067" y="4517047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FFC6FB4-CE2A-B5DF-E600-2D583BB3DA8D}"/>
              </a:ext>
            </a:extLst>
          </p:cNvPr>
          <p:cNvSpPr txBox="1"/>
          <p:nvPr/>
        </p:nvSpPr>
        <p:spPr>
          <a:xfrm>
            <a:off x="6370156" y="929680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C08A74B-06FE-83DC-1C90-41888EEE43F1}"/>
              </a:ext>
            </a:extLst>
          </p:cNvPr>
          <p:cNvSpPr txBox="1"/>
          <p:nvPr/>
        </p:nvSpPr>
        <p:spPr>
          <a:xfrm>
            <a:off x="6288304" y="2191298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Highest score</a:t>
            </a:r>
            <a:endParaRPr lang="vi-VN" sz="1200" dirty="0">
              <a:solidFill>
                <a:schemeClr val="accent3"/>
              </a:solidFill>
            </a:endParaRPr>
          </a:p>
        </p:txBody>
      </p:sp>
      <p:sp>
        <p:nvSpPr>
          <p:cNvPr id="131" name="橢圓 130">
            <a:extLst>
              <a:ext uri="{FF2B5EF4-FFF2-40B4-BE49-F238E27FC236}">
                <a16:creationId xmlns:a16="http://schemas.microsoft.com/office/drawing/2014/main" id="{96E69830-68D8-200F-D7DA-E44056CC9101}"/>
              </a:ext>
            </a:extLst>
          </p:cNvPr>
          <p:cNvSpPr/>
          <p:nvPr/>
        </p:nvSpPr>
        <p:spPr>
          <a:xfrm>
            <a:off x="8796710" y="1069264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544079C0-E142-B863-87AF-DF7C062F4B35}"/>
                  </a:ext>
                </a:extLst>
              </p:cNvPr>
              <p:cNvSpPr txBox="1"/>
              <p:nvPr/>
            </p:nvSpPr>
            <p:spPr>
              <a:xfrm>
                <a:off x="8204644" y="914340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544079C0-E142-B863-87AF-DF7C062F4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4644" y="914340"/>
                <a:ext cx="567186" cy="415178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橢圓 132">
            <a:extLst>
              <a:ext uri="{FF2B5EF4-FFF2-40B4-BE49-F238E27FC236}">
                <a16:creationId xmlns:a16="http://schemas.microsoft.com/office/drawing/2014/main" id="{4BEA2030-44C3-0994-8262-B41DF88ED227}"/>
              </a:ext>
            </a:extLst>
          </p:cNvPr>
          <p:cNvSpPr/>
          <p:nvPr/>
        </p:nvSpPr>
        <p:spPr>
          <a:xfrm>
            <a:off x="11314134" y="48538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4" name="橢圓 133">
            <a:extLst>
              <a:ext uri="{FF2B5EF4-FFF2-40B4-BE49-F238E27FC236}">
                <a16:creationId xmlns:a16="http://schemas.microsoft.com/office/drawing/2014/main" id="{4111AB7B-3E5E-7C39-3061-FA4FD4D17EDE}"/>
              </a:ext>
            </a:extLst>
          </p:cNvPr>
          <p:cNvSpPr/>
          <p:nvPr/>
        </p:nvSpPr>
        <p:spPr>
          <a:xfrm>
            <a:off x="11314135" y="90201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7B9FA7C3-F9BB-C569-8BDA-6EEAAE9DF206}"/>
                  </a:ext>
                </a:extLst>
              </p:cNvPr>
              <p:cNvSpPr txBox="1"/>
              <p:nvPr/>
            </p:nvSpPr>
            <p:spPr>
              <a:xfrm>
                <a:off x="11400526" y="736054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7B9FA7C3-F9BB-C569-8BDA-6EEAAE9DF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526" y="736054"/>
                <a:ext cx="593827" cy="385875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5F2F3DB1-B321-6C54-AFE9-FFC1B91E6E2C}"/>
              </a:ext>
            </a:extLst>
          </p:cNvPr>
          <p:cNvCxnSpPr>
            <a:cxnSpLocks/>
            <a:stCxn id="131" idx="6"/>
            <a:endCxn id="133" idx="2"/>
          </p:cNvCxnSpPr>
          <p:nvPr/>
        </p:nvCxnSpPr>
        <p:spPr>
          <a:xfrm flipV="1">
            <a:off x="8883103" y="531223"/>
            <a:ext cx="2431031" cy="5838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2F8F1996-6500-A959-2B0F-643A064D157A}"/>
              </a:ext>
            </a:extLst>
          </p:cNvPr>
          <p:cNvCxnSpPr>
            <a:cxnSpLocks/>
            <a:stCxn id="131" idx="6"/>
            <a:endCxn id="134" idx="2"/>
          </p:cNvCxnSpPr>
          <p:nvPr/>
        </p:nvCxnSpPr>
        <p:spPr>
          <a:xfrm flipV="1">
            <a:off x="8883103" y="947861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61B58826-06D9-695A-7652-B91F16F678E2}"/>
                  </a:ext>
                </a:extLst>
              </p:cNvPr>
              <p:cNvSpPr txBox="1"/>
              <p:nvPr/>
            </p:nvSpPr>
            <p:spPr>
              <a:xfrm>
                <a:off x="11400526" y="1138708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61B58826-06D9-695A-7652-B91F16F67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526" y="1138708"/>
                <a:ext cx="593827" cy="385298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橢圓 138">
            <a:extLst>
              <a:ext uri="{FF2B5EF4-FFF2-40B4-BE49-F238E27FC236}">
                <a16:creationId xmlns:a16="http://schemas.microsoft.com/office/drawing/2014/main" id="{AE117F28-F339-42E4-3276-0B0218C53A69}"/>
              </a:ext>
            </a:extLst>
          </p:cNvPr>
          <p:cNvSpPr/>
          <p:nvPr/>
        </p:nvSpPr>
        <p:spPr>
          <a:xfrm>
            <a:off x="11314134" y="127460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A3ED0F09-4DD6-11B2-92A9-EA6769DB6A22}"/>
              </a:ext>
            </a:extLst>
          </p:cNvPr>
          <p:cNvSpPr/>
          <p:nvPr/>
        </p:nvSpPr>
        <p:spPr>
          <a:xfrm>
            <a:off x="11314135" y="169124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BED035DA-2C99-3233-CABE-BCD7C87466D5}"/>
                  </a:ext>
                </a:extLst>
              </p:cNvPr>
              <p:cNvSpPr txBox="1"/>
              <p:nvPr/>
            </p:nvSpPr>
            <p:spPr>
              <a:xfrm>
                <a:off x="11400526" y="1544152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BED035DA-2C99-3233-CABE-BCD7C8746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526" y="1544152"/>
                <a:ext cx="593827" cy="385875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B1705BE4-4C13-FDED-58D5-E9197057EAD5}"/>
              </a:ext>
            </a:extLst>
          </p:cNvPr>
          <p:cNvCxnSpPr>
            <a:cxnSpLocks/>
            <a:stCxn id="131" idx="6"/>
            <a:endCxn id="139" idx="2"/>
          </p:cNvCxnSpPr>
          <p:nvPr/>
        </p:nvCxnSpPr>
        <p:spPr>
          <a:xfrm>
            <a:off x="8883103" y="1115107"/>
            <a:ext cx="2431031" cy="20534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270B2741-9C50-201D-5D89-27872DF54D87}"/>
              </a:ext>
            </a:extLst>
          </p:cNvPr>
          <p:cNvCxnSpPr>
            <a:cxnSpLocks/>
            <a:stCxn id="131" idx="6"/>
            <a:endCxn id="140" idx="2"/>
          </p:cNvCxnSpPr>
          <p:nvPr/>
        </p:nvCxnSpPr>
        <p:spPr>
          <a:xfrm>
            <a:off x="8883103" y="1115107"/>
            <a:ext cx="2431032" cy="621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94464F93-41B5-48C5-7AF7-76412FB5462B}"/>
                  </a:ext>
                </a:extLst>
              </p:cNvPr>
              <p:cNvSpPr txBox="1"/>
              <p:nvPr/>
            </p:nvSpPr>
            <p:spPr>
              <a:xfrm>
                <a:off x="11403243" y="335833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94464F93-41B5-48C5-7AF7-76412FB54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3243" y="335833"/>
                <a:ext cx="593827" cy="387863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橢圓 144">
            <a:extLst>
              <a:ext uri="{FF2B5EF4-FFF2-40B4-BE49-F238E27FC236}">
                <a16:creationId xmlns:a16="http://schemas.microsoft.com/office/drawing/2014/main" id="{81ACF8BF-95A8-3088-406A-16C1424C6BD6}"/>
              </a:ext>
            </a:extLst>
          </p:cNvPr>
          <p:cNvSpPr/>
          <p:nvPr/>
        </p:nvSpPr>
        <p:spPr>
          <a:xfrm>
            <a:off x="8814253" y="2612655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E79B16AD-8FF4-71D4-FEC8-F129A3294E04}"/>
                  </a:ext>
                </a:extLst>
              </p:cNvPr>
              <p:cNvSpPr txBox="1"/>
              <p:nvPr/>
            </p:nvSpPr>
            <p:spPr>
              <a:xfrm>
                <a:off x="8204644" y="2472033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E79B16AD-8FF4-71D4-FEC8-F129A3294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4644" y="2472033"/>
                <a:ext cx="567186" cy="415178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橢圓 146">
            <a:extLst>
              <a:ext uri="{FF2B5EF4-FFF2-40B4-BE49-F238E27FC236}">
                <a16:creationId xmlns:a16="http://schemas.microsoft.com/office/drawing/2014/main" id="{72895505-E935-EDE7-F33C-8D28EAB2E267}"/>
              </a:ext>
            </a:extLst>
          </p:cNvPr>
          <p:cNvSpPr/>
          <p:nvPr/>
        </p:nvSpPr>
        <p:spPr>
          <a:xfrm>
            <a:off x="11331677" y="202877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8" name="橢圓 147">
            <a:extLst>
              <a:ext uri="{FF2B5EF4-FFF2-40B4-BE49-F238E27FC236}">
                <a16:creationId xmlns:a16="http://schemas.microsoft.com/office/drawing/2014/main" id="{E70D64E2-D8CC-9F48-ABA1-B0D418C41CB4}"/>
              </a:ext>
            </a:extLst>
          </p:cNvPr>
          <p:cNvSpPr/>
          <p:nvPr/>
        </p:nvSpPr>
        <p:spPr>
          <a:xfrm>
            <a:off x="11331678" y="2445409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B7F8A612-59E3-98EE-2F0B-C4585BC53611}"/>
                  </a:ext>
                </a:extLst>
              </p:cNvPr>
              <p:cNvSpPr txBox="1"/>
              <p:nvPr/>
            </p:nvSpPr>
            <p:spPr>
              <a:xfrm>
                <a:off x="11418069" y="227944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B7F8A612-59E3-98EE-2F0B-C4585BC53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8069" y="2279445"/>
                <a:ext cx="593827" cy="385875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84E8F968-F6CE-9B68-E595-0E7756DE9376}"/>
              </a:ext>
            </a:extLst>
          </p:cNvPr>
          <p:cNvCxnSpPr>
            <a:cxnSpLocks/>
            <a:stCxn id="145" idx="6"/>
            <a:endCxn id="147" idx="2"/>
          </p:cNvCxnSpPr>
          <p:nvPr/>
        </p:nvCxnSpPr>
        <p:spPr>
          <a:xfrm flipV="1">
            <a:off x="8900646" y="2074614"/>
            <a:ext cx="2431031" cy="5838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53B2D805-89B5-EF68-E8F6-1218919F8587}"/>
              </a:ext>
            </a:extLst>
          </p:cNvPr>
          <p:cNvCxnSpPr>
            <a:cxnSpLocks/>
            <a:stCxn id="145" idx="6"/>
            <a:endCxn id="148" idx="2"/>
          </p:cNvCxnSpPr>
          <p:nvPr/>
        </p:nvCxnSpPr>
        <p:spPr>
          <a:xfrm flipV="1">
            <a:off x="8900646" y="2491252"/>
            <a:ext cx="2431032" cy="16724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7EC81ED5-373C-9C7F-CEA7-C6CC01FB177F}"/>
                  </a:ext>
                </a:extLst>
              </p:cNvPr>
              <p:cNvSpPr txBox="1"/>
              <p:nvPr/>
            </p:nvSpPr>
            <p:spPr>
              <a:xfrm>
                <a:off x="11418069" y="2682099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7EC81ED5-373C-9C7F-CEA7-C6CC01FB1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8069" y="2682099"/>
                <a:ext cx="593827" cy="385298"/>
              </a:xfrm>
              <a:prstGeom prst="rect">
                <a:avLst/>
              </a:prstGeom>
              <a:blipFill>
                <a:blip r:embed="rId54"/>
                <a:stretch>
                  <a:fillRect r="-1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橢圓 152">
            <a:extLst>
              <a:ext uri="{FF2B5EF4-FFF2-40B4-BE49-F238E27FC236}">
                <a16:creationId xmlns:a16="http://schemas.microsoft.com/office/drawing/2014/main" id="{A6AD0B91-7042-31A5-E199-0FEF6DD54255}"/>
              </a:ext>
            </a:extLst>
          </p:cNvPr>
          <p:cNvSpPr/>
          <p:nvPr/>
        </p:nvSpPr>
        <p:spPr>
          <a:xfrm>
            <a:off x="11331677" y="281800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80092EB2-7A38-2147-E23F-95C660B735C0}"/>
              </a:ext>
            </a:extLst>
          </p:cNvPr>
          <p:cNvSpPr/>
          <p:nvPr/>
        </p:nvSpPr>
        <p:spPr>
          <a:xfrm>
            <a:off x="11331678" y="323463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9BBAF4B1-035C-6241-2E35-0294C6126F38}"/>
                  </a:ext>
                </a:extLst>
              </p:cNvPr>
              <p:cNvSpPr txBox="1"/>
              <p:nvPr/>
            </p:nvSpPr>
            <p:spPr>
              <a:xfrm>
                <a:off x="11418069" y="3087543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9BBAF4B1-035C-6241-2E35-0294C6126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8069" y="3087543"/>
                <a:ext cx="593827" cy="385875"/>
              </a:xfrm>
              <a:prstGeom prst="rect">
                <a:avLst/>
              </a:prstGeom>
              <a:blipFill>
                <a:blip r:embed="rId55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直線接點 155">
            <a:extLst>
              <a:ext uri="{FF2B5EF4-FFF2-40B4-BE49-F238E27FC236}">
                <a16:creationId xmlns:a16="http://schemas.microsoft.com/office/drawing/2014/main" id="{43BD1D77-CA90-90F4-46FE-D8F227DF1AF1}"/>
              </a:ext>
            </a:extLst>
          </p:cNvPr>
          <p:cNvCxnSpPr>
            <a:cxnSpLocks/>
            <a:stCxn id="145" idx="6"/>
            <a:endCxn id="153" idx="2"/>
          </p:cNvCxnSpPr>
          <p:nvPr/>
        </p:nvCxnSpPr>
        <p:spPr>
          <a:xfrm>
            <a:off x="8900646" y="2658498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376498CE-71A0-A1B7-D981-97D79CE0D024}"/>
              </a:ext>
            </a:extLst>
          </p:cNvPr>
          <p:cNvCxnSpPr>
            <a:cxnSpLocks/>
            <a:stCxn id="145" idx="6"/>
            <a:endCxn id="154" idx="2"/>
          </p:cNvCxnSpPr>
          <p:nvPr/>
        </p:nvCxnSpPr>
        <p:spPr>
          <a:xfrm>
            <a:off x="8900646" y="2658498"/>
            <a:ext cx="2431032" cy="6219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BC09414E-51AB-9806-82F9-4D1C1DD3A952}"/>
                  </a:ext>
                </a:extLst>
              </p:cNvPr>
              <p:cNvSpPr txBox="1"/>
              <p:nvPr/>
            </p:nvSpPr>
            <p:spPr>
              <a:xfrm>
                <a:off x="11420786" y="1879224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BC09414E-51AB-9806-82F9-4D1C1DD3A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0786" y="1879224"/>
                <a:ext cx="593827" cy="387863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橢圓 158">
            <a:extLst>
              <a:ext uri="{FF2B5EF4-FFF2-40B4-BE49-F238E27FC236}">
                <a16:creationId xmlns:a16="http://schemas.microsoft.com/office/drawing/2014/main" id="{DF53B88C-EAC1-8E39-296F-E8D553A1FCFF}"/>
              </a:ext>
            </a:extLst>
          </p:cNvPr>
          <p:cNvSpPr/>
          <p:nvPr/>
        </p:nvSpPr>
        <p:spPr>
          <a:xfrm>
            <a:off x="8837861" y="345176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B03E3E8B-06A1-726C-891A-A76393298778}"/>
                  </a:ext>
                </a:extLst>
              </p:cNvPr>
              <p:cNvSpPr txBox="1"/>
              <p:nvPr/>
            </p:nvSpPr>
            <p:spPr>
              <a:xfrm>
                <a:off x="8207301" y="3258824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B03E3E8B-06A1-726C-891A-A76393298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301" y="3258824"/>
                <a:ext cx="567186" cy="415178"/>
              </a:xfrm>
              <a:prstGeom prst="rect">
                <a:avLst/>
              </a:prstGeom>
              <a:blipFill>
                <a:blip r:embed="rId57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47584D11-2DF2-D13D-F05D-526363B04882}"/>
              </a:ext>
            </a:extLst>
          </p:cNvPr>
          <p:cNvCxnSpPr>
            <a:cxnSpLocks/>
            <a:stCxn id="159" idx="6"/>
            <a:endCxn id="153" idx="2"/>
          </p:cNvCxnSpPr>
          <p:nvPr/>
        </p:nvCxnSpPr>
        <p:spPr>
          <a:xfrm flipV="1">
            <a:off x="8924254" y="2863843"/>
            <a:ext cx="2407423" cy="6337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1F65238B-BD1A-0D45-A05E-C31E98DAC463}"/>
              </a:ext>
            </a:extLst>
          </p:cNvPr>
          <p:cNvCxnSpPr>
            <a:cxnSpLocks/>
            <a:stCxn id="159" idx="6"/>
            <a:endCxn id="154" idx="2"/>
          </p:cNvCxnSpPr>
          <p:nvPr/>
        </p:nvCxnSpPr>
        <p:spPr>
          <a:xfrm flipV="1">
            <a:off x="8924254" y="3280481"/>
            <a:ext cx="2407424" cy="217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828A0D48-9CE2-8369-3523-3378323536C5}"/>
              </a:ext>
            </a:extLst>
          </p:cNvPr>
          <p:cNvCxnSpPr>
            <a:cxnSpLocks/>
            <a:stCxn id="159" idx="6"/>
            <a:endCxn id="164" idx="2"/>
          </p:cNvCxnSpPr>
          <p:nvPr/>
        </p:nvCxnSpPr>
        <p:spPr>
          <a:xfrm>
            <a:off x="8924254" y="3497604"/>
            <a:ext cx="2424021" cy="22592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橢圓 163">
            <a:extLst>
              <a:ext uri="{FF2B5EF4-FFF2-40B4-BE49-F238E27FC236}">
                <a16:creationId xmlns:a16="http://schemas.microsoft.com/office/drawing/2014/main" id="{5895A1B3-BE7E-F010-4A1A-513AFC006E5C}"/>
              </a:ext>
            </a:extLst>
          </p:cNvPr>
          <p:cNvSpPr/>
          <p:nvPr/>
        </p:nvSpPr>
        <p:spPr>
          <a:xfrm>
            <a:off x="11348275" y="3677686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2C27169E-520C-9280-8612-2D6777774C0C}"/>
              </a:ext>
            </a:extLst>
          </p:cNvPr>
          <p:cNvSpPr/>
          <p:nvPr/>
        </p:nvSpPr>
        <p:spPr>
          <a:xfrm>
            <a:off x="11357329" y="4067858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BDFDBD03-2E08-5B58-38E0-8AD2A700FCB2}"/>
              </a:ext>
            </a:extLst>
          </p:cNvPr>
          <p:cNvCxnSpPr>
            <a:cxnSpLocks/>
            <a:stCxn id="159" idx="6"/>
            <a:endCxn id="165" idx="2"/>
          </p:cNvCxnSpPr>
          <p:nvPr/>
        </p:nvCxnSpPr>
        <p:spPr>
          <a:xfrm>
            <a:off x="8924254" y="3497604"/>
            <a:ext cx="2433075" cy="616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872DC96B-2DF1-0EAA-98F4-986EFDA4BD62}"/>
                  </a:ext>
                </a:extLst>
              </p:cNvPr>
              <p:cNvSpPr txBox="1"/>
              <p:nvPr/>
            </p:nvSpPr>
            <p:spPr>
              <a:xfrm>
                <a:off x="11434441" y="3497604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872DC96B-2DF1-0EAA-98F4-986EFDA4B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4441" y="3497604"/>
                <a:ext cx="593827" cy="385298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2D3455A6-5EBE-5237-6A69-B72C1130C803}"/>
                  </a:ext>
                </a:extLst>
              </p:cNvPr>
              <p:cNvSpPr txBox="1"/>
              <p:nvPr/>
            </p:nvSpPr>
            <p:spPr>
              <a:xfrm>
                <a:off x="11434441" y="3952493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2D3455A6-5EBE-5237-6A69-B72C1130C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4441" y="3952493"/>
                <a:ext cx="593827" cy="385875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橢圓 168">
            <a:extLst>
              <a:ext uri="{FF2B5EF4-FFF2-40B4-BE49-F238E27FC236}">
                <a16:creationId xmlns:a16="http://schemas.microsoft.com/office/drawing/2014/main" id="{48F7BC19-E458-BCDD-87F4-12CCC01A4F1C}"/>
              </a:ext>
            </a:extLst>
          </p:cNvPr>
          <p:cNvSpPr/>
          <p:nvPr/>
        </p:nvSpPr>
        <p:spPr>
          <a:xfrm>
            <a:off x="8857447" y="5040897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FA8FD522-2F59-E7B2-FAB2-D99CC244389A}"/>
                  </a:ext>
                </a:extLst>
              </p:cNvPr>
              <p:cNvSpPr txBox="1"/>
              <p:nvPr/>
            </p:nvSpPr>
            <p:spPr>
              <a:xfrm>
                <a:off x="8247067" y="4884579"/>
                <a:ext cx="567186" cy="41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FA8FD522-2F59-E7B2-FAB2-D99CC2443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067" y="4884579"/>
                <a:ext cx="567186" cy="415178"/>
              </a:xfrm>
              <a:prstGeom prst="rect">
                <a:avLst/>
              </a:prstGeom>
              <a:blipFill>
                <a:blip r:embed="rId60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橢圓 170">
            <a:extLst>
              <a:ext uri="{FF2B5EF4-FFF2-40B4-BE49-F238E27FC236}">
                <a16:creationId xmlns:a16="http://schemas.microsoft.com/office/drawing/2014/main" id="{D069D4BB-5B8C-E94B-5EC6-09E5920BD914}"/>
              </a:ext>
            </a:extLst>
          </p:cNvPr>
          <p:cNvSpPr/>
          <p:nvPr/>
        </p:nvSpPr>
        <p:spPr>
          <a:xfrm>
            <a:off x="11374871" y="4457013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2" name="橢圓 171">
            <a:extLst>
              <a:ext uri="{FF2B5EF4-FFF2-40B4-BE49-F238E27FC236}">
                <a16:creationId xmlns:a16="http://schemas.microsoft.com/office/drawing/2014/main" id="{37643049-68ED-DB2C-9A0F-C080F64315D7}"/>
              </a:ext>
            </a:extLst>
          </p:cNvPr>
          <p:cNvSpPr/>
          <p:nvPr/>
        </p:nvSpPr>
        <p:spPr>
          <a:xfrm>
            <a:off x="11374872" y="4873651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D8778AF4-DFED-16CA-2298-8CB579AC1A2B}"/>
                  </a:ext>
                </a:extLst>
              </p:cNvPr>
              <p:cNvSpPr txBox="1"/>
              <p:nvPr/>
            </p:nvSpPr>
            <p:spPr>
              <a:xfrm>
                <a:off x="11461263" y="4707687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D8778AF4-DFED-16CA-2298-8CB579AC1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263" y="4707687"/>
                <a:ext cx="593827" cy="385875"/>
              </a:xfrm>
              <a:prstGeom prst="rect">
                <a:avLst/>
              </a:prstGeom>
              <a:blipFill>
                <a:blip r:embed="rId61"/>
                <a:stretch>
                  <a:fillRect r="-102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BAA8D1DC-3D4C-FC77-CCB5-6741BFB54599}"/>
              </a:ext>
            </a:extLst>
          </p:cNvPr>
          <p:cNvCxnSpPr>
            <a:cxnSpLocks/>
            <a:stCxn id="169" idx="6"/>
            <a:endCxn id="171" idx="2"/>
          </p:cNvCxnSpPr>
          <p:nvPr/>
        </p:nvCxnSpPr>
        <p:spPr>
          <a:xfrm flipV="1">
            <a:off x="8943840" y="4502856"/>
            <a:ext cx="2431031" cy="583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直線接點 174">
            <a:extLst>
              <a:ext uri="{FF2B5EF4-FFF2-40B4-BE49-F238E27FC236}">
                <a16:creationId xmlns:a16="http://schemas.microsoft.com/office/drawing/2014/main" id="{EF5E89A8-C7F3-F862-6F1E-23E571AA656D}"/>
              </a:ext>
            </a:extLst>
          </p:cNvPr>
          <p:cNvCxnSpPr>
            <a:cxnSpLocks/>
            <a:stCxn id="169" idx="6"/>
            <a:endCxn id="172" idx="2"/>
          </p:cNvCxnSpPr>
          <p:nvPr/>
        </p:nvCxnSpPr>
        <p:spPr>
          <a:xfrm flipV="1">
            <a:off x="8943840" y="4919494"/>
            <a:ext cx="2431032" cy="1672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85D6E0B5-0A3B-8EE6-2149-C146BEF59BAE}"/>
                  </a:ext>
                </a:extLst>
              </p:cNvPr>
              <p:cNvSpPr txBox="1"/>
              <p:nvPr/>
            </p:nvSpPr>
            <p:spPr>
              <a:xfrm>
                <a:off x="11461263" y="5110341"/>
                <a:ext cx="593827" cy="385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6" name="文字方塊 175">
                <a:extLst>
                  <a:ext uri="{FF2B5EF4-FFF2-40B4-BE49-F238E27FC236}">
                    <a16:creationId xmlns:a16="http://schemas.microsoft.com/office/drawing/2014/main" id="{85D6E0B5-0A3B-8EE6-2149-C146BEF59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263" y="5110341"/>
                <a:ext cx="593827" cy="385298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橢圓 176">
            <a:extLst>
              <a:ext uri="{FF2B5EF4-FFF2-40B4-BE49-F238E27FC236}">
                <a16:creationId xmlns:a16="http://schemas.microsoft.com/office/drawing/2014/main" id="{51CD0292-EE46-8994-D45C-B4548526DF51}"/>
              </a:ext>
            </a:extLst>
          </p:cNvPr>
          <p:cNvSpPr/>
          <p:nvPr/>
        </p:nvSpPr>
        <p:spPr>
          <a:xfrm>
            <a:off x="11374871" y="5246242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7FC3A099-B77C-F102-A98C-D175A9B2AED2}"/>
              </a:ext>
            </a:extLst>
          </p:cNvPr>
          <p:cNvSpPr/>
          <p:nvPr/>
        </p:nvSpPr>
        <p:spPr>
          <a:xfrm>
            <a:off x="11374872" y="5662880"/>
            <a:ext cx="86393" cy="91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2C998957-8D66-10AF-5129-FED1BDD514A9}"/>
                  </a:ext>
                </a:extLst>
              </p:cNvPr>
              <p:cNvSpPr txBox="1"/>
              <p:nvPr/>
            </p:nvSpPr>
            <p:spPr>
              <a:xfrm>
                <a:off x="11461263" y="5515785"/>
                <a:ext cx="593827" cy="38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2C998957-8D66-10AF-5129-FED1BDD5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263" y="5515785"/>
                <a:ext cx="593827" cy="385875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21782838-D588-F71C-3F67-1B6E9179FC69}"/>
              </a:ext>
            </a:extLst>
          </p:cNvPr>
          <p:cNvCxnSpPr>
            <a:cxnSpLocks/>
            <a:stCxn id="169" idx="6"/>
            <a:endCxn id="177" idx="2"/>
          </p:cNvCxnSpPr>
          <p:nvPr/>
        </p:nvCxnSpPr>
        <p:spPr>
          <a:xfrm>
            <a:off x="8943840" y="5086740"/>
            <a:ext cx="2431031" cy="205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1D70C27C-CA09-1BDB-E38F-8487068E5EDF}"/>
              </a:ext>
            </a:extLst>
          </p:cNvPr>
          <p:cNvCxnSpPr>
            <a:cxnSpLocks/>
            <a:stCxn id="169" idx="6"/>
            <a:endCxn id="178" idx="2"/>
          </p:cNvCxnSpPr>
          <p:nvPr/>
        </p:nvCxnSpPr>
        <p:spPr>
          <a:xfrm>
            <a:off x="8943840" y="5086740"/>
            <a:ext cx="2431032" cy="6219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C0200604-03B8-6F7C-21E8-019721B3E47D}"/>
                  </a:ext>
                </a:extLst>
              </p:cNvPr>
              <p:cNvSpPr txBox="1"/>
              <p:nvPr/>
            </p:nvSpPr>
            <p:spPr>
              <a:xfrm>
                <a:off x="11463980" y="4307466"/>
                <a:ext cx="593827" cy="387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C0200604-03B8-6F7C-21E8-019721B3E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3980" y="4307466"/>
                <a:ext cx="593827" cy="387863"/>
              </a:xfrm>
              <a:prstGeom prst="rect">
                <a:avLst/>
              </a:prstGeom>
              <a:blipFill>
                <a:blip r:embed="rId64"/>
                <a:stretch>
                  <a:fillRect r="-20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7B6E11BB-FA39-7FB3-E1BD-53EAF330B2E3}"/>
                  </a:ext>
                </a:extLst>
              </p:cNvPr>
              <p:cNvSpPr txBox="1"/>
              <p:nvPr/>
            </p:nvSpPr>
            <p:spPr>
              <a:xfrm>
                <a:off x="10148822" y="161931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7B6E11BB-FA39-7FB3-E1BD-53EAF330B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8822" y="1619310"/>
                <a:ext cx="136256" cy="276999"/>
              </a:xfrm>
              <a:prstGeom prst="rect">
                <a:avLst/>
              </a:prstGeom>
              <a:blipFill>
                <a:blip r:embed="rId65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A440F3B2-0856-E963-B91C-644C40F9AE2A}"/>
                  </a:ext>
                </a:extLst>
              </p:cNvPr>
              <p:cNvSpPr txBox="1"/>
              <p:nvPr/>
            </p:nvSpPr>
            <p:spPr>
              <a:xfrm>
                <a:off x="10148822" y="1794569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A440F3B2-0856-E963-B91C-644C40F9A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8822" y="1794569"/>
                <a:ext cx="136256" cy="276999"/>
              </a:xfrm>
              <a:prstGeom prst="rect">
                <a:avLst/>
              </a:prstGeom>
              <a:blipFill>
                <a:blip r:embed="rId66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AC1539AD-CED9-BDDD-F52F-0ECCB63978DF}"/>
                  </a:ext>
                </a:extLst>
              </p:cNvPr>
              <p:cNvSpPr txBox="1"/>
              <p:nvPr/>
            </p:nvSpPr>
            <p:spPr>
              <a:xfrm>
                <a:off x="10185496" y="4063770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AC1539AD-CED9-BDDD-F52F-0ECCB6397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96" y="4063770"/>
                <a:ext cx="136256" cy="276999"/>
              </a:xfrm>
              <a:prstGeom prst="rect">
                <a:avLst/>
              </a:prstGeom>
              <a:blipFill>
                <a:blip r:embed="rId67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12B14C95-62DD-EC84-C83E-723A99AEDBD2}"/>
                  </a:ext>
                </a:extLst>
              </p:cNvPr>
              <p:cNvSpPr txBox="1"/>
              <p:nvPr/>
            </p:nvSpPr>
            <p:spPr>
              <a:xfrm>
                <a:off x="10185496" y="4239029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12B14C95-62DD-EC84-C83E-723A99AE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496" y="4239029"/>
                <a:ext cx="136256" cy="276999"/>
              </a:xfrm>
              <a:prstGeom prst="rect">
                <a:avLst/>
              </a:prstGeom>
              <a:blipFill>
                <a:blip r:embed="rId68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7" name="圖片 186">
            <a:extLst>
              <a:ext uri="{FF2B5EF4-FFF2-40B4-BE49-F238E27FC236}">
                <a16:creationId xmlns:a16="http://schemas.microsoft.com/office/drawing/2014/main" id="{F6514FEB-EF74-502B-43B9-88DBEDD2F1A6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924231" y="409169"/>
            <a:ext cx="161948" cy="152421"/>
          </a:xfrm>
          <a:prstGeom prst="rect">
            <a:avLst/>
          </a:prstGeom>
        </p:spPr>
      </p:pic>
      <p:pic>
        <p:nvPicPr>
          <p:cNvPr id="188" name="圖片 187">
            <a:extLst>
              <a:ext uri="{FF2B5EF4-FFF2-40B4-BE49-F238E27FC236}">
                <a16:creationId xmlns:a16="http://schemas.microsoft.com/office/drawing/2014/main" id="{F3CBBBE0-08A4-7489-0FC0-4A809A688143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956007" y="2778107"/>
            <a:ext cx="161948" cy="152421"/>
          </a:xfrm>
          <a:prstGeom prst="rect">
            <a:avLst/>
          </a:prstGeom>
        </p:spPr>
      </p:pic>
      <p:pic>
        <p:nvPicPr>
          <p:cNvPr id="189" name="圖片 188">
            <a:extLst>
              <a:ext uri="{FF2B5EF4-FFF2-40B4-BE49-F238E27FC236}">
                <a16:creationId xmlns:a16="http://schemas.microsoft.com/office/drawing/2014/main" id="{3C5572C7-3283-71A0-2EB7-D6EF7EFA9E4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005928" y="5602145"/>
            <a:ext cx="161948" cy="152421"/>
          </a:xfrm>
          <a:prstGeom prst="rect">
            <a:avLst/>
          </a:prstGeom>
        </p:spPr>
      </p:pic>
      <p:sp>
        <p:nvSpPr>
          <p:cNvPr id="190" name="文字方塊 189">
            <a:extLst>
              <a:ext uri="{FF2B5EF4-FFF2-40B4-BE49-F238E27FC236}">
                <a16:creationId xmlns:a16="http://schemas.microsoft.com/office/drawing/2014/main" id="{989D064B-5FB4-0805-6D75-70BE3622E143}"/>
              </a:ext>
            </a:extLst>
          </p:cNvPr>
          <p:cNvSpPr txBox="1"/>
          <p:nvPr/>
        </p:nvSpPr>
        <p:spPr>
          <a:xfrm>
            <a:off x="8221400" y="5218640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No</a:t>
            </a:r>
            <a:r>
              <a:rPr lang="zh-TW" altLang="en-US" sz="1200" dirty="0">
                <a:solidFill>
                  <a:srgbClr val="C00000"/>
                </a:solidFill>
              </a:rPr>
              <a:t> </a:t>
            </a:r>
            <a:r>
              <a:rPr lang="en-US" altLang="zh-TW" sz="1200" dirty="0">
                <a:solidFill>
                  <a:srgbClr val="C00000"/>
                </a:solidFill>
              </a:rPr>
              <a:t>user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18890258-3F73-3C1E-1921-01FCFC193A40}"/>
              </a:ext>
            </a:extLst>
          </p:cNvPr>
          <p:cNvSpPr txBox="1"/>
          <p:nvPr/>
        </p:nvSpPr>
        <p:spPr>
          <a:xfrm>
            <a:off x="10403594" y="5003117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92" name="文字方塊 191">
            <a:extLst>
              <a:ext uri="{FF2B5EF4-FFF2-40B4-BE49-F238E27FC236}">
                <a16:creationId xmlns:a16="http://schemas.microsoft.com/office/drawing/2014/main" id="{8F769123-0529-2B50-A7D8-6E03D29CE87C}"/>
              </a:ext>
            </a:extLst>
          </p:cNvPr>
          <p:cNvSpPr txBox="1"/>
          <p:nvPr/>
        </p:nvSpPr>
        <p:spPr>
          <a:xfrm>
            <a:off x="10412648" y="4754143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93" name="文字方塊 192">
            <a:extLst>
              <a:ext uri="{FF2B5EF4-FFF2-40B4-BE49-F238E27FC236}">
                <a16:creationId xmlns:a16="http://schemas.microsoft.com/office/drawing/2014/main" id="{6AC19A3E-E995-6D44-510D-38D402912445}"/>
              </a:ext>
            </a:extLst>
          </p:cNvPr>
          <p:cNvSpPr txBox="1"/>
          <p:nvPr/>
        </p:nvSpPr>
        <p:spPr>
          <a:xfrm>
            <a:off x="9425819" y="4623625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96" name="文字方塊 195">
            <a:extLst>
              <a:ext uri="{FF2B5EF4-FFF2-40B4-BE49-F238E27FC236}">
                <a16:creationId xmlns:a16="http://schemas.microsoft.com/office/drawing/2014/main" id="{7912D7BC-E433-FDB0-BE30-1AB0CA0899BD}"/>
              </a:ext>
            </a:extLst>
          </p:cNvPr>
          <p:cNvSpPr txBox="1"/>
          <p:nvPr/>
        </p:nvSpPr>
        <p:spPr>
          <a:xfrm>
            <a:off x="10113866" y="795440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E11B8398-7AF8-3D9C-A7D1-56D1DAF4D7EE}"/>
              </a:ext>
            </a:extLst>
          </p:cNvPr>
          <p:cNvSpPr txBox="1"/>
          <p:nvPr/>
        </p:nvSpPr>
        <p:spPr>
          <a:xfrm>
            <a:off x="10618133" y="1388153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1A73114F-5D6E-4810-053A-FCA7DC79DF52}"/>
              </a:ext>
            </a:extLst>
          </p:cNvPr>
          <p:cNvSpPr txBox="1"/>
          <p:nvPr/>
        </p:nvSpPr>
        <p:spPr>
          <a:xfrm>
            <a:off x="10433015" y="2585912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199" name="文字方塊 198">
            <a:extLst>
              <a:ext uri="{FF2B5EF4-FFF2-40B4-BE49-F238E27FC236}">
                <a16:creationId xmlns:a16="http://schemas.microsoft.com/office/drawing/2014/main" id="{8A1326B3-37B0-A044-5589-FF6A53B6DA2A}"/>
              </a:ext>
            </a:extLst>
          </p:cNvPr>
          <p:cNvSpPr txBox="1"/>
          <p:nvPr/>
        </p:nvSpPr>
        <p:spPr>
          <a:xfrm>
            <a:off x="10226186" y="3900352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sp>
        <p:nvSpPr>
          <p:cNvPr id="200" name="文字方塊 199">
            <a:extLst>
              <a:ext uri="{FF2B5EF4-FFF2-40B4-BE49-F238E27FC236}">
                <a16:creationId xmlns:a16="http://schemas.microsoft.com/office/drawing/2014/main" id="{1B0A3BB7-FABC-A327-C742-E8AF40AF77B6}"/>
              </a:ext>
            </a:extLst>
          </p:cNvPr>
          <p:cNvSpPr txBox="1"/>
          <p:nvPr/>
        </p:nvSpPr>
        <p:spPr>
          <a:xfrm>
            <a:off x="10541872" y="3259019"/>
            <a:ext cx="115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Score 0</a:t>
            </a:r>
            <a:endParaRPr lang="vi-VN" sz="1200" dirty="0">
              <a:solidFill>
                <a:srgbClr val="C00000"/>
              </a:solidFill>
            </a:endParaRPr>
          </a:p>
        </p:txBody>
      </p:sp>
      <p:pic>
        <p:nvPicPr>
          <p:cNvPr id="201" name="圖片 200">
            <a:extLst>
              <a:ext uri="{FF2B5EF4-FFF2-40B4-BE49-F238E27FC236}">
                <a16:creationId xmlns:a16="http://schemas.microsoft.com/office/drawing/2014/main" id="{BFB876C7-556D-DAB6-3ADE-A28FD0E57C61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942945" y="1236003"/>
            <a:ext cx="161948" cy="152421"/>
          </a:xfrm>
          <a:prstGeom prst="rect">
            <a:avLst/>
          </a:prstGeom>
        </p:spPr>
      </p:pic>
      <p:pic>
        <p:nvPicPr>
          <p:cNvPr id="202" name="圖片 201">
            <a:extLst>
              <a:ext uri="{FF2B5EF4-FFF2-40B4-BE49-F238E27FC236}">
                <a16:creationId xmlns:a16="http://schemas.microsoft.com/office/drawing/2014/main" id="{C1DC1881-4FEE-DA47-FF52-CFD981483EC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975626" y="3586583"/>
            <a:ext cx="161948" cy="152421"/>
          </a:xfrm>
          <a:prstGeom prst="rect">
            <a:avLst/>
          </a:prstGeom>
        </p:spPr>
      </p:pic>
      <p:pic>
        <p:nvPicPr>
          <p:cNvPr id="204" name="圖片 203">
            <a:extLst>
              <a:ext uri="{FF2B5EF4-FFF2-40B4-BE49-F238E27FC236}">
                <a16:creationId xmlns:a16="http://schemas.microsoft.com/office/drawing/2014/main" id="{30BF00B9-ECDB-CF67-54E9-906D16C70D9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956007" y="2354306"/>
            <a:ext cx="161948" cy="152421"/>
          </a:xfrm>
          <a:prstGeom prst="rect">
            <a:avLst/>
          </a:prstGeom>
        </p:spPr>
      </p:pic>
      <p:pic>
        <p:nvPicPr>
          <p:cNvPr id="205" name="圖片 204">
            <a:extLst>
              <a:ext uri="{FF2B5EF4-FFF2-40B4-BE49-F238E27FC236}">
                <a16:creationId xmlns:a16="http://schemas.microsoft.com/office/drawing/2014/main" id="{9DEB4D96-AA3D-4AA6-AD90-37A6ACEBED18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970766" y="3173020"/>
            <a:ext cx="161948" cy="152421"/>
          </a:xfrm>
          <a:prstGeom prst="rect">
            <a:avLst/>
          </a:prstGeom>
        </p:spPr>
      </p:pic>
      <p:pic>
        <p:nvPicPr>
          <p:cNvPr id="206" name="圖片 205">
            <a:extLst>
              <a:ext uri="{FF2B5EF4-FFF2-40B4-BE49-F238E27FC236}">
                <a16:creationId xmlns:a16="http://schemas.microsoft.com/office/drawing/2014/main" id="{089D024D-4EB1-2404-4652-6812E5B41F12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958184" y="1961092"/>
            <a:ext cx="161948" cy="1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2887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009D73-11DD-4F4A-1E33-FA7662CE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B4684F-A028-A5F1-A651-8C20EE3FD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44C413-73CD-274C-2DFD-2C82298A2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269"/>
            <a:ext cx="12192000" cy="503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3970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28659A1-CD86-DDC2-697F-DFEE9E0F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575864"/>
            <a:ext cx="7592485" cy="5706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1624B59-FB99-53EC-0E2A-5CBBCE7770B7}"/>
                  </a:ext>
                </a:extLst>
              </p:cNvPr>
              <p:cNvSpPr txBox="1"/>
              <p:nvPr/>
            </p:nvSpPr>
            <p:spPr>
              <a:xfrm>
                <a:off x="5502615" y="1169649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1624B59-FB99-53EC-0E2A-5CBBCE777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1169649"/>
                <a:ext cx="593384" cy="358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CE917C-156A-1299-F1FC-787A153ACCB3}"/>
                  </a:ext>
                </a:extLst>
              </p:cNvPr>
              <p:cNvSpPr txBox="1"/>
              <p:nvPr/>
            </p:nvSpPr>
            <p:spPr>
              <a:xfrm>
                <a:off x="5502615" y="1430999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CE917C-156A-1299-F1FC-787A153AC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1430999"/>
                <a:ext cx="593384" cy="3581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60864B8-D318-C796-25E1-9E587DC0B23D}"/>
                  </a:ext>
                </a:extLst>
              </p:cNvPr>
              <p:cNvSpPr txBox="1"/>
              <p:nvPr/>
            </p:nvSpPr>
            <p:spPr>
              <a:xfrm>
                <a:off x="5502615" y="1692349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60864B8-D318-C796-25E1-9E587DC0B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1692349"/>
                <a:ext cx="593384" cy="3581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31653E5-2CC4-0427-103B-C5B480728032}"/>
                  </a:ext>
                </a:extLst>
              </p:cNvPr>
              <p:cNvSpPr txBox="1"/>
              <p:nvPr/>
            </p:nvSpPr>
            <p:spPr>
              <a:xfrm>
                <a:off x="5502615" y="1953699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31653E5-2CC4-0427-103B-C5B480728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1953699"/>
                <a:ext cx="593384" cy="3581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44C307B-873F-C889-E9D9-EDB86DCB046F}"/>
                  </a:ext>
                </a:extLst>
              </p:cNvPr>
              <p:cNvSpPr txBox="1"/>
              <p:nvPr/>
            </p:nvSpPr>
            <p:spPr>
              <a:xfrm>
                <a:off x="5502615" y="2205321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44C307B-873F-C889-E9D9-EDB86DCB0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2205321"/>
                <a:ext cx="593384" cy="3581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AC969AB-243F-109E-7C9D-D9F342E41453}"/>
                  </a:ext>
                </a:extLst>
              </p:cNvPr>
              <p:cNvSpPr txBox="1"/>
              <p:nvPr/>
            </p:nvSpPr>
            <p:spPr>
              <a:xfrm>
                <a:off x="5502615" y="2447215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AC969AB-243F-109E-7C9D-D9F342E41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2447215"/>
                <a:ext cx="593384" cy="3581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D7ED126-66F0-EB13-01DB-A07993E7996D}"/>
                  </a:ext>
                </a:extLst>
              </p:cNvPr>
              <p:cNvSpPr txBox="1"/>
              <p:nvPr/>
            </p:nvSpPr>
            <p:spPr>
              <a:xfrm>
                <a:off x="5502615" y="2725167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D7ED126-66F0-EB13-01DB-A07993E79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2725167"/>
                <a:ext cx="593384" cy="3581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A304993-B0DC-CD46-C39C-DB34FAAF5481}"/>
                  </a:ext>
                </a:extLst>
              </p:cNvPr>
              <p:cNvSpPr txBox="1"/>
              <p:nvPr/>
            </p:nvSpPr>
            <p:spPr>
              <a:xfrm>
                <a:off x="5502615" y="2983076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A304993-B0DC-CD46-C39C-DB34FAAF5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2983076"/>
                <a:ext cx="593384" cy="3581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A404C5B-67C7-EDE9-0C86-9053A9775AA9}"/>
                  </a:ext>
                </a:extLst>
              </p:cNvPr>
              <p:cNvSpPr txBox="1"/>
              <p:nvPr/>
            </p:nvSpPr>
            <p:spPr>
              <a:xfrm>
                <a:off x="5616105" y="3245013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A404C5B-67C7-EDE9-0C86-9053A977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105" y="3245013"/>
                <a:ext cx="593384" cy="3581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1D4AB17-23BC-B91A-C1A9-63D9DD334788}"/>
                  </a:ext>
                </a:extLst>
              </p:cNvPr>
              <p:cNvSpPr txBox="1"/>
              <p:nvPr/>
            </p:nvSpPr>
            <p:spPr>
              <a:xfrm>
                <a:off x="5502615" y="3488275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1D4AB17-23BC-B91A-C1A9-63D9DD33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3488275"/>
                <a:ext cx="593384" cy="3581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4C3120C-A5EF-F703-2264-924373B218DE}"/>
                  </a:ext>
                </a:extLst>
              </p:cNvPr>
              <p:cNvSpPr txBox="1"/>
              <p:nvPr/>
            </p:nvSpPr>
            <p:spPr>
              <a:xfrm>
                <a:off x="5502615" y="3750212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4C3120C-A5EF-F703-2264-924373B21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3750212"/>
                <a:ext cx="593384" cy="3581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8D3698B-9DCD-455C-0CA5-8E95C7FA1AAD}"/>
                  </a:ext>
                </a:extLst>
              </p:cNvPr>
              <p:cNvSpPr txBox="1"/>
              <p:nvPr/>
            </p:nvSpPr>
            <p:spPr>
              <a:xfrm>
                <a:off x="5502615" y="4028164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8D3698B-9DCD-455C-0CA5-8E95C7FA1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4028164"/>
                <a:ext cx="593384" cy="35811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8F48BD0-15F6-27BC-3288-637AB41E10A4}"/>
                  </a:ext>
                </a:extLst>
              </p:cNvPr>
              <p:cNvSpPr txBox="1"/>
              <p:nvPr/>
            </p:nvSpPr>
            <p:spPr>
              <a:xfrm>
                <a:off x="5502615" y="4284705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8F48BD0-15F6-27BC-3288-637AB41E1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15" y="4284705"/>
                <a:ext cx="593384" cy="35811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37665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2D84051-8B8C-5C72-E78D-DD9CAF3BE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185285"/>
            <a:ext cx="9154803" cy="6487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8A574BA-9E49-6BD2-72E9-FE2A67D64F6C}"/>
                  </a:ext>
                </a:extLst>
              </p:cNvPr>
              <p:cNvSpPr txBox="1"/>
              <p:nvPr/>
            </p:nvSpPr>
            <p:spPr>
              <a:xfrm>
                <a:off x="3496285" y="614897"/>
                <a:ext cx="593384" cy="37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8A574BA-9E49-6BD2-72E9-FE2A67D64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285" y="614897"/>
                <a:ext cx="593384" cy="3737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B9C6BFF-1605-21AF-6A4E-D53CEBBC9BD8}"/>
                  </a:ext>
                </a:extLst>
              </p:cNvPr>
              <p:cNvSpPr txBox="1"/>
              <p:nvPr/>
            </p:nvSpPr>
            <p:spPr>
              <a:xfrm>
                <a:off x="9963760" y="614897"/>
                <a:ext cx="593384" cy="37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rls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B9C6BFF-1605-21AF-6A4E-D53CEBBC9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760" y="614897"/>
                <a:ext cx="593384" cy="3737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50B1335-7944-729D-3D84-82F66981A5BD}"/>
                  </a:ext>
                </a:extLst>
              </p:cNvPr>
              <p:cNvSpPr txBox="1"/>
              <p:nvPr/>
            </p:nvSpPr>
            <p:spPr>
              <a:xfrm>
                <a:off x="5607390" y="614897"/>
                <a:ext cx="593384" cy="35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safe</m:t>
                          </m:r>
                        </m:sup>
                      </m:sSubSup>
                    </m:oMath>
                  </m:oMathPara>
                </a14:m>
                <a:endParaRPr lang="vi-VN" sz="15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50B1335-7944-729D-3D84-82F66981A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390" y="614897"/>
                <a:ext cx="593384" cy="3581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85319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48B12D1-7C44-DC52-1272-2896A2552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256732"/>
            <a:ext cx="8259328" cy="6344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14D20C7-1718-2693-EC11-2992CBB9907D}"/>
                  </a:ext>
                </a:extLst>
              </p:cNvPr>
              <p:cNvSpPr txBox="1"/>
              <p:nvPr/>
            </p:nvSpPr>
            <p:spPr>
              <a:xfrm>
                <a:off x="4947094" y="1009590"/>
                <a:ext cx="567186" cy="37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14D20C7-1718-2693-EC11-2992CBB99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094" y="1009590"/>
                <a:ext cx="567186" cy="3793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5F60FBD-3D8E-5363-3F97-12FA696DB9DD}"/>
                  </a:ext>
                </a:extLst>
              </p:cNvPr>
              <p:cNvSpPr txBox="1"/>
              <p:nvPr/>
            </p:nvSpPr>
            <p:spPr>
              <a:xfrm>
                <a:off x="4947094" y="1314390"/>
                <a:ext cx="567186" cy="37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5F60FBD-3D8E-5363-3F97-12FA696DB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094" y="1314390"/>
                <a:ext cx="567186" cy="379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93D6FF-DBBD-0B83-3515-959BB14FDC34}"/>
                  </a:ext>
                </a:extLst>
              </p:cNvPr>
              <p:cNvSpPr txBox="1"/>
              <p:nvPr/>
            </p:nvSpPr>
            <p:spPr>
              <a:xfrm>
                <a:off x="5158520" y="1693725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93D6FF-DBBD-0B83-3515-959BB14FD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0" y="1693725"/>
                <a:ext cx="136256" cy="276999"/>
              </a:xfrm>
              <a:prstGeom prst="rect">
                <a:avLst/>
              </a:prstGeom>
              <a:blipFill>
                <a:blip r:embed="rId5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E37A5FD-9AC8-6164-1874-406E38338326}"/>
                  </a:ext>
                </a:extLst>
              </p:cNvPr>
              <p:cNvSpPr txBox="1"/>
              <p:nvPr/>
            </p:nvSpPr>
            <p:spPr>
              <a:xfrm>
                <a:off x="5158520" y="1868984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E37A5FD-9AC8-6164-1874-406E38338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0" y="1868984"/>
                <a:ext cx="136256" cy="276999"/>
              </a:xfrm>
              <a:prstGeom prst="rect">
                <a:avLst/>
              </a:prstGeom>
              <a:blipFill>
                <a:blip r:embed="rId6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087D2C4-E744-2DB6-22FB-F46B030A073D}"/>
                  </a:ext>
                </a:extLst>
              </p:cNvPr>
              <p:cNvSpPr txBox="1"/>
              <p:nvPr/>
            </p:nvSpPr>
            <p:spPr>
              <a:xfrm>
                <a:off x="5158520" y="4573518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087D2C4-E744-2DB6-22FB-F46B030A0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0" y="4573518"/>
                <a:ext cx="136256" cy="276999"/>
              </a:xfrm>
              <a:prstGeom prst="rect">
                <a:avLst/>
              </a:prstGeom>
              <a:blipFill>
                <a:blip r:embed="rId7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70BBCB9-94FC-DB9A-A13D-4D24B71860DB}"/>
                  </a:ext>
                </a:extLst>
              </p:cNvPr>
              <p:cNvSpPr txBox="1"/>
              <p:nvPr/>
            </p:nvSpPr>
            <p:spPr>
              <a:xfrm>
                <a:off x="5158520" y="4748777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70BBCB9-94FC-DB9A-A13D-4D24B7186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0" y="4748777"/>
                <a:ext cx="136256" cy="276999"/>
              </a:xfrm>
              <a:prstGeom prst="rect">
                <a:avLst/>
              </a:prstGeom>
              <a:blipFill>
                <a:blip r:embed="rId8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A2AFCB0-0DD8-DABA-41DF-BF8F6468C8F3}"/>
                  </a:ext>
                </a:extLst>
              </p:cNvPr>
              <p:cNvSpPr txBox="1"/>
              <p:nvPr/>
            </p:nvSpPr>
            <p:spPr>
              <a:xfrm>
                <a:off x="5157396" y="3746108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A2AFCB0-0DD8-DABA-41DF-BF8F6468C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396" y="3746108"/>
                <a:ext cx="136256" cy="276999"/>
              </a:xfrm>
              <a:prstGeom prst="rect">
                <a:avLst/>
              </a:prstGeom>
              <a:blipFill>
                <a:blip r:embed="rId9"/>
                <a:stretch>
                  <a:fillRect l="-36364" r="-36364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F66B5C6-4E5B-3D8F-E0CD-127EF27AA72B}"/>
                  </a:ext>
                </a:extLst>
              </p:cNvPr>
              <p:cNvSpPr txBox="1"/>
              <p:nvPr/>
            </p:nvSpPr>
            <p:spPr>
              <a:xfrm>
                <a:off x="5157396" y="3921367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F66B5C6-4E5B-3D8F-E0CD-127EF27AA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396" y="3921367"/>
                <a:ext cx="136256" cy="276999"/>
              </a:xfrm>
              <a:prstGeom prst="rect">
                <a:avLst/>
              </a:prstGeom>
              <a:blipFill>
                <a:blip r:embed="rId10"/>
                <a:stretch>
                  <a:fillRect l="-36364" r="-36364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BC07BF8-E434-DE64-0E47-8B8D7F98667C}"/>
                  </a:ext>
                </a:extLst>
              </p:cNvPr>
              <p:cNvSpPr txBox="1"/>
              <p:nvPr/>
            </p:nvSpPr>
            <p:spPr>
              <a:xfrm>
                <a:off x="5158520" y="2216788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BC07BF8-E434-DE64-0E47-8B8D7F986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0" y="2216788"/>
                <a:ext cx="136256" cy="276999"/>
              </a:xfrm>
              <a:prstGeom prst="rect">
                <a:avLst/>
              </a:prstGeom>
              <a:blipFill>
                <a:blip r:embed="rId11"/>
                <a:stretch>
                  <a:fillRect l="-34783" r="-30435" b="-888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E1E9A5F-5ACE-2836-F1A4-B6FCE8F66658}"/>
                  </a:ext>
                </a:extLst>
              </p:cNvPr>
              <p:cNvSpPr txBox="1"/>
              <p:nvPr/>
            </p:nvSpPr>
            <p:spPr>
              <a:xfrm>
                <a:off x="5158520" y="2392047"/>
                <a:ext cx="136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E1E9A5F-5ACE-2836-F1A4-B6FCE8F66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520" y="2392047"/>
                <a:ext cx="136256" cy="276999"/>
              </a:xfrm>
              <a:prstGeom prst="rect">
                <a:avLst/>
              </a:prstGeom>
              <a:blipFill>
                <a:blip r:embed="rId12"/>
                <a:stretch>
                  <a:fillRect l="-34783" r="-30435" b="-65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BFC670E-AB26-66EC-437F-F009884EA94A}"/>
                  </a:ext>
                </a:extLst>
              </p:cNvPr>
              <p:cNvSpPr txBox="1"/>
              <p:nvPr/>
            </p:nvSpPr>
            <p:spPr>
              <a:xfrm>
                <a:off x="4947094" y="5128764"/>
                <a:ext cx="567186" cy="37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BFC670E-AB26-66EC-437F-F009884EA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094" y="5128764"/>
                <a:ext cx="567186" cy="3793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3EB73B4-3ABC-A3E6-BD71-797EDDEC2AF0}"/>
                  </a:ext>
                </a:extLst>
              </p:cNvPr>
              <p:cNvSpPr txBox="1"/>
              <p:nvPr/>
            </p:nvSpPr>
            <p:spPr>
              <a:xfrm>
                <a:off x="4947094" y="5433564"/>
                <a:ext cx="567186" cy="37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3EB73B4-3ABC-A3E6-BD71-797EDDEC2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094" y="5433564"/>
                <a:ext cx="567186" cy="3793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18883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BC6139D-8147-5DF9-57DE-2AFEAC52C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46" y="247206"/>
            <a:ext cx="8287907" cy="6363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2303F9-C1DC-ACEB-09EE-0F5107761481}"/>
                  </a:ext>
                </a:extLst>
              </p:cNvPr>
              <p:cNvSpPr txBox="1"/>
              <p:nvPr/>
            </p:nvSpPr>
            <p:spPr>
              <a:xfrm>
                <a:off x="9449378" y="1043606"/>
                <a:ext cx="593827" cy="35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2303F9-C1DC-ACEB-09EE-0F5107761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378" y="1043606"/>
                <a:ext cx="593827" cy="353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DE756BD-16F4-4C26-85D8-D16F29AF08AA}"/>
                  </a:ext>
                </a:extLst>
              </p:cNvPr>
              <p:cNvSpPr txBox="1"/>
              <p:nvPr/>
            </p:nvSpPr>
            <p:spPr>
              <a:xfrm>
                <a:off x="3584695" y="1043606"/>
                <a:ext cx="593827" cy="353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DE756BD-16F4-4C26-85D8-D16F29AF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695" y="1043606"/>
                <a:ext cx="593827" cy="3536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1DB7AF64-8422-5E34-8207-100D1F3002AD}"/>
                  </a:ext>
                </a:extLst>
              </p:cNvPr>
              <p:cNvSpPr txBox="1"/>
              <p:nvPr/>
            </p:nvSpPr>
            <p:spPr>
              <a:xfrm>
                <a:off x="5013769" y="1043606"/>
                <a:ext cx="567186" cy="37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off</m:t>
                          </m:r>
                        </m:sup>
                      </m:sSubSup>
                    </m:oMath>
                  </m:oMathPara>
                </a14:m>
                <a:endParaRPr lang="vi-VN" sz="16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1DB7AF64-8422-5E34-8207-100D1F300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769" y="1043606"/>
                <a:ext cx="567186" cy="379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59497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325A0E9-CE33-41C1-39D3-97EF3F47EF3C}"/>
                  </a:ext>
                </a:extLst>
              </p:cNvPr>
              <p:cNvSpPr txBox="1"/>
              <p:nvPr/>
            </p:nvSpPr>
            <p:spPr>
              <a:xfrm>
                <a:off x="4008987" y="954793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325A0E9-CE33-41C1-39D3-97EF3F47E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987" y="954793"/>
                <a:ext cx="567186" cy="4135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46CE9DC0-305C-38BD-E336-EC67D70DE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313" y="428206"/>
            <a:ext cx="3029373" cy="60015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919D1D6-E474-F5D3-25B7-5D91266D11C1}"/>
                  </a:ext>
                </a:extLst>
              </p:cNvPr>
              <p:cNvSpPr txBox="1"/>
              <p:nvPr/>
            </p:nvSpPr>
            <p:spPr>
              <a:xfrm>
                <a:off x="4014127" y="1255198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919D1D6-E474-F5D3-25B7-5D91266D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27" y="1255198"/>
                <a:ext cx="567186" cy="4135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EFF7005-8EE4-EB59-0B92-D4BBABDB4822}"/>
                  </a:ext>
                </a:extLst>
              </p:cNvPr>
              <p:cNvSpPr txBox="1"/>
              <p:nvPr/>
            </p:nvSpPr>
            <p:spPr>
              <a:xfrm>
                <a:off x="4014127" y="1561904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EFF7005-8EE4-EB59-0B92-D4BBABDB4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27" y="1561904"/>
                <a:ext cx="567186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3F9EB17-A541-5857-EC56-59D9B625858E}"/>
                  </a:ext>
                </a:extLst>
              </p:cNvPr>
              <p:cNvSpPr txBox="1"/>
              <p:nvPr/>
            </p:nvSpPr>
            <p:spPr>
              <a:xfrm>
                <a:off x="4014127" y="1901704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3F9EB17-A541-5857-EC56-59D9B625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27" y="1901704"/>
                <a:ext cx="567186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2AF0952-32FE-5839-8A0A-F9924C85B74B}"/>
                  </a:ext>
                </a:extLst>
              </p:cNvPr>
              <p:cNvSpPr txBox="1"/>
              <p:nvPr/>
            </p:nvSpPr>
            <p:spPr>
              <a:xfrm>
                <a:off x="4014127" y="2198884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2AF0952-32FE-5839-8A0A-F9924C85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27" y="2198884"/>
                <a:ext cx="567186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F8936000-A0CF-60DD-BC89-BDA2E5114A9E}"/>
                  </a:ext>
                </a:extLst>
              </p:cNvPr>
              <p:cNvSpPr txBox="1"/>
              <p:nvPr/>
            </p:nvSpPr>
            <p:spPr>
              <a:xfrm>
                <a:off x="4014127" y="2522137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F8936000-A0CF-60DD-BC89-BDA2E5114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27" y="2522137"/>
                <a:ext cx="567186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2F448B3-D501-8272-06F5-9BB5CBF1C73F}"/>
                  </a:ext>
                </a:extLst>
              </p:cNvPr>
              <p:cNvSpPr txBox="1"/>
              <p:nvPr/>
            </p:nvSpPr>
            <p:spPr>
              <a:xfrm>
                <a:off x="4014127" y="2845390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2F448B3-D501-8272-06F5-9BB5CBF1C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27" y="2845390"/>
                <a:ext cx="567186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4491B6E0-35BA-5976-ED57-6D571A44A169}"/>
                  </a:ext>
                </a:extLst>
              </p:cNvPr>
              <p:cNvSpPr txBox="1"/>
              <p:nvPr/>
            </p:nvSpPr>
            <p:spPr>
              <a:xfrm>
                <a:off x="4014127" y="3168643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4491B6E0-35BA-5976-ED57-6D571A44A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27" y="3168643"/>
                <a:ext cx="567186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7613B8A-BABE-7596-4800-11540B5158D0}"/>
                  </a:ext>
                </a:extLst>
              </p:cNvPr>
              <p:cNvSpPr txBox="1"/>
              <p:nvPr/>
            </p:nvSpPr>
            <p:spPr>
              <a:xfrm>
                <a:off x="4008987" y="3473397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7613B8A-BABE-7596-4800-11540B515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987" y="3473397"/>
                <a:ext cx="567186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33174C7-137F-66BE-38CB-F5C98D9E9BC1}"/>
                  </a:ext>
                </a:extLst>
              </p:cNvPr>
              <p:cNvSpPr txBox="1"/>
              <p:nvPr/>
            </p:nvSpPr>
            <p:spPr>
              <a:xfrm>
                <a:off x="3901930" y="3737042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33174C7-137F-66BE-38CB-F5C98D9E9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930" y="3737042"/>
                <a:ext cx="567186" cy="413511"/>
              </a:xfrm>
              <a:prstGeom prst="rect">
                <a:avLst/>
              </a:prstGeom>
              <a:blipFill>
                <a:blip r:embed="rId12"/>
                <a:stretch>
                  <a:fillRect r="-139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D96133F-D475-8254-6D84-135D5613A20B}"/>
                  </a:ext>
                </a:extLst>
              </p:cNvPr>
              <p:cNvSpPr txBox="1"/>
              <p:nvPr/>
            </p:nvSpPr>
            <p:spPr>
              <a:xfrm>
                <a:off x="3902307" y="4072520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D96133F-D475-8254-6D84-135D5613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307" y="4072520"/>
                <a:ext cx="567186" cy="413511"/>
              </a:xfrm>
              <a:prstGeom prst="rect">
                <a:avLst/>
              </a:prstGeom>
              <a:blipFill>
                <a:blip r:embed="rId13"/>
                <a:stretch>
                  <a:fillRect r="-139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A4B3C50-9913-8704-F70B-70522A3B6E3C}"/>
                  </a:ext>
                </a:extLst>
              </p:cNvPr>
              <p:cNvSpPr txBox="1"/>
              <p:nvPr/>
            </p:nvSpPr>
            <p:spPr>
              <a:xfrm>
                <a:off x="3907447" y="4421846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A4B3C50-9913-8704-F70B-70522A3B6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47" y="4421846"/>
                <a:ext cx="567186" cy="413511"/>
              </a:xfrm>
              <a:prstGeom prst="rect">
                <a:avLst/>
              </a:prstGeom>
              <a:blipFill>
                <a:blip r:embed="rId14"/>
                <a:stretch>
                  <a:fillRect r="-139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02D95DA6-F020-CCA1-405D-B7F9646C1AA1}"/>
                  </a:ext>
                </a:extLst>
              </p:cNvPr>
              <p:cNvSpPr txBox="1"/>
              <p:nvPr/>
            </p:nvSpPr>
            <p:spPr>
              <a:xfrm>
                <a:off x="3909687" y="4757324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02D95DA6-F020-CCA1-405D-B7F9646C1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687" y="4757324"/>
                <a:ext cx="567186" cy="413511"/>
              </a:xfrm>
              <a:prstGeom prst="rect">
                <a:avLst/>
              </a:prstGeom>
              <a:blipFill>
                <a:blip r:embed="rId15"/>
                <a:stretch>
                  <a:fillRect r="-139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7C84494-4543-2B3A-77C2-DDE43DB4B1C9}"/>
                  </a:ext>
                </a:extLst>
              </p:cNvPr>
              <p:cNvSpPr txBox="1"/>
              <p:nvPr/>
            </p:nvSpPr>
            <p:spPr>
              <a:xfrm>
                <a:off x="3912467" y="5078037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7C84494-4543-2B3A-77C2-DDE43DB4B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467" y="5078037"/>
                <a:ext cx="567186" cy="413511"/>
              </a:xfrm>
              <a:prstGeom prst="rect">
                <a:avLst/>
              </a:prstGeom>
              <a:blipFill>
                <a:blip r:embed="rId16"/>
                <a:stretch>
                  <a:fillRect r="-139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4C57C79-3D81-9273-BB19-A97208AC67BF}"/>
                  </a:ext>
                </a:extLst>
              </p:cNvPr>
              <p:cNvSpPr txBox="1"/>
              <p:nvPr/>
            </p:nvSpPr>
            <p:spPr>
              <a:xfrm>
                <a:off x="3907447" y="5367660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4C57C79-3D81-9273-BB19-A97208AC6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47" y="5367660"/>
                <a:ext cx="567186" cy="413511"/>
              </a:xfrm>
              <a:prstGeom prst="rect">
                <a:avLst/>
              </a:prstGeom>
              <a:blipFill>
                <a:blip r:embed="rId17"/>
                <a:stretch>
                  <a:fillRect r="-139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3471C3CD-BE66-CEA3-B772-9318D792CF10}"/>
                  </a:ext>
                </a:extLst>
              </p:cNvPr>
              <p:cNvSpPr txBox="1"/>
              <p:nvPr/>
            </p:nvSpPr>
            <p:spPr>
              <a:xfrm>
                <a:off x="3907447" y="5700560"/>
                <a:ext cx="567186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vi-VN" sz="2000" dirty="0"/>
              </a:p>
            </p:txBody>
          </p:sp>
        </mc:Choice>
        <mc:Fallback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3471C3CD-BE66-CEA3-B772-9318D792C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47" y="5700560"/>
                <a:ext cx="567186" cy="413511"/>
              </a:xfrm>
              <a:prstGeom prst="rect">
                <a:avLst/>
              </a:prstGeom>
              <a:blipFill>
                <a:blip r:embed="rId18"/>
                <a:stretch>
                  <a:fillRect r="-139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77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223053</TotalTime>
  <Words>10152</Words>
  <Application>Microsoft Office PowerPoint</Application>
  <PresentationFormat>寬螢幕</PresentationFormat>
  <Paragraphs>1789</Paragraphs>
  <Slides>209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209</vt:i4>
      </vt:variant>
    </vt:vector>
  </HeadingPairs>
  <TitlesOfParts>
    <vt:vector size="215" baseType="lpstr">
      <vt:lpstr>Aptos</vt:lpstr>
      <vt:lpstr>Aptos Display</vt:lpstr>
      <vt:lpstr>Arial</vt:lpstr>
      <vt:lpstr>Cambria Math</vt:lpstr>
      <vt:lpstr>Times New Roman</vt:lpstr>
      <vt:lpstr>Office 佈景主題</vt:lpstr>
      <vt:lpstr>11/25</vt:lpstr>
      <vt:lpstr>建立LEO衛星</vt:lpstr>
      <vt:lpstr>建立GEO衛星，以及地面站</vt:lpstr>
      <vt:lpstr>建立Beam</vt:lpstr>
      <vt:lpstr>12/2</vt:lpstr>
      <vt:lpstr>查看相關論文 Research on interference avoidance effect of OneWeb satellite constellation's progressive pitch strategy</vt:lpstr>
      <vt:lpstr>查看相關論文 Rate-Splitting Multiple Access for GEO-LEO Coexisting Satellite Systems: A Traffic-Aware Throughput Maximization Precoder Design</vt:lpstr>
      <vt:lpstr>STK 進度</vt:lpstr>
      <vt:lpstr>12/15</vt:lpstr>
      <vt:lpstr>STK 環境</vt:lpstr>
      <vt:lpstr>模擬1天的統計圖 GEO 被干擾次數</vt:lpstr>
      <vt:lpstr>進度規劃</vt:lpstr>
      <vt:lpstr>1/6</vt:lpstr>
      <vt:lpstr>STK環境</vt:lpstr>
      <vt:lpstr>目前STK環境code步驟</vt:lpstr>
      <vt:lpstr>論文</vt:lpstr>
      <vt:lpstr>1/7</vt:lpstr>
      <vt:lpstr>模型確認</vt:lpstr>
      <vt:lpstr>模型確認</vt:lpstr>
      <vt:lpstr>模型確認</vt:lpstr>
      <vt:lpstr>1/9</vt:lpstr>
      <vt:lpstr>PowerPoint 簡報</vt:lpstr>
      <vt:lpstr>PowerPoint 簡報</vt:lpstr>
      <vt:lpstr>PowerPoint 簡報</vt:lpstr>
      <vt:lpstr>論文方向</vt:lpstr>
      <vt:lpstr>LEO下手</vt:lpstr>
      <vt:lpstr>使用者方面</vt:lpstr>
      <vt:lpstr>AI</vt:lpstr>
      <vt:lpstr>1/12</vt:lpstr>
      <vt:lpstr>調整Beam 方向</vt:lpstr>
      <vt:lpstr>Optimal Progressive Pitch for OneWeb Constellation with Seamless Coverage Italian National Conference on Sensors   2023</vt:lpstr>
      <vt:lpstr>關beam後使用者需求</vt:lpstr>
      <vt:lpstr>方向?</vt:lpstr>
      <vt:lpstr>1/13</vt:lpstr>
      <vt:lpstr>Downlink Beamforming Strategies for Interference-Aware NGSO Satellite Systems IEEE Open Journal of the Communications Society 2024</vt:lpstr>
      <vt:lpstr>Downlink Beamforming Strategies for Interference-Aware NGSO Satellite Systems IEEE Open Journal of the Communications Society 2024</vt:lpstr>
      <vt:lpstr>模擬 1</vt:lpstr>
      <vt:lpstr>模擬 2</vt:lpstr>
      <vt:lpstr>PowerPoint 簡報</vt:lpstr>
      <vt:lpstr>1/27</vt:lpstr>
      <vt:lpstr>PowerPoint 簡報</vt:lpstr>
      <vt:lpstr>beamforming在現在的STK怎麼去實作</vt:lpstr>
      <vt:lpstr>復刻論文 Joint Power and Tilt Control</vt:lpstr>
      <vt:lpstr>復刻論文 Joint Power and Tilt Control</vt:lpstr>
      <vt:lpstr>看論文</vt:lpstr>
      <vt:lpstr>找論文</vt:lpstr>
      <vt:lpstr>2/3</vt:lpstr>
      <vt:lpstr>使用者服務品質下降或中斷的問題</vt:lpstr>
      <vt:lpstr>使用者服務品質下降或中斷的問題</vt:lpstr>
      <vt:lpstr>候選服務衛星集合</vt:lpstr>
      <vt:lpstr>PowerPoint 簡報</vt:lpstr>
      <vt:lpstr>還要完善的地方公式等</vt:lpstr>
      <vt:lpstr>下禮拜報告查詢</vt:lpstr>
      <vt:lpstr>2/4</vt:lpstr>
      <vt:lpstr>PowerPoint 簡報</vt:lpstr>
      <vt:lpstr>2/9</vt:lpstr>
      <vt:lpstr>PowerPoint 簡報</vt:lpstr>
      <vt:lpstr>PowerPoint 簡報</vt:lpstr>
      <vt:lpstr>過年完進度</vt:lpstr>
      <vt:lpstr>2/25</vt:lpstr>
      <vt:lpstr>使用者滿足率</vt:lpstr>
      <vt:lpstr>User 端總干擾：I_(i,u)</vt:lpstr>
      <vt:lpstr>SINR</vt:lpstr>
      <vt:lpstr>容量定義</vt:lpstr>
      <vt:lpstr>Demand-Capacity Mismatch 最小化</vt:lpstr>
      <vt:lpstr>Simulation 中的 Satisfaction Percentage</vt:lpstr>
      <vt:lpstr>PowerPoint 簡報</vt:lpstr>
      <vt:lpstr>遇到問題</vt:lpstr>
      <vt:lpstr>解決方法</vt:lpstr>
      <vt:lpstr>2/25</vt:lpstr>
      <vt:lpstr>Joint Resource Management and Load Balancing in Multi-Satellite Beam Hopping With Interference Suppression: An Energy Minimization Perspective  IEEE Transactions 2026</vt:lpstr>
      <vt:lpstr>PowerPoint 簡報</vt:lpstr>
      <vt:lpstr>PowerPoint 簡報</vt:lpstr>
      <vt:lpstr>PowerPoint 簡報</vt:lpstr>
      <vt:lpstr>ITU規範其他看法</vt:lpstr>
      <vt:lpstr>PowerPoint 簡報</vt:lpstr>
      <vt:lpstr>3/17</vt:lpstr>
      <vt:lpstr>後續進度</vt:lpstr>
      <vt:lpstr>Evaluation 結果</vt:lpstr>
      <vt:lpstr>PowerPoint 簡報</vt:lpstr>
      <vt:lpstr>PowerPoint 簡報</vt:lpstr>
      <vt:lpstr>3/31</vt:lpstr>
      <vt:lpstr>PowerPoint 簡報</vt:lpstr>
      <vt:lpstr>PowerPoint 簡報</vt:lpstr>
      <vt:lpstr>EPFD計算</vt:lpstr>
      <vt:lpstr>load-aware power split</vt:lpstr>
      <vt:lpstr>beam之間干擾</vt:lpstr>
      <vt:lpstr>EPFD limit 值</vt:lpstr>
      <vt:lpstr>PowerPoint 簡報</vt:lpstr>
      <vt:lpstr>PowerPoint 簡報</vt:lpstr>
      <vt:lpstr>衛星功率、user demand</vt:lpstr>
      <vt:lpstr>EPFD: -173.4 ，框框為關掉的BEAM</vt:lpstr>
      <vt:lpstr>PC 控制</vt:lpstr>
      <vt:lpstr>3/31</vt:lpstr>
      <vt:lpstr>PC(power control) + Relay</vt:lpstr>
      <vt:lpstr>Relay Scenario</vt:lpstr>
      <vt:lpstr>Power Budget After PC</vt:lpstr>
      <vt:lpstr>Relay After Reassociation</vt:lpstr>
      <vt:lpstr>Bidirectional Load-Balanced Relay</vt:lpstr>
      <vt:lpstr>Bidirectional Reassociation Logic</vt:lpstr>
      <vt:lpstr>Relay-Aware Power Reallocation</vt:lpstr>
      <vt:lpstr>Satisfaction Recalculation</vt:lpstr>
      <vt:lpstr>Relay Acceptance Conditions</vt:lpstr>
      <vt:lpstr>Complete PC + Bidirectional Relay Flow</vt:lpstr>
      <vt:lpstr>PowerPoint 簡報</vt:lpstr>
      <vt:lpstr>PowerPoint 簡報</vt:lpstr>
      <vt:lpstr>4/14</vt:lpstr>
      <vt:lpstr>Load-Balanced Collaborative Offloading for LEO Satellite Networks IEEE INTERNET OF THINGS JOURNAL 2023</vt:lpstr>
      <vt:lpstr>PowerPoint 簡報</vt:lpstr>
      <vt:lpstr>PowerPoint 簡報</vt:lpstr>
      <vt:lpstr>不同點</vt:lpstr>
      <vt:lpstr>4/15</vt:lpstr>
      <vt:lpstr>EPFD-aware user rescue scheduling</vt:lpstr>
      <vt:lpstr>方法</vt:lpstr>
      <vt:lpstr>方法</vt:lpstr>
      <vt:lpstr>Beam-Activation-Aware Rescue Assignment</vt:lpstr>
      <vt:lpstr>改善的地方</vt:lpstr>
      <vt:lpstr>4/21</vt:lpstr>
      <vt:lpstr>Motivation</vt:lpstr>
      <vt:lpstr>Problem Statement</vt:lpstr>
      <vt:lpstr>Problem Statement</vt:lpstr>
      <vt:lpstr>核心想法</vt:lpstr>
      <vt:lpstr>核心設計</vt:lpstr>
      <vt:lpstr>核心設計</vt:lpstr>
      <vt:lpstr>Predictive Geometry-Aware Risk Estimation</vt:lpstr>
      <vt:lpstr>Beam Future EPFD Risk</vt:lpstr>
      <vt:lpstr>線性遞減權重</vt:lpstr>
      <vt:lpstr>User Future Distress Risk</vt:lpstr>
      <vt:lpstr>Future Coverage Stability(要考慮，查一下其他論文是否有這種想法)</vt:lpstr>
      <vt:lpstr>Beam-level Service Shedding beam distress score</vt:lpstr>
      <vt:lpstr>Risky Beam Set and Selection Rule</vt:lpstr>
      <vt:lpstr>Adaptive Relay Amount beam 內  Predictive Migration Priority</vt:lpstr>
      <vt:lpstr>relay amount decision</vt:lpstr>
      <vt:lpstr>評估每個 relay amount 的系統效益</vt:lpstr>
      <vt:lpstr>評估每個 relay amount 的系統效益</vt:lpstr>
      <vt:lpstr>Beam-Level Predictive Shadow Price</vt:lpstr>
      <vt:lpstr>Shadow-Price Guided Candidate Utility</vt:lpstr>
      <vt:lpstr>load penalty</vt:lpstr>
      <vt:lpstr>Price-Aware Local Power Adaptation</vt:lpstr>
      <vt:lpstr>Migration Acceptance Conditions</vt:lpstr>
      <vt:lpstr>相較於一般作法的差異</vt:lpstr>
      <vt:lpstr>PowerPoint 簡報</vt:lpstr>
      <vt:lpstr>4/28</vt:lpstr>
      <vt:lpstr>Limitations </vt:lpstr>
      <vt:lpstr>想法</vt:lpstr>
      <vt:lpstr>Safe-Beam Assisted Helper Relief</vt:lpstr>
      <vt:lpstr>Safe-Beam Assisted Helper Relief</vt:lpstr>
      <vt:lpstr>演算法流程</vt:lpstr>
      <vt:lpstr>演算法流程</vt:lpstr>
      <vt:lpstr>演算法流程</vt:lpstr>
      <vt:lpstr>演算法流程</vt:lpstr>
      <vt:lpstr>演算法流程</vt:lpstr>
      <vt:lpstr>演算法流程</vt:lpstr>
      <vt:lpstr>5/5</vt:lpstr>
      <vt:lpstr>場景</vt:lpstr>
      <vt:lpstr>場景</vt:lpstr>
      <vt:lpstr>場景</vt:lpstr>
      <vt:lpstr>3GPP 表格 不適用</vt:lpstr>
      <vt:lpstr>User場景</vt:lpstr>
      <vt:lpstr>user最靠近衛星子點 16.8W</vt:lpstr>
      <vt:lpstr>PowerPoint 簡報</vt:lpstr>
      <vt:lpstr>5/5</vt:lpstr>
      <vt:lpstr>規律</vt:lpstr>
      <vt:lpstr>一個衛星下30 user</vt:lpstr>
      <vt:lpstr>50 user</vt:lpstr>
      <vt:lpstr>PowerPoint 簡報</vt:lpstr>
      <vt:lpstr>PowerPoint 簡報</vt:lpstr>
      <vt:lpstr>PowerPoint 簡報</vt:lpstr>
      <vt:lpstr>PowerPoint 簡報</vt:lpstr>
      <vt:lpstr>Method</vt:lpstr>
      <vt:lpstr>Safe-Beam Assisted Power-Release Relay (SAPR-R) Method</vt:lpstr>
      <vt:lpstr>Time-slot beam relation record</vt:lpstr>
      <vt:lpstr>PowerPoint 簡報</vt:lpstr>
      <vt:lpstr>PowerPoint 簡報</vt:lpstr>
      <vt:lpstr>Safe-beam assisted power release</vt:lpstr>
      <vt:lpstr>Safe-beam assisted power release</vt:lpstr>
      <vt:lpstr>Helper relay beam boosting</vt:lpstr>
      <vt:lpstr>Beam-pair local relay</vt:lpstr>
      <vt:lpstr>Beam-pair local relay</vt:lpstr>
      <vt:lpstr>PowerPoint 簡報</vt:lpstr>
      <vt:lpstr>Evaluation</vt:lpstr>
      <vt:lpstr>環境參數</vt:lpstr>
      <vt:lpstr>PowerPoint 簡報</vt:lpstr>
      <vt:lpstr>PowerPoint 簡報</vt:lpstr>
      <vt:lpstr>圖表</vt:lpstr>
      <vt:lpstr>Evaluation</vt:lpstr>
      <vt:lpstr>圖 1：Aggregate EPFD over time</vt:lpstr>
      <vt:lpstr>圖 2：Number of closed beams over time</vt:lpstr>
      <vt:lpstr>圖 3： Average satisfaction over time</vt:lpstr>
      <vt:lpstr>圖 4 : Number of relayed critical users over time</vt:lpstr>
      <vt:lpstr>圖 5：Satisfaction CDF</vt:lpstr>
      <vt:lpstr>圖 6：不同epfd 滿足率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胡嘉祐 (113522011)</dc:creator>
  <cp:lastModifiedBy>胡嘉祐 (113522011)</cp:lastModifiedBy>
  <cp:revision>37</cp:revision>
  <dcterms:created xsi:type="dcterms:W3CDTF">2025-11-25T06:20:38Z</dcterms:created>
  <dcterms:modified xsi:type="dcterms:W3CDTF">2026-07-30T02:17:19Z</dcterms:modified>
</cp:coreProperties>
</file>